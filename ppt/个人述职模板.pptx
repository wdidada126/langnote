
<file path=[Content_Types].xml><?xml version="1.0" encoding="utf-8"?>
<Types xmlns="http://schemas.openxmlformats.org/package/2006/content-types">
  <Default Extension="png" ContentType="image/png"/>
  <Default Extension="mp3" ContentType="audio/mpe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1.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64" r:id="rId3"/>
    <p:sldId id="265" r:id="rId4"/>
    <p:sldId id="5139" r:id="rId5"/>
    <p:sldId id="5300170" r:id="rId6"/>
    <p:sldId id="5300174" r:id="rId7"/>
    <p:sldId id="5300177" r:id="rId8"/>
    <p:sldId id="5300179" r:id="rId9"/>
    <p:sldId id="266" r:id="rId10"/>
    <p:sldId id="11088500" r:id="rId11"/>
    <p:sldId id="11088504" r:id="rId12"/>
    <p:sldId id="11088502" r:id="rId13"/>
    <p:sldId id="5300168" r:id="rId14"/>
    <p:sldId id="267" r:id="rId15"/>
    <p:sldId id="11463" r:id="rId16"/>
    <p:sldId id="11088494" r:id="rId17"/>
    <p:sldId id="11088497" r:id="rId18"/>
    <p:sldId id="11088498" r:id="rId19"/>
    <p:sldId id="268" r:id="rId20"/>
    <p:sldId id="6084" r:id="rId21"/>
    <p:sldId id="11088507" r:id="rId22"/>
    <p:sldId id="6081" r:id="rId23"/>
    <p:sldId id="6076" r:id="rId24"/>
    <p:sldId id="262" r:id="rId25"/>
    <p:sldId id="11088508"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6CD2"/>
    <a:srgbClr val="FFCA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13" autoAdjust="0"/>
    <p:restoredTop sz="95244" autoAdjust="0"/>
  </p:normalViewPr>
  <p:slideViewPr>
    <p:cSldViewPr snapToGrid="0">
      <p:cViewPr varScale="1">
        <p:scale>
          <a:sx n="115" d="100"/>
          <a:sy n="115" d="100"/>
        </p:scale>
        <p:origin x="29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3.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___4.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___5.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___6.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___7.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2700">
              <a:noFill/>
            </a:ln>
          </c:spPr>
          <c:dPt>
            <c:idx val="0"/>
            <c:bubble3D val="0"/>
            <c:spPr>
              <a:solidFill>
                <a:schemeClr val="accent1"/>
              </a:solidFill>
              <a:ln w="12700">
                <a:noFill/>
              </a:ln>
              <a:effectLst/>
            </c:spPr>
            <c:extLst xmlns:c16r2="http://schemas.microsoft.com/office/drawing/2015/06/chart">
              <c:ext xmlns:c16="http://schemas.microsoft.com/office/drawing/2014/chart" uri="{C3380CC4-5D6E-409C-BE32-E72D297353CC}">
                <c16:uniqueId val="{00000001-DBF0-4E3B-AA76-7F3E4A347E5E}"/>
              </c:ext>
            </c:extLst>
          </c:dPt>
          <c:dPt>
            <c:idx val="1"/>
            <c:bubble3D val="0"/>
            <c:spPr>
              <a:solidFill>
                <a:schemeClr val="bg1"/>
              </a:solidFill>
              <a:ln w="12700">
                <a:noFill/>
              </a:ln>
              <a:effectLst/>
            </c:spPr>
            <c:extLst xmlns:c16r2="http://schemas.microsoft.com/office/drawing/2015/06/chart">
              <c:ext xmlns:c16="http://schemas.microsoft.com/office/drawing/2014/chart" uri="{C3380CC4-5D6E-409C-BE32-E72D297353CC}">
                <c16:uniqueId val="{00000003-DBF0-4E3B-AA76-7F3E4A347E5E}"/>
              </c:ext>
            </c:extLst>
          </c:dPt>
          <c:cat>
            <c:strRef>
              <c:f>Sheet1!$A$2:$A$3</c:f>
              <c:strCache>
                <c:ptCount val="2"/>
                <c:pt idx="0">
                  <c:v>第一季度</c:v>
                </c:pt>
                <c:pt idx="1">
                  <c:v>第二季度</c:v>
                </c:pt>
              </c:strCache>
            </c:strRef>
          </c:cat>
          <c:val>
            <c:numRef>
              <c:f>Sheet1!$B$2:$B$3</c:f>
              <c:numCache>
                <c:formatCode>General</c:formatCode>
                <c:ptCount val="2"/>
                <c:pt idx="0">
                  <c:v>8</c:v>
                </c:pt>
                <c:pt idx="1">
                  <c:v>2</c:v>
                </c:pt>
              </c:numCache>
            </c:numRef>
          </c:val>
          <c:extLst xmlns:c16r2="http://schemas.microsoft.com/office/drawing/2015/06/chart">
            <c:ext xmlns:c16="http://schemas.microsoft.com/office/drawing/2014/chart" uri="{C3380CC4-5D6E-409C-BE32-E72D297353CC}">
              <c16:uniqueId val="{00000004-DBF0-4E3B-AA76-7F3E4A347E5E}"/>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2700">
              <a:noFill/>
            </a:ln>
          </c:spPr>
          <c:dPt>
            <c:idx val="0"/>
            <c:bubble3D val="0"/>
            <c:spPr>
              <a:solidFill>
                <a:schemeClr val="accent2"/>
              </a:solidFill>
              <a:ln w="12700">
                <a:noFill/>
              </a:ln>
              <a:effectLst/>
            </c:spPr>
            <c:extLst xmlns:c16r2="http://schemas.microsoft.com/office/drawing/2015/06/chart">
              <c:ext xmlns:c16="http://schemas.microsoft.com/office/drawing/2014/chart" uri="{C3380CC4-5D6E-409C-BE32-E72D297353CC}">
                <c16:uniqueId val="{00000001-72B0-4002-A66C-3A47582D5A56}"/>
              </c:ext>
            </c:extLst>
          </c:dPt>
          <c:dPt>
            <c:idx val="1"/>
            <c:bubble3D val="0"/>
            <c:spPr>
              <a:solidFill>
                <a:schemeClr val="bg1"/>
              </a:solidFill>
              <a:ln w="12700">
                <a:noFill/>
              </a:ln>
              <a:effectLst/>
            </c:spPr>
            <c:extLst xmlns:c16r2="http://schemas.microsoft.com/office/drawing/2015/06/chart">
              <c:ext xmlns:c16="http://schemas.microsoft.com/office/drawing/2014/chart" uri="{C3380CC4-5D6E-409C-BE32-E72D297353CC}">
                <c16:uniqueId val="{00000003-72B0-4002-A66C-3A47582D5A56}"/>
              </c:ext>
            </c:extLst>
          </c:dPt>
          <c:cat>
            <c:strRef>
              <c:f>Sheet1!$A$2:$A$3</c:f>
              <c:strCache>
                <c:ptCount val="2"/>
                <c:pt idx="0">
                  <c:v>第一季度</c:v>
                </c:pt>
                <c:pt idx="1">
                  <c:v>第二季度</c:v>
                </c:pt>
              </c:strCache>
            </c:strRef>
          </c:cat>
          <c:val>
            <c:numRef>
              <c:f>Sheet1!$B$2:$B$3</c:f>
              <c:numCache>
                <c:formatCode>General</c:formatCode>
                <c:ptCount val="2"/>
                <c:pt idx="0">
                  <c:v>6.5</c:v>
                </c:pt>
                <c:pt idx="1">
                  <c:v>3.5</c:v>
                </c:pt>
              </c:numCache>
            </c:numRef>
          </c:val>
          <c:extLst xmlns:c16r2="http://schemas.microsoft.com/office/drawing/2015/06/chart">
            <c:ext xmlns:c16="http://schemas.microsoft.com/office/drawing/2014/chart" uri="{C3380CC4-5D6E-409C-BE32-E72D297353CC}">
              <c16:uniqueId val="{00000004-72B0-4002-A66C-3A47582D5A56}"/>
            </c:ext>
          </c:extLst>
        </c:ser>
        <c:dLbls>
          <c:showLegendKey val="0"/>
          <c:showVal val="0"/>
          <c:showCatName val="0"/>
          <c:showSerName val="0"/>
          <c:showPercent val="0"/>
          <c:showBubbleSize val="0"/>
          <c:showLeaderLines val="1"/>
        </c:dLbls>
        <c:firstSliceAng val="0"/>
        <c:holeSize val="87"/>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2700">
              <a:noFill/>
            </a:ln>
          </c:spPr>
          <c:dPt>
            <c:idx val="0"/>
            <c:bubble3D val="0"/>
            <c:spPr>
              <a:solidFill>
                <a:schemeClr val="accent1"/>
              </a:solidFill>
              <a:ln w="12700">
                <a:noFill/>
              </a:ln>
              <a:effectLst/>
            </c:spPr>
            <c:extLst xmlns:c16r2="http://schemas.microsoft.com/office/drawing/2015/06/chart">
              <c:ext xmlns:c16="http://schemas.microsoft.com/office/drawing/2014/chart" uri="{C3380CC4-5D6E-409C-BE32-E72D297353CC}">
                <c16:uniqueId val="{00000001-05B1-43F8-B945-AC8D286B0E1C}"/>
              </c:ext>
            </c:extLst>
          </c:dPt>
          <c:dPt>
            <c:idx val="1"/>
            <c:bubble3D val="0"/>
            <c:spPr>
              <a:solidFill>
                <a:schemeClr val="bg1"/>
              </a:solidFill>
              <a:ln w="12700">
                <a:noFill/>
              </a:ln>
              <a:effectLst/>
            </c:spPr>
            <c:extLst xmlns:c16r2="http://schemas.microsoft.com/office/drawing/2015/06/chart">
              <c:ext xmlns:c16="http://schemas.microsoft.com/office/drawing/2014/chart" uri="{C3380CC4-5D6E-409C-BE32-E72D297353CC}">
                <c16:uniqueId val="{00000003-05B1-43F8-B945-AC8D286B0E1C}"/>
              </c:ext>
            </c:extLst>
          </c:dPt>
          <c:cat>
            <c:strRef>
              <c:f>Sheet1!$A$2:$A$3</c:f>
              <c:strCache>
                <c:ptCount val="2"/>
                <c:pt idx="0">
                  <c:v>第一季度</c:v>
                </c:pt>
                <c:pt idx="1">
                  <c:v>第二季度</c:v>
                </c:pt>
              </c:strCache>
            </c:strRef>
          </c:cat>
          <c:val>
            <c:numRef>
              <c:f>Sheet1!$B$2:$B$3</c:f>
              <c:numCache>
                <c:formatCode>General</c:formatCode>
                <c:ptCount val="2"/>
                <c:pt idx="0">
                  <c:v>6</c:v>
                </c:pt>
                <c:pt idx="1">
                  <c:v>4</c:v>
                </c:pt>
              </c:numCache>
            </c:numRef>
          </c:val>
          <c:extLst xmlns:c16r2="http://schemas.microsoft.com/office/drawing/2015/06/chart">
            <c:ext xmlns:c16="http://schemas.microsoft.com/office/drawing/2014/chart" uri="{C3380CC4-5D6E-409C-BE32-E72D297353CC}">
              <c16:uniqueId val="{00000004-05B1-43F8-B945-AC8D286B0E1C}"/>
            </c:ext>
          </c:extLst>
        </c:ser>
        <c:dLbls>
          <c:showLegendKey val="0"/>
          <c:showVal val="0"/>
          <c:showCatName val="0"/>
          <c:showSerName val="0"/>
          <c:showPercent val="0"/>
          <c:showBubbleSize val="0"/>
          <c:showLeaderLines val="1"/>
        </c:dLbls>
        <c:firstSliceAng val="0"/>
        <c:holeSize val="83"/>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2700">
              <a:noFill/>
            </a:ln>
          </c:spPr>
          <c:dPt>
            <c:idx val="0"/>
            <c:bubble3D val="0"/>
            <c:spPr>
              <a:solidFill>
                <a:schemeClr val="accent2"/>
              </a:solidFill>
              <a:ln w="12700">
                <a:noFill/>
              </a:ln>
              <a:effectLst/>
            </c:spPr>
            <c:extLst xmlns:c16r2="http://schemas.microsoft.com/office/drawing/2015/06/chart">
              <c:ext xmlns:c16="http://schemas.microsoft.com/office/drawing/2014/chart" uri="{C3380CC4-5D6E-409C-BE32-E72D297353CC}">
                <c16:uniqueId val="{00000001-DF15-44A9-9236-06624B9A8996}"/>
              </c:ext>
            </c:extLst>
          </c:dPt>
          <c:dPt>
            <c:idx val="1"/>
            <c:bubble3D val="0"/>
            <c:spPr>
              <a:solidFill>
                <a:schemeClr val="bg1"/>
              </a:solidFill>
              <a:ln w="12700">
                <a:noFill/>
              </a:ln>
              <a:effectLst/>
            </c:spPr>
            <c:extLst xmlns:c16r2="http://schemas.microsoft.com/office/drawing/2015/06/chart">
              <c:ext xmlns:c16="http://schemas.microsoft.com/office/drawing/2014/chart" uri="{C3380CC4-5D6E-409C-BE32-E72D297353CC}">
                <c16:uniqueId val="{00000003-DF15-44A9-9236-06624B9A8996}"/>
              </c:ext>
            </c:extLst>
          </c:dPt>
          <c:cat>
            <c:strRef>
              <c:f>Sheet1!$A$2:$A$3</c:f>
              <c:strCache>
                <c:ptCount val="2"/>
                <c:pt idx="0">
                  <c:v>第一季度</c:v>
                </c:pt>
                <c:pt idx="1">
                  <c:v>第二季度</c:v>
                </c:pt>
              </c:strCache>
            </c:strRef>
          </c:cat>
          <c:val>
            <c:numRef>
              <c:f>Sheet1!$B$2:$B$3</c:f>
              <c:numCache>
                <c:formatCode>General</c:formatCode>
                <c:ptCount val="2"/>
                <c:pt idx="0">
                  <c:v>5</c:v>
                </c:pt>
                <c:pt idx="1">
                  <c:v>5</c:v>
                </c:pt>
              </c:numCache>
            </c:numRef>
          </c:val>
          <c:extLst xmlns:c16r2="http://schemas.microsoft.com/office/drawing/2015/06/chart">
            <c:ext xmlns:c16="http://schemas.microsoft.com/office/drawing/2014/chart" uri="{C3380CC4-5D6E-409C-BE32-E72D297353CC}">
              <c16:uniqueId val="{00000004-DF15-44A9-9236-06624B9A899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EC541A"/>
            </a:solidFill>
            <a:ln w="19050">
              <a:noFill/>
            </a:ln>
          </c:spPr>
          <c:dPt>
            <c:idx val="0"/>
            <c:bubble3D val="0"/>
            <c:spPr>
              <a:solidFill>
                <a:schemeClr val="accent1"/>
              </a:solidFill>
              <a:ln w="19050">
                <a:noFill/>
              </a:ln>
              <a:effectLst/>
            </c:spPr>
            <c:extLst xmlns:c16r2="http://schemas.microsoft.com/office/drawing/2015/06/chart">
              <c:ext xmlns:c16="http://schemas.microsoft.com/office/drawing/2014/chart" uri="{C3380CC4-5D6E-409C-BE32-E72D297353CC}">
                <c16:uniqueId val="{00000001-B52D-4E87-87B4-A9A9DE1030B6}"/>
              </c:ext>
            </c:extLst>
          </c:dPt>
          <c:dPt>
            <c:idx val="1"/>
            <c:bubble3D val="0"/>
            <c:spPr>
              <a:solidFill>
                <a:schemeClr val="bg1">
                  <a:lumMod val="75000"/>
                </a:schemeClr>
              </a:solidFill>
              <a:ln w="19050">
                <a:noFill/>
              </a:ln>
              <a:effectLst/>
            </c:spPr>
            <c:extLst xmlns:c16r2="http://schemas.microsoft.com/office/drawing/2015/06/chart">
              <c:ext xmlns:c16="http://schemas.microsoft.com/office/drawing/2014/chart" uri="{C3380CC4-5D6E-409C-BE32-E72D297353CC}">
                <c16:uniqueId val="{00000003-B52D-4E87-87B4-A9A9DE1030B6}"/>
              </c:ext>
            </c:extLst>
          </c:dPt>
          <c:cat>
            <c:strRef>
              <c:f>Sheet1!$A$2:$A$3</c:f>
              <c:strCache>
                <c:ptCount val="2"/>
                <c:pt idx="0">
                  <c:v>第一季度</c:v>
                </c:pt>
                <c:pt idx="1">
                  <c:v>第二季度</c:v>
                </c:pt>
              </c:strCache>
            </c:strRef>
          </c:cat>
          <c:val>
            <c:numRef>
              <c:f>Sheet1!$B$2:$B$3</c:f>
              <c:numCache>
                <c:formatCode>General</c:formatCode>
                <c:ptCount val="2"/>
                <c:pt idx="0">
                  <c:v>62</c:v>
                </c:pt>
                <c:pt idx="1">
                  <c:v>38</c:v>
                </c:pt>
              </c:numCache>
            </c:numRef>
          </c:val>
          <c:extLst xmlns:c16r2="http://schemas.microsoft.com/office/drawing/2015/06/chart">
            <c:ext xmlns:c16="http://schemas.microsoft.com/office/drawing/2014/chart" uri="{C3380CC4-5D6E-409C-BE32-E72D297353CC}">
              <c16:uniqueId val="{00000004-B52D-4E87-87B4-A9A9DE1030B6}"/>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04C09D"/>
            </a:solidFill>
          </c:spPr>
          <c:dPt>
            <c:idx val="0"/>
            <c:bubble3D val="0"/>
            <c:spPr>
              <a:solidFill>
                <a:schemeClr val="accent2"/>
              </a:solidFill>
              <a:ln w="19050">
                <a:noFill/>
              </a:ln>
              <a:effectLst/>
            </c:spPr>
            <c:extLst xmlns:c16r2="http://schemas.microsoft.com/office/drawing/2015/06/chart">
              <c:ext xmlns:c16="http://schemas.microsoft.com/office/drawing/2014/chart" uri="{C3380CC4-5D6E-409C-BE32-E72D297353CC}">
                <c16:uniqueId val="{00000001-CE3F-4623-8AB9-4C2EAB8DFD60}"/>
              </c:ext>
            </c:extLst>
          </c:dPt>
          <c:dPt>
            <c:idx val="1"/>
            <c:bubble3D val="0"/>
            <c:spPr>
              <a:solidFill>
                <a:schemeClr val="bg1">
                  <a:lumMod val="75000"/>
                </a:schemeClr>
              </a:solidFill>
              <a:ln w="19050">
                <a:noFill/>
              </a:ln>
              <a:effectLst/>
            </c:spPr>
            <c:extLst xmlns:c16r2="http://schemas.microsoft.com/office/drawing/2015/06/chart">
              <c:ext xmlns:c16="http://schemas.microsoft.com/office/drawing/2014/chart" uri="{C3380CC4-5D6E-409C-BE32-E72D297353CC}">
                <c16:uniqueId val="{00000003-CE3F-4623-8AB9-4C2EAB8DFD60}"/>
              </c:ext>
            </c:extLst>
          </c:dPt>
          <c:cat>
            <c:strRef>
              <c:f>Sheet1!$A$2:$A$3</c:f>
              <c:strCache>
                <c:ptCount val="2"/>
                <c:pt idx="0">
                  <c:v>第一季度</c:v>
                </c:pt>
                <c:pt idx="1">
                  <c:v>第二季度</c:v>
                </c:pt>
              </c:strCache>
            </c:strRef>
          </c:cat>
          <c:val>
            <c:numRef>
              <c:f>Sheet1!$B$2:$B$3</c:f>
              <c:numCache>
                <c:formatCode>General</c:formatCode>
                <c:ptCount val="2"/>
                <c:pt idx="0">
                  <c:v>42</c:v>
                </c:pt>
                <c:pt idx="1">
                  <c:v>58</c:v>
                </c:pt>
              </c:numCache>
            </c:numRef>
          </c:val>
          <c:extLst xmlns:c16r2="http://schemas.microsoft.com/office/drawing/2015/06/chart">
            <c:ext xmlns:c16="http://schemas.microsoft.com/office/drawing/2014/chart" uri="{C3380CC4-5D6E-409C-BE32-E72D297353CC}">
              <c16:uniqueId val="{00000004-CE3F-4623-8AB9-4C2EAB8DFD60}"/>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accent1"/>
            </a:solidFill>
            <a:ln w="19050">
              <a:noFill/>
            </a:ln>
          </c:spPr>
          <c:dPt>
            <c:idx val="0"/>
            <c:bubble3D val="0"/>
            <c:spPr>
              <a:solidFill>
                <a:schemeClr val="accent1"/>
              </a:solidFill>
              <a:ln w="19050">
                <a:noFill/>
              </a:ln>
              <a:effectLst/>
            </c:spPr>
            <c:extLst xmlns:c16r2="http://schemas.microsoft.com/office/drawing/2015/06/chart">
              <c:ext xmlns:c16="http://schemas.microsoft.com/office/drawing/2014/chart" uri="{C3380CC4-5D6E-409C-BE32-E72D297353CC}">
                <c16:uniqueId val="{00000001-774E-4B39-A830-CC3D5D06B9EF}"/>
              </c:ext>
            </c:extLst>
          </c:dPt>
          <c:dPt>
            <c:idx val="1"/>
            <c:bubble3D val="0"/>
            <c:spPr>
              <a:solidFill>
                <a:schemeClr val="accent1"/>
              </a:solidFill>
              <a:ln w="19050">
                <a:noFill/>
              </a:ln>
              <a:effectLst/>
            </c:spPr>
            <c:extLst xmlns:c16r2="http://schemas.microsoft.com/office/drawing/2015/06/chart">
              <c:ext xmlns:c16="http://schemas.microsoft.com/office/drawing/2014/chart" uri="{C3380CC4-5D6E-409C-BE32-E72D297353CC}">
                <c16:uniqueId val="{00000003-774E-4B39-A830-CC3D5D06B9EF}"/>
              </c:ext>
            </c:extLst>
          </c:dPt>
          <c:cat>
            <c:strRef>
              <c:f>Sheet1!$A$2:$A$3</c:f>
              <c:strCache>
                <c:ptCount val="2"/>
                <c:pt idx="0">
                  <c:v>第一季度</c:v>
                </c:pt>
                <c:pt idx="1">
                  <c:v>第二季度</c:v>
                </c:pt>
              </c:strCache>
            </c:strRef>
          </c:cat>
          <c:val>
            <c:numRef>
              <c:f>Sheet1!$B$2:$B$3</c:f>
              <c:numCache>
                <c:formatCode>General</c:formatCode>
                <c:ptCount val="2"/>
                <c:pt idx="0">
                  <c:v>50</c:v>
                </c:pt>
                <c:pt idx="1">
                  <c:v>50</c:v>
                </c:pt>
              </c:numCache>
            </c:numRef>
          </c:val>
          <c:extLst xmlns:c16r2="http://schemas.microsoft.com/office/drawing/2015/06/chart">
            <c:ext xmlns:c16="http://schemas.microsoft.com/office/drawing/2014/chart" uri="{C3380CC4-5D6E-409C-BE32-E72D297353CC}">
              <c16:uniqueId val="{00000004-774E-4B39-A830-CC3D5D06B9EF}"/>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EC541A"/>
            </a:solidFill>
            <a:ln w="19050">
              <a:noFill/>
            </a:ln>
          </c:spPr>
          <c:dPt>
            <c:idx val="0"/>
            <c:bubble3D val="0"/>
            <c:spPr>
              <a:solidFill>
                <a:schemeClr val="accent2"/>
              </a:solidFill>
              <a:ln w="19050">
                <a:noFill/>
              </a:ln>
              <a:effectLst/>
            </c:spPr>
            <c:extLst xmlns:c16r2="http://schemas.microsoft.com/office/drawing/2015/06/chart">
              <c:ext xmlns:c16="http://schemas.microsoft.com/office/drawing/2014/chart" uri="{C3380CC4-5D6E-409C-BE32-E72D297353CC}">
                <c16:uniqueId val="{00000001-7DCA-4395-9304-E4542820B405}"/>
              </c:ext>
            </c:extLst>
          </c:dPt>
          <c:dPt>
            <c:idx val="1"/>
            <c:bubble3D val="0"/>
            <c:spPr>
              <a:solidFill>
                <a:schemeClr val="bg1">
                  <a:lumMod val="75000"/>
                </a:schemeClr>
              </a:solidFill>
              <a:ln w="19050">
                <a:noFill/>
              </a:ln>
              <a:effectLst/>
            </c:spPr>
            <c:extLst xmlns:c16r2="http://schemas.microsoft.com/office/drawing/2015/06/chart">
              <c:ext xmlns:c16="http://schemas.microsoft.com/office/drawing/2014/chart" uri="{C3380CC4-5D6E-409C-BE32-E72D297353CC}">
                <c16:uniqueId val="{00000003-7DCA-4395-9304-E4542820B405}"/>
              </c:ext>
            </c:extLst>
          </c:dPt>
          <c:cat>
            <c:strRef>
              <c:f>Sheet1!$A$2:$A$3</c:f>
              <c:strCache>
                <c:ptCount val="2"/>
                <c:pt idx="0">
                  <c:v>第一季度</c:v>
                </c:pt>
                <c:pt idx="1">
                  <c:v>第二季度</c:v>
                </c:pt>
              </c:strCache>
            </c:strRef>
          </c:cat>
          <c:val>
            <c:numRef>
              <c:f>Sheet1!$B$2:$B$3</c:f>
              <c:numCache>
                <c:formatCode>General</c:formatCode>
                <c:ptCount val="2"/>
                <c:pt idx="0">
                  <c:v>74</c:v>
                </c:pt>
                <c:pt idx="1">
                  <c:v>26</c:v>
                </c:pt>
              </c:numCache>
            </c:numRef>
          </c:val>
          <c:extLst xmlns:c16r2="http://schemas.microsoft.com/office/drawing/2015/06/chart">
            <c:ext xmlns:c16="http://schemas.microsoft.com/office/drawing/2014/chart" uri="{C3380CC4-5D6E-409C-BE32-E72D297353CC}">
              <c16:uniqueId val="{00000004-7DCA-4395-9304-E4542820B405}"/>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0F1B-415E-BB59-74ED4C54B3FC}"/>
              </c:ext>
            </c:extLst>
          </c:dPt>
          <c:dPt>
            <c:idx val="1"/>
            <c:bubble3D val="0"/>
            <c:spPr>
              <a:solidFill>
                <a:schemeClr val="bg1">
                  <a:lumMod val="95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3-0F1B-415E-BB59-74ED4C54B3FC}"/>
              </c:ext>
            </c:extLst>
          </c:dPt>
          <c:cat>
            <c:strRef>
              <c:f>Sheet1!$A$2:$A$3</c:f>
              <c:strCache>
                <c:ptCount val="2"/>
                <c:pt idx="0">
                  <c:v>第三季度</c:v>
                </c:pt>
                <c:pt idx="1">
                  <c:v>第四季度</c:v>
                </c:pt>
              </c:strCache>
            </c:strRef>
          </c:cat>
          <c:val>
            <c:numRef>
              <c:f>Sheet1!$B$2:$B$3</c:f>
              <c:numCache>
                <c:formatCode>General</c:formatCode>
                <c:ptCount val="2"/>
                <c:pt idx="0">
                  <c:v>7</c:v>
                </c:pt>
                <c:pt idx="1">
                  <c:v>3</c:v>
                </c:pt>
              </c:numCache>
            </c:numRef>
          </c:val>
          <c:extLst xmlns:c16r2="http://schemas.microsoft.com/office/drawing/2015/06/chart">
            <c:ext xmlns:c16="http://schemas.microsoft.com/office/drawing/2014/chart" uri="{C3380CC4-5D6E-409C-BE32-E72D297353CC}">
              <c16:uniqueId val="{00000004-0F1B-415E-BB59-74ED4C54B3FC}"/>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766D84-1703-4DC8-B46B-7332D7AE16CB}" type="datetimeFigureOut">
              <a:rPr lang="zh-CN" altLang="en-US" smtClean="0"/>
              <a:t>2020/12/21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01A618-6E95-4882-AC28-38FEF5A919CF}" type="slidenum">
              <a:rPr lang="zh-CN" altLang="en-US" smtClean="0"/>
              <a:t>‹#›</a:t>
            </a:fld>
            <a:endParaRPr lang="zh-CN" altLang="en-US"/>
          </a:p>
        </p:txBody>
      </p:sp>
    </p:spTree>
    <p:extLst>
      <p:ext uri="{BB962C8B-B14F-4D97-AF65-F5344CB8AC3E}">
        <p14:creationId xmlns:p14="http://schemas.microsoft.com/office/powerpoint/2010/main" val="345578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p:sp>
      <p:sp>
        <p:nvSpPr>
          <p:cNvPr id="120835"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idx="5"/>
          </p:nvPr>
        </p:nvSpPr>
        <p:spPr/>
        <p:txBody>
          <a:bodyPr/>
          <a:lstStyle/>
          <a:p>
            <a:pPr>
              <a:defRPr/>
            </a:pPr>
            <a:fld id="{A7AFDD86-55AC-4AC5-9BBB-189A42B34C4F}" type="slidenum">
              <a:rPr lang="zh-CN" altLang="en-US" smtClean="0"/>
              <a:t>4</a:t>
            </a:fld>
            <a:endParaRPr lang="zh-CN" altLang="en-US">
              <a:cs typeface="+mn-cs"/>
            </a:endParaRPr>
          </a:p>
        </p:txBody>
      </p:sp>
    </p:spTree>
    <p:extLst>
      <p:ext uri="{BB962C8B-B14F-4D97-AF65-F5344CB8AC3E}">
        <p14:creationId xmlns:p14="http://schemas.microsoft.com/office/powerpoint/2010/main" val="3974393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399670-03C4-47F7-BEAE-E1CC758F1208}" type="slidenum">
              <a:rPr lang="zh-CN" altLang="en-US" smtClean="0"/>
              <a:t>5</a:t>
            </a:fld>
            <a:endParaRPr lang="zh-CN" altLang="en-US"/>
          </a:p>
        </p:txBody>
      </p:sp>
    </p:spTree>
    <p:extLst>
      <p:ext uri="{BB962C8B-B14F-4D97-AF65-F5344CB8AC3E}">
        <p14:creationId xmlns:p14="http://schemas.microsoft.com/office/powerpoint/2010/main" val="2051242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399670-03C4-47F7-BEAE-E1CC758F1208}" type="slidenum">
              <a:rPr lang="zh-CN" altLang="en-US" smtClean="0"/>
              <a:t>6</a:t>
            </a:fld>
            <a:endParaRPr lang="zh-CN" altLang="en-US"/>
          </a:p>
        </p:txBody>
      </p:sp>
    </p:spTree>
    <p:extLst>
      <p:ext uri="{BB962C8B-B14F-4D97-AF65-F5344CB8AC3E}">
        <p14:creationId xmlns:p14="http://schemas.microsoft.com/office/powerpoint/2010/main" val="2758302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399670-03C4-47F7-BEAE-E1CC758F1208}" type="slidenum">
              <a:rPr lang="zh-CN" altLang="en-US" smtClean="0"/>
              <a:t>7</a:t>
            </a:fld>
            <a:endParaRPr lang="zh-CN" altLang="en-US"/>
          </a:p>
        </p:txBody>
      </p:sp>
    </p:spTree>
    <p:extLst>
      <p:ext uri="{BB962C8B-B14F-4D97-AF65-F5344CB8AC3E}">
        <p14:creationId xmlns:p14="http://schemas.microsoft.com/office/powerpoint/2010/main" val="2190796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399670-03C4-47F7-BEAE-E1CC758F1208}" type="slidenum">
              <a:rPr lang="zh-CN" altLang="en-US" smtClean="0"/>
              <a:t>8</a:t>
            </a:fld>
            <a:endParaRPr lang="zh-CN" altLang="en-US"/>
          </a:p>
        </p:txBody>
      </p:sp>
    </p:spTree>
    <p:extLst>
      <p:ext uri="{BB962C8B-B14F-4D97-AF65-F5344CB8AC3E}">
        <p14:creationId xmlns:p14="http://schemas.microsoft.com/office/powerpoint/2010/main" val="322731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EB685BB-CAEA-4037-B343-0C666DD4A46B}" type="slidenum">
              <a:rPr lang="zh-CN" altLang="en-US" smtClean="0"/>
              <a:t>10</a:t>
            </a:fld>
            <a:endParaRPr lang="zh-CN" altLang="en-US"/>
          </a:p>
        </p:txBody>
      </p:sp>
    </p:spTree>
    <p:extLst>
      <p:ext uri="{BB962C8B-B14F-4D97-AF65-F5344CB8AC3E}">
        <p14:creationId xmlns:p14="http://schemas.microsoft.com/office/powerpoint/2010/main" val="3177075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EB685BB-CAEA-4037-B343-0C666DD4A46B}" type="slidenum">
              <a:rPr lang="zh-CN" altLang="en-US" smtClean="0"/>
              <a:t>11</a:t>
            </a:fld>
            <a:endParaRPr lang="zh-CN" altLang="en-US"/>
          </a:p>
        </p:txBody>
      </p:sp>
    </p:spTree>
    <p:extLst>
      <p:ext uri="{BB962C8B-B14F-4D97-AF65-F5344CB8AC3E}">
        <p14:creationId xmlns:p14="http://schemas.microsoft.com/office/powerpoint/2010/main" val="1836898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EB685BB-CAEA-4037-B343-0C666DD4A46B}" type="slidenum">
              <a:rPr lang="zh-CN" altLang="en-US" smtClean="0"/>
              <a:t>12</a:t>
            </a:fld>
            <a:endParaRPr lang="zh-CN" altLang="en-US"/>
          </a:p>
        </p:txBody>
      </p:sp>
    </p:spTree>
    <p:extLst>
      <p:ext uri="{BB962C8B-B14F-4D97-AF65-F5344CB8AC3E}">
        <p14:creationId xmlns:p14="http://schemas.microsoft.com/office/powerpoint/2010/main" val="2110912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399670-03C4-47F7-BEAE-E1CC758F1208}" type="slidenum">
              <a:rPr lang="zh-CN" altLang="en-US" smtClean="0"/>
              <a:t>13</a:t>
            </a:fld>
            <a:endParaRPr lang="zh-CN" altLang="en-US"/>
          </a:p>
        </p:txBody>
      </p:sp>
    </p:spTree>
    <p:extLst>
      <p:ext uri="{BB962C8B-B14F-4D97-AF65-F5344CB8AC3E}">
        <p14:creationId xmlns:p14="http://schemas.microsoft.com/office/powerpoint/2010/main" val="1656037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EB685BB-CAEA-4037-B343-0C666DD4A46B}" type="slidenum">
              <a:rPr lang="zh-CN" altLang="en-US" smtClean="0"/>
              <a:t>15</a:t>
            </a:fld>
            <a:endParaRPr lang="zh-CN" altLang="en-US"/>
          </a:p>
        </p:txBody>
      </p:sp>
    </p:spTree>
    <p:extLst>
      <p:ext uri="{BB962C8B-B14F-4D97-AF65-F5344CB8AC3E}">
        <p14:creationId xmlns:p14="http://schemas.microsoft.com/office/powerpoint/2010/main" val="3863541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EB685BB-CAEA-4037-B343-0C666DD4A46B}" type="slidenum">
              <a:rPr lang="zh-CN" altLang="en-US" smtClean="0"/>
              <a:t>16</a:t>
            </a:fld>
            <a:endParaRPr lang="zh-CN" altLang="en-US"/>
          </a:p>
        </p:txBody>
      </p:sp>
    </p:spTree>
    <p:extLst>
      <p:ext uri="{BB962C8B-B14F-4D97-AF65-F5344CB8AC3E}">
        <p14:creationId xmlns:p14="http://schemas.microsoft.com/office/powerpoint/2010/main" val="3284771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EB685BB-CAEA-4037-B343-0C666DD4A46B}" type="slidenum">
              <a:rPr lang="zh-CN" altLang="en-US" smtClean="0"/>
              <a:t>17</a:t>
            </a:fld>
            <a:endParaRPr lang="zh-CN" altLang="en-US"/>
          </a:p>
        </p:txBody>
      </p:sp>
    </p:spTree>
    <p:extLst>
      <p:ext uri="{BB962C8B-B14F-4D97-AF65-F5344CB8AC3E}">
        <p14:creationId xmlns:p14="http://schemas.microsoft.com/office/powerpoint/2010/main" val="3475944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EB685BB-CAEA-4037-B343-0C666DD4A46B}" type="slidenum">
              <a:rPr lang="zh-CN" altLang="en-US" smtClean="0"/>
              <a:t>18</a:t>
            </a:fld>
            <a:endParaRPr lang="zh-CN" altLang="en-US"/>
          </a:p>
        </p:txBody>
      </p:sp>
    </p:spTree>
    <p:extLst>
      <p:ext uri="{BB962C8B-B14F-4D97-AF65-F5344CB8AC3E}">
        <p14:creationId xmlns:p14="http://schemas.microsoft.com/office/powerpoint/2010/main" val="1108520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p:cNvSpPr>
          <p:nvPr>
            <p:ph type="sldImg"/>
          </p:nvPr>
        </p:nvSpPr>
        <p:spPr bwMode="auto">
          <a:noFill/>
          <a:ln>
            <a:solidFill>
              <a:srgbClr val="000000"/>
            </a:solidFill>
            <a:miter lim="800000"/>
          </a:ln>
        </p:spPr>
      </p:sp>
      <p:sp>
        <p:nvSpPr>
          <p:cNvPr id="78850"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80899"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71ECCA7F-0656-4FE7-84E2-0229ECA7047C}" type="slidenum">
              <a:rPr lang="zh-CN" altLang="en-US"/>
              <a:t>20</a:t>
            </a:fld>
            <a:endParaRPr lang="en-US" altLang="zh-CN"/>
          </a:p>
        </p:txBody>
      </p:sp>
    </p:spTree>
    <p:extLst>
      <p:ext uri="{BB962C8B-B14F-4D97-AF65-F5344CB8AC3E}">
        <p14:creationId xmlns:p14="http://schemas.microsoft.com/office/powerpoint/2010/main" val="2828103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7D643E-5F2C-49CF-83FF-E485C6A051CE}" type="slidenum">
              <a:rPr lang="zh-CN" altLang="en-US" smtClean="0"/>
              <a:t>21</a:t>
            </a:fld>
            <a:endParaRPr lang="zh-CN" altLang="en-US"/>
          </a:p>
        </p:txBody>
      </p:sp>
    </p:spTree>
    <p:extLst>
      <p:ext uri="{BB962C8B-B14F-4D97-AF65-F5344CB8AC3E}">
        <p14:creationId xmlns:p14="http://schemas.microsoft.com/office/powerpoint/2010/main" val="2294275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21816BB-BF11-4CF3-BF4C-62091B73439F}" type="slidenum">
              <a:rPr lang="zh-CN" altLang="en-US" smtClean="0"/>
              <a:t>22</a:t>
            </a:fld>
            <a:endParaRPr lang="zh-CN" altLang="en-US"/>
          </a:p>
        </p:txBody>
      </p:sp>
    </p:spTree>
    <p:extLst>
      <p:ext uri="{BB962C8B-B14F-4D97-AF65-F5344CB8AC3E}">
        <p14:creationId xmlns:p14="http://schemas.microsoft.com/office/powerpoint/2010/main" val="26814683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23</a:t>
            </a:fld>
            <a:endParaRPr lang="zh-CN" altLang="en-US"/>
          </a:p>
        </p:txBody>
      </p:sp>
    </p:spTree>
    <p:extLst>
      <p:ext uri="{BB962C8B-B14F-4D97-AF65-F5344CB8AC3E}">
        <p14:creationId xmlns:p14="http://schemas.microsoft.com/office/powerpoint/2010/main" val="3812611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B117D6F-D73E-439B-A332-5F92567C645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 xmlns:a16="http://schemas.microsoft.com/office/drawing/2014/main" id="{5D645CCD-75B0-490C-BC3B-421A8A86A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 xmlns:a16="http://schemas.microsoft.com/office/drawing/2014/main" id="{FBFBBB36-9BD6-4AB8-8E40-C45CA7D48273}"/>
              </a:ext>
            </a:extLst>
          </p:cNvPr>
          <p:cNvSpPr>
            <a:spLocks noGrp="1"/>
          </p:cNvSpPr>
          <p:nvPr>
            <p:ph type="dt" sz="half" idx="10"/>
          </p:nvPr>
        </p:nvSpPr>
        <p:spPr/>
        <p:txBody>
          <a:bodyPr/>
          <a:lstStyle/>
          <a:p>
            <a:fld id="{D9AA7AB6-C14A-42E5-8538-CB14320587AD}" type="datetimeFigureOut">
              <a:rPr lang="zh-CN" altLang="en-US" smtClean="0"/>
              <a:t>2020/12/21</a:t>
            </a:fld>
            <a:endParaRPr lang="zh-CN" altLang="en-US"/>
          </a:p>
        </p:txBody>
      </p:sp>
      <p:sp>
        <p:nvSpPr>
          <p:cNvPr id="5" name="页脚占位符 4">
            <a:extLst>
              <a:ext uri="{FF2B5EF4-FFF2-40B4-BE49-F238E27FC236}">
                <a16:creationId xmlns="" xmlns:a16="http://schemas.microsoft.com/office/drawing/2014/main" id="{1D5AB3A3-F609-49FD-965A-A107053BF5D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 xmlns:a16="http://schemas.microsoft.com/office/drawing/2014/main" id="{CA40440E-A6F6-4162-9B76-A022FA7A7A42}"/>
              </a:ext>
            </a:extLst>
          </p:cNvPr>
          <p:cNvSpPr>
            <a:spLocks noGrp="1"/>
          </p:cNvSpPr>
          <p:nvPr>
            <p:ph type="sldNum" sz="quarter" idx="12"/>
          </p:nvPr>
        </p:nvSpPr>
        <p:spPr/>
        <p:txBody>
          <a:bodyPr/>
          <a:lstStyle/>
          <a:p>
            <a:fld id="{B151E749-0436-4B54-A121-2AF8A0354917}" type="slidenum">
              <a:rPr lang="zh-CN" altLang="en-US" smtClean="0"/>
              <a:t>‹#›</a:t>
            </a:fld>
            <a:endParaRPr lang="zh-CN" altLang="en-US"/>
          </a:p>
        </p:txBody>
      </p:sp>
    </p:spTree>
    <p:extLst>
      <p:ext uri="{BB962C8B-B14F-4D97-AF65-F5344CB8AC3E}">
        <p14:creationId xmlns:p14="http://schemas.microsoft.com/office/powerpoint/2010/main" val="1605701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61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1194FB77-52DD-4954-9060-3A53165475D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 xmlns:a16="http://schemas.microsoft.com/office/drawing/2014/main" id="{E85AA034-8D06-44DB-AAF4-F981AAFDD2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 xmlns:a16="http://schemas.microsoft.com/office/drawing/2014/main" id="{D89A3285-702C-49F2-9F12-7DB463888886}"/>
              </a:ext>
            </a:extLst>
          </p:cNvPr>
          <p:cNvSpPr>
            <a:spLocks noGrp="1"/>
          </p:cNvSpPr>
          <p:nvPr>
            <p:ph type="dt" sz="half" idx="10"/>
          </p:nvPr>
        </p:nvSpPr>
        <p:spPr/>
        <p:txBody>
          <a:bodyPr/>
          <a:lstStyle/>
          <a:p>
            <a:fld id="{D9AA7AB6-C14A-42E5-8538-CB14320587AD}" type="datetimeFigureOut">
              <a:rPr lang="zh-CN" altLang="en-US" smtClean="0"/>
              <a:t>2020/12/21</a:t>
            </a:fld>
            <a:endParaRPr lang="zh-CN" altLang="en-US"/>
          </a:p>
        </p:txBody>
      </p:sp>
      <p:sp>
        <p:nvSpPr>
          <p:cNvPr id="5" name="页脚占位符 4">
            <a:extLst>
              <a:ext uri="{FF2B5EF4-FFF2-40B4-BE49-F238E27FC236}">
                <a16:creationId xmlns="" xmlns:a16="http://schemas.microsoft.com/office/drawing/2014/main" id="{7FB16C9F-1E3A-4CEF-8C50-0EBE5B4ABA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 xmlns:a16="http://schemas.microsoft.com/office/drawing/2014/main" id="{9824B240-3B26-4F3B-918E-5747F4FB4C93}"/>
              </a:ext>
            </a:extLst>
          </p:cNvPr>
          <p:cNvSpPr>
            <a:spLocks noGrp="1"/>
          </p:cNvSpPr>
          <p:nvPr>
            <p:ph type="sldNum" sz="quarter" idx="12"/>
          </p:nvPr>
        </p:nvSpPr>
        <p:spPr/>
        <p:txBody>
          <a:bodyPr/>
          <a:lstStyle/>
          <a:p>
            <a:fld id="{B151E749-0436-4B54-A121-2AF8A0354917}" type="slidenum">
              <a:rPr lang="zh-CN" altLang="en-US" smtClean="0"/>
              <a:t>‹#›</a:t>
            </a:fld>
            <a:endParaRPr lang="zh-CN" altLang="en-US"/>
          </a:p>
        </p:txBody>
      </p:sp>
    </p:spTree>
    <p:extLst>
      <p:ext uri="{BB962C8B-B14F-4D97-AF65-F5344CB8AC3E}">
        <p14:creationId xmlns:p14="http://schemas.microsoft.com/office/powerpoint/2010/main" val="2673305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A2E68745-6C60-45EC-B3C2-3AE1CA6935E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 xmlns:a16="http://schemas.microsoft.com/office/drawing/2014/main" id="{19EB2701-90A9-47BA-864E-0B313A0FA49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 xmlns:a16="http://schemas.microsoft.com/office/drawing/2014/main" id="{E559B78A-4C3C-4F12-B849-A8731FB16E6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 xmlns:a16="http://schemas.microsoft.com/office/drawing/2014/main" id="{D2E3ADAA-CE61-4F5D-9EAE-30738BE35B1D}"/>
              </a:ext>
            </a:extLst>
          </p:cNvPr>
          <p:cNvSpPr>
            <a:spLocks noGrp="1"/>
          </p:cNvSpPr>
          <p:nvPr>
            <p:ph type="dt" sz="half" idx="10"/>
          </p:nvPr>
        </p:nvSpPr>
        <p:spPr/>
        <p:txBody>
          <a:bodyPr/>
          <a:lstStyle/>
          <a:p>
            <a:fld id="{D9AA7AB6-C14A-42E5-8538-CB14320587AD}" type="datetimeFigureOut">
              <a:rPr lang="zh-CN" altLang="en-US" smtClean="0"/>
              <a:t>2020/12/21</a:t>
            </a:fld>
            <a:endParaRPr lang="zh-CN" altLang="en-US"/>
          </a:p>
        </p:txBody>
      </p:sp>
      <p:sp>
        <p:nvSpPr>
          <p:cNvPr id="6" name="页脚占位符 5">
            <a:extLst>
              <a:ext uri="{FF2B5EF4-FFF2-40B4-BE49-F238E27FC236}">
                <a16:creationId xmlns="" xmlns:a16="http://schemas.microsoft.com/office/drawing/2014/main" id="{D80577C4-8ACF-4509-89A3-27B3F6F0358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 xmlns:a16="http://schemas.microsoft.com/office/drawing/2014/main" id="{EAF7FF9B-98A2-4A97-93E8-4BF2C4790502}"/>
              </a:ext>
            </a:extLst>
          </p:cNvPr>
          <p:cNvSpPr>
            <a:spLocks noGrp="1"/>
          </p:cNvSpPr>
          <p:nvPr>
            <p:ph type="sldNum" sz="quarter" idx="12"/>
          </p:nvPr>
        </p:nvSpPr>
        <p:spPr/>
        <p:txBody>
          <a:bodyPr/>
          <a:lstStyle/>
          <a:p>
            <a:fld id="{B151E749-0436-4B54-A121-2AF8A0354917}" type="slidenum">
              <a:rPr lang="zh-CN" altLang="en-US" smtClean="0"/>
              <a:t>‹#›</a:t>
            </a:fld>
            <a:endParaRPr lang="zh-CN" altLang="en-US"/>
          </a:p>
        </p:txBody>
      </p:sp>
    </p:spTree>
    <p:extLst>
      <p:ext uri="{BB962C8B-B14F-4D97-AF65-F5344CB8AC3E}">
        <p14:creationId xmlns:p14="http://schemas.microsoft.com/office/powerpoint/2010/main" val="1539653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5A8975FC-3071-4643-BA62-725B12BD07E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 xmlns:a16="http://schemas.microsoft.com/office/drawing/2014/main" id="{70067E5C-E8DA-4F29-B98C-65E0DA0D78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 xmlns:a16="http://schemas.microsoft.com/office/drawing/2014/main" id="{5F7B4DBF-D66D-4E86-9729-0B619D19D83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 xmlns:a16="http://schemas.microsoft.com/office/drawing/2014/main" id="{8CDE8AF3-60AC-472B-A124-AB8A321E56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 xmlns:a16="http://schemas.microsoft.com/office/drawing/2014/main" id="{F5CA725B-F11E-491E-850C-EF30C0EFA90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 xmlns:a16="http://schemas.microsoft.com/office/drawing/2014/main" id="{1C854A3A-5982-4FB9-8676-28D52257B01E}"/>
              </a:ext>
            </a:extLst>
          </p:cNvPr>
          <p:cNvSpPr>
            <a:spLocks noGrp="1"/>
          </p:cNvSpPr>
          <p:nvPr>
            <p:ph type="dt" sz="half" idx="10"/>
          </p:nvPr>
        </p:nvSpPr>
        <p:spPr/>
        <p:txBody>
          <a:bodyPr/>
          <a:lstStyle/>
          <a:p>
            <a:fld id="{D9AA7AB6-C14A-42E5-8538-CB14320587AD}" type="datetimeFigureOut">
              <a:rPr lang="zh-CN" altLang="en-US" smtClean="0"/>
              <a:t>2020/12/21</a:t>
            </a:fld>
            <a:endParaRPr lang="zh-CN" altLang="en-US"/>
          </a:p>
        </p:txBody>
      </p:sp>
      <p:sp>
        <p:nvSpPr>
          <p:cNvPr id="8" name="页脚占位符 7">
            <a:extLst>
              <a:ext uri="{FF2B5EF4-FFF2-40B4-BE49-F238E27FC236}">
                <a16:creationId xmlns="" xmlns:a16="http://schemas.microsoft.com/office/drawing/2014/main" id="{CAECED31-12E2-48D3-82F4-9AC6152DB81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 xmlns:a16="http://schemas.microsoft.com/office/drawing/2014/main" id="{4212B26B-42CA-49F2-91DB-2028C99B4A70}"/>
              </a:ext>
            </a:extLst>
          </p:cNvPr>
          <p:cNvSpPr>
            <a:spLocks noGrp="1"/>
          </p:cNvSpPr>
          <p:nvPr>
            <p:ph type="sldNum" sz="quarter" idx="12"/>
          </p:nvPr>
        </p:nvSpPr>
        <p:spPr/>
        <p:txBody>
          <a:bodyPr/>
          <a:lstStyle/>
          <a:p>
            <a:fld id="{B151E749-0436-4B54-A121-2AF8A0354917}" type="slidenum">
              <a:rPr lang="zh-CN" altLang="en-US" smtClean="0"/>
              <a:t>‹#›</a:t>
            </a:fld>
            <a:endParaRPr lang="zh-CN" altLang="en-US"/>
          </a:p>
        </p:txBody>
      </p:sp>
    </p:spTree>
    <p:extLst>
      <p:ext uri="{BB962C8B-B14F-4D97-AF65-F5344CB8AC3E}">
        <p14:creationId xmlns:p14="http://schemas.microsoft.com/office/powerpoint/2010/main" val="1505064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D7832A1-A9BA-4EB8-BE8E-7624E10812C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 xmlns:a16="http://schemas.microsoft.com/office/drawing/2014/main" id="{569C979A-0AAD-421C-88B1-C5F61FF3984E}"/>
              </a:ext>
            </a:extLst>
          </p:cNvPr>
          <p:cNvSpPr>
            <a:spLocks noGrp="1"/>
          </p:cNvSpPr>
          <p:nvPr>
            <p:ph type="dt" sz="half" idx="10"/>
          </p:nvPr>
        </p:nvSpPr>
        <p:spPr/>
        <p:txBody>
          <a:bodyPr/>
          <a:lstStyle/>
          <a:p>
            <a:fld id="{D9AA7AB6-C14A-42E5-8538-CB14320587AD}" type="datetimeFigureOut">
              <a:rPr lang="zh-CN" altLang="en-US" smtClean="0"/>
              <a:t>2020/12/21</a:t>
            </a:fld>
            <a:endParaRPr lang="zh-CN" altLang="en-US"/>
          </a:p>
        </p:txBody>
      </p:sp>
      <p:sp>
        <p:nvSpPr>
          <p:cNvPr id="4" name="页脚占位符 3">
            <a:extLst>
              <a:ext uri="{FF2B5EF4-FFF2-40B4-BE49-F238E27FC236}">
                <a16:creationId xmlns="" xmlns:a16="http://schemas.microsoft.com/office/drawing/2014/main" id="{8CEE909B-C143-4A14-989B-4187C8AD901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 xmlns:a16="http://schemas.microsoft.com/office/drawing/2014/main" id="{B7C6EED7-577F-4E15-9475-BDF9C44F3AEA}"/>
              </a:ext>
            </a:extLst>
          </p:cNvPr>
          <p:cNvSpPr>
            <a:spLocks noGrp="1"/>
          </p:cNvSpPr>
          <p:nvPr>
            <p:ph type="sldNum" sz="quarter" idx="12"/>
          </p:nvPr>
        </p:nvSpPr>
        <p:spPr/>
        <p:txBody>
          <a:bodyPr/>
          <a:lstStyle/>
          <a:p>
            <a:fld id="{B151E749-0436-4B54-A121-2AF8A0354917}" type="slidenum">
              <a:rPr lang="zh-CN" altLang="en-US" smtClean="0"/>
              <a:t>‹#›</a:t>
            </a:fld>
            <a:endParaRPr lang="zh-CN" altLang="en-US"/>
          </a:p>
        </p:txBody>
      </p:sp>
    </p:spTree>
    <p:extLst>
      <p:ext uri="{BB962C8B-B14F-4D97-AF65-F5344CB8AC3E}">
        <p14:creationId xmlns:p14="http://schemas.microsoft.com/office/powerpoint/2010/main" val="917383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 xmlns:a16="http://schemas.microsoft.com/office/drawing/2014/main" id="{B7A2F106-6DA4-425C-A791-99D56D51320D}"/>
              </a:ext>
            </a:extLst>
          </p:cNvPr>
          <p:cNvSpPr>
            <a:spLocks noGrp="1"/>
          </p:cNvSpPr>
          <p:nvPr>
            <p:ph type="dt" sz="half" idx="10"/>
          </p:nvPr>
        </p:nvSpPr>
        <p:spPr/>
        <p:txBody>
          <a:bodyPr/>
          <a:lstStyle/>
          <a:p>
            <a:fld id="{D9AA7AB6-C14A-42E5-8538-CB14320587AD}" type="datetimeFigureOut">
              <a:rPr lang="zh-CN" altLang="en-US" smtClean="0"/>
              <a:t>2020/12/21</a:t>
            </a:fld>
            <a:endParaRPr lang="zh-CN" altLang="en-US"/>
          </a:p>
        </p:txBody>
      </p:sp>
      <p:sp>
        <p:nvSpPr>
          <p:cNvPr id="3" name="页脚占位符 2">
            <a:extLst>
              <a:ext uri="{FF2B5EF4-FFF2-40B4-BE49-F238E27FC236}">
                <a16:creationId xmlns="" xmlns:a16="http://schemas.microsoft.com/office/drawing/2014/main" id="{FF7E7680-4CCD-414F-8AE8-F4B692ABD20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 xmlns:a16="http://schemas.microsoft.com/office/drawing/2014/main" id="{C60600EC-C43F-454E-B9F9-5E2D511F56E2}"/>
              </a:ext>
            </a:extLst>
          </p:cNvPr>
          <p:cNvSpPr>
            <a:spLocks noGrp="1"/>
          </p:cNvSpPr>
          <p:nvPr>
            <p:ph type="sldNum" sz="quarter" idx="12"/>
          </p:nvPr>
        </p:nvSpPr>
        <p:spPr/>
        <p:txBody>
          <a:bodyPr/>
          <a:lstStyle/>
          <a:p>
            <a:fld id="{B151E749-0436-4B54-A121-2AF8A0354917}" type="slidenum">
              <a:rPr lang="zh-CN" altLang="en-US" smtClean="0"/>
              <a:t>‹#›</a:t>
            </a:fld>
            <a:endParaRPr lang="zh-CN" altLang="en-US"/>
          </a:p>
        </p:txBody>
      </p:sp>
    </p:spTree>
    <p:extLst>
      <p:ext uri="{BB962C8B-B14F-4D97-AF65-F5344CB8AC3E}">
        <p14:creationId xmlns:p14="http://schemas.microsoft.com/office/powerpoint/2010/main" val="3302428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EA3E5D1-D4C2-4D31-BC7A-D4367B1FA73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 xmlns:a16="http://schemas.microsoft.com/office/drawing/2014/main" id="{F91461BD-9D90-4F62-B5AC-3B6DDC127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 xmlns:a16="http://schemas.microsoft.com/office/drawing/2014/main" id="{D10D0336-373F-4717-B03F-C87E3F9A11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 xmlns:a16="http://schemas.microsoft.com/office/drawing/2014/main" id="{E8D4C77F-E9EB-4601-944C-9853D54A4A3B}"/>
              </a:ext>
            </a:extLst>
          </p:cNvPr>
          <p:cNvSpPr>
            <a:spLocks noGrp="1"/>
          </p:cNvSpPr>
          <p:nvPr>
            <p:ph type="dt" sz="half" idx="10"/>
          </p:nvPr>
        </p:nvSpPr>
        <p:spPr/>
        <p:txBody>
          <a:bodyPr/>
          <a:lstStyle/>
          <a:p>
            <a:fld id="{D9AA7AB6-C14A-42E5-8538-CB14320587AD}" type="datetimeFigureOut">
              <a:rPr lang="zh-CN" altLang="en-US" smtClean="0"/>
              <a:t>2020/12/21</a:t>
            </a:fld>
            <a:endParaRPr lang="zh-CN" altLang="en-US"/>
          </a:p>
        </p:txBody>
      </p:sp>
      <p:sp>
        <p:nvSpPr>
          <p:cNvPr id="6" name="页脚占位符 5">
            <a:extLst>
              <a:ext uri="{FF2B5EF4-FFF2-40B4-BE49-F238E27FC236}">
                <a16:creationId xmlns="" xmlns:a16="http://schemas.microsoft.com/office/drawing/2014/main" id="{12C4345D-D288-44F8-804C-D0499D0F00E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 xmlns:a16="http://schemas.microsoft.com/office/drawing/2014/main" id="{6B8E3E14-136F-4F61-A9E2-CA75E129A7BB}"/>
              </a:ext>
            </a:extLst>
          </p:cNvPr>
          <p:cNvSpPr>
            <a:spLocks noGrp="1"/>
          </p:cNvSpPr>
          <p:nvPr>
            <p:ph type="sldNum" sz="quarter" idx="12"/>
          </p:nvPr>
        </p:nvSpPr>
        <p:spPr/>
        <p:txBody>
          <a:bodyPr/>
          <a:lstStyle/>
          <a:p>
            <a:fld id="{B151E749-0436-4B54-A121-2AF8A0354917}" type="slidenum">
              <a:rPr lang="zh-CN" altLang="en-US" smtClean="0"/>
              <a:t>‹#›</a:t>
            </a:fld>
            <a:endParaRPr lang="zh-CN" altLang="en-US"/>
          </a:p>
        </p:txBody>
      </p:sp>
    </p:spTree>
    <p:extLst>
      <p:ext uri="{BB962C8B-B14F-4D97-AF65-F5344CB8AC3E}">
        <p14:creationId xmlns:p14="http://schemas.microsoft.com/office/powerpoint/2010/main" val="1403764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CD66CE0F-D026-43E2-923E-E91F03607F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 xmlns:a16="http://schemas.microsoft.com/office/drawing/2014/main" id="{49FFA0CD-44B2-4916-A10E-0CE6CC65A0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 xmlns:a16="http://schemas.microsoft.com/office/drawing/2014/main" id="{F877941D-3736-472E-AB86-50A96C1B00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 xmlns:a16="http://schemas.microsoft.com/office/drawing/2014/main" id="{380FBD0A-30C6-42B6-8118-5EBFFF2B4127}"/>
              </a:ext>
            </a:extLst>
          </p:cNvPr>
          <p:cNvSpPr>
            <a:spLocks noGrp="1"/>
          </p:cNvSpPr>
          <p:nvPr>
            <p:ph type="dt" sz="half" idx="10"/>
          </p:nvPr>
        </p:nvSpPr>
        <p:spPr/>
        <p:txBody>
          <a:bodyPr/>
          <a:lstStyle/>
          <a:p>
            <a:fld id="{D9AA7AB6-C14A-42E5-8538-CB14320587AD}" type="datetimeFigureOut">
              <a:rPr lang="zh-CN" altLang="en-US" smtClean="0"/>
              <a:t>2020/12/21</a:t>
            </a:fld>
            <a:endParaRPr lang="zh-CN" altLang="en-US"/>
          </a:p>
        </p:txBody>
      </p:sp>
      <p:sp>
        <p:nvSpPr>
          <p:cNvPr id="6" name="页脚占位符 5">
            <a:extLst>
              <a:ext uri="{FF2B5EF4-FFF2-40B4-BE49-F238E27FC236}">
                <a16:creationId xmlns="" xmlns:a16="http://schemas.microsoft.com/office/drawing/2014/main" id="{A61779C6-4354-4D92-B6FC-91F2C4D5F8C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 xmlns:a16="http://schemas.microsoft.com/office/drawing/2014/main" id="{BD88B5D5-19F3-4A83-8B2B-0B7EEE59EB5D}"/>
              </a:ext>
            </a:extLst>
          </p:cNvPr>
          <p:cNvSpPr>
            <a:spLocks noGrp="1"/>
          </p:cNvSpPr>
          <p:nvPr>
            <p:ph type="sldNum" sz="quarter" idx="12"/>
          </p:nvPr>
        </p:nvSpPr>
        <p:spPr/>
        <p:txBody>
          <a:bodyPr/>
          <a:lstStyle/>
          <a:p>
            <a:fld id="{B151E749-0436-4B54-A121-2AF8A0354917}" type="slidenum">
              <a:rPr lang="zh-CN" altLang="en-US" smtClean="0"/>
              <a:t>‹#›</a:t>
            </a:fld>
            <a:endParaRPr lang="zh-CN" altLang="en-US"/>
          </a:p>
        </p:txBody>
      </p:sp>
    </p:spTree>
    <p:extLst>
      <p:ext uri="{BB962C8B-B14F-4D97-AF65-F5344CB8AC3E}">
        <p14:creationId xmlns:p14="http://schemas.microsoft.com/office/powerpoint/2010/main" val="3050144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64E82571-BA17-4E0A-9515-08E8B9C9EB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 xmlns:a16="http://schemas.microsoft.com/office/drawing/2014/main" id="{16FFAC3B-1C19-4646-9641-577672B820D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 xmlns:a16="http://schemas.microsoft.com/office/drawing/2014/main" id="{C310BCD6-5679-469F-8F58-0806BA3E789E}"/>
              </a:ext>
            </a:extLst>
          </p:cNvPr>
          <p:cNvSpPr>
            <a:spLocks noGrp="1"/>
          </p:cNvSpPr>
          <p:nvPr>
            <p:ph type="dt" sz="half" idx="10"/>
          </p:nvPr>
        </p:nvSpPr>
        <p:spPr/>
        <p:txBody>
          <a:bodyPr/>
          <a:lstStyle/>
          <a:p>
            <a:fld id="{D9AA7AB6-C14A-42E5-8538-CB14320587AD}" type="datetimeFigureOut">
              <a:rPr lang="zh-CN" altLang="en-US" smtClean="0"/>
              <a:t>2020/12/21</a:t>
            </a:fld>
            <a:endParaRPr lang="zh-CN" altLang="en-US"/>
          </a:p>
        </p:txBody>
      </p:sp>
      <p:sp>
        <p:nvSpPr>
          <p:cNvPr id="5" name="页脚占位符 4">
            <a:extLst>
              <a:ext uri="{FF2B5EF4-FFF2-40B4-BE49-F238E27FC236}">
                <a16:creationId xmlns="" xmlns:a16="http://schemas.microsoft.com/office/drawing/2014/main" id="{0BFB27C3-16EE-4990-B928-1C5F60FBBE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 xmlns:a16="http://schemas.microsoft.com/office/drawing/2014/main" id="{DCDFD888-9065-4A00-838F-EF0EF00E03F2}"/>
              </a:ext>
            </a:extLst>
          </p:cNvPr>
          <p:cNvSpPr>
            <a:spLocks noGrp="1"/>
          </p:cNvSpPr>
          <p:nvPr>
            <p:ph type="sldNum" sz="quarter" idx="12"/>
          </p:nvPr>
        </p:nvSpPr>
        <p:spPr/>
        <p:txBody>
          <a:bodyPr/>
          <a:lstStyle/>
          <a:p>
            <a:fld id="{B151E749-0436-4B54-A121-2AF8A0354917}" type="slidenum">
              <a:rPr lang="zh-CN" altLang="en-US" smtClean="0"/>
              <a:t>‹#›</a:t>
            </a:fld>
            <a:endParaRPr lang="zh-CN" altLang="en-US"/>
          </a:p>
        </p:txBody>
      </p:sp>
    </p:spTree>
    <p:extLst>
      <p:ext uri="{BB962C8B-B14F-4D97-AF65-F5344CB8AC3E}">
        <p14:creationId xmlns:p14="http://schemas.microsoft.com/office/powerpoint/2010/main" val="1764679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 xmlns:a16="http://schemas.microsoft.com/office/drawing/2014/main" id="{6FF55B55-7050-4F8E-B266-6599BBB7C8C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 xmlns:a16="http://schemas.microsoft.com/office/drawing/2014/main" id="{279EBC54-0392-423F-BC88-EDFE7301A91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 xmlns:a16="http://schemas.microsoft.com/office/drawing/2014/main" id="{10312507-AD94-4073-9621-3B7CA2FAEC56}"/>
              </a:ext>
            </a:extLst>
          </p:cNvPr>
          <p:cNvSpPr>
            <a:spLocks noGrp="1"/>
          </p:cNvSpPr>
          <p:nvPr>
            <p:ph type="dt" sz="half" idx="10"/>
          </p:nvPr>
        </p:nvSpPr>
        <p:spPr/>
        <p:txBody>
          <a:bodyPr/>
          <a:lstStyle/>
          <a:p>
            <a:fld id="{D9AA7AB6-C14A-42E5-8538-CB14320587AD}" type="datetimeFigureOut">
              <a:rPr lang="zh-CN" altLang="en-US" smtClean="0"/>
              <a:t>2020/12/21</a:t>
            </a:fld>
            <a:endParaRPr lang="zh-CN" altLang="en-US"/>
          </a:p>
        </p:txBody>
      </p:sp>
      <p:sp>
        <p:nvSpPr>
          <p:cNvPr id="5" name="页脚占位符 4">
            <a:extLst>
              <a:ext uri="{FF2B5EF4-FFF2-40B4-BE49-F238E27FC236}">
                <a16:creationId xmlns="" xmlns:a16="http://schemas.microsoft.com/office/drawing/2014/main" id="{89705647-444E-4185-9593-6536A70E014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 xmlns:a16="http://schemas.microsoft.com/office/drawing/2014/main" id="{32551694-D366-4C21-9D37-ABFAA483C7C3}"/>
              </a:ext>
            </a:extLst>
          </p:cNvPr>
          <p:cNvSpPr>
            <a:spLocks noGrp="1"/>
          </p:cNvSpPr>
          <p:nvPr>
            <p:ph type="sldNum" sz="quarter" idx="12"/>
          </p:nvPr>
        </p:nvSpPr>
        <p:spPr/>
        <p:txBody>
          <a:bodyPr/>
          <a:lstStyle/>
          <a:p>
            <a:fld id="{B151E749-0436-4B54-A121-2AF8A0354917}" type="slidenum">
              <a:rPr lang="zh-CN" altLang="en-US" smtClean="0"/>
              <a:t>‹#›</a:t>
            </a:fld>
            <a:endParaRPr lang="zh-CN" altLang="en-US"/>
          </a:p>
        </p:txBody>
      </p:sp>
    </p:spTree>
    <p:extLst>
      <p:ext uri="{BB962C8B-B14F-4D97-AF65-F5344CB8AC3E}">
        <p14:creationId xmlns:p14="http://schemas.microsoft.com/office/powerpoint/2010/main" val="3800290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8FC1A650-0492-4A6D-88AE-2D010B0831A1}"/>
              </a:ext>
            </a:extLst>
          </p:cNvPr>
          <p:cNvGrpSpPr/>
          <p:nvPr userDrawn="1"/>
        </p:nvGrpSpPr>
        <p:grpSpPr>
          <a:xfrm>
            <a:off x="-1036609" y="-1457037"/>
            <a:ext cx="13471490" cy="11522369"/>
            <a:chOff x="-1036609" y="-1457037"/>
            <a:chExt cx="13471490" cy="11522369"/>
          </a:xfrm>
        </p:grpSpPr>
        <p:grpSp>
          <p:nvGrpSpPr>
            <p:cNvPr id="3" name="组合 2">
              <a:extLst>
                <a:ext uri="{FF2B5EF4-FFF2-40B4-BE49-F238E27FC236}">
                  <a16:creationId xmlns="" xmlns:a16="http://schemas.microsoft.com/office/drawing/2014/main" id="{2D677089-91CD-4DB3-B5CC-BDF42B457FE7}"/>
                </a:ext>
              </a:extLst>
            </p:cNvPr>
            <p:cNvGrpSpPr/>
            <p:nvPr/>
          </p:nvGrpSpPr>
          <p:grpSpPr>
            <a:xfrm>
              <a:off x="-1036609" y="-1457037"/>
              <a:ext cx="13471490" cy="11522369"/>
              <a:chOff x="-1036609" y="-1457037"/>
              <a:chExt cx="13471490" cy="11522369"/>
            </a:xfrm>
          </p:grpSpPr>
          <p:grpSp>
            <p:nvGrpSpPr>
              <p:cNvPr id="5" name="组合 4">
                <a:extLst>
                  <a:ext uri="{FF2B5EF4-FFF2-40B4-BE49-F238E27FC236}">
                    <a16:creationId xmlns="" xmlns:a16="http://schemas.microsoft.com/office/drawing/2014/main" id="{C9F7485F-2DFA-44C7-9D6C-CFE6FE57C320}"/>
                  </a:ext>
                </a:extLst>
              </p:cNvPr>
              <p:cNvGrpSpPr/>
              <p:nvPr/>
            </p:nvGrpSpPr>
            <p:grpSpPr>
              <a:xfrm>
                <a:off x="-1036609" y="-1457037"/>
                <a:ext cx="13417347" cy="11522369"/>
                <a:chOff x="-1036609" y="-1457037"/>
                <a:chExt cx="13417347" cy="11522369"/>
              </a:xfrm>
            </p:grpSpPr>
            <p:grpSp>
              <p:nvGrpSpPr>
                <p:cNvPr id="7" name="组合 6">
                  <a:extLst>
                    <a:ext uri="{FF2B5EF4-FFF2-40B4-BE49-F238E27FC236}">
                      <a16:creationId xmlns="" xmlns:a16="http://schemas.microsoft.com/office/drawing/2014/main" id="{783BEF35-646B-4E56-B9FA-7EBFFD8D3E06}"/>
                    </a:ext>
                  </a:extLst>
                </p:cNvPr>
                <p:cNvGrpSpPr/>
                <p:nvPr/>
              </p:nvGrpSpPr>
              <p:grpSpPr>
                <a:xfrm>
                  <a:off x="-520087" y="-1457037"/>
                  <a:ext cx="12900825" cy="11522369"/>
                  <a:chOff x="-520087" y="-1457037"/>
                  <a:chExt cx="12900825" cy="11522369"/>
                </a:xfrm>
              </p:grpSpPr>
              <p:pic>
                <p:nvPicPr>
                  <p:cNvPr id="10" name="图片 9">
                    <a:extLst>
                      <a:ext uri="{FF2B5EF4-FFF2-40B4-BE49-F238E27FC236}">
                        <a16:creationId xmlns="" xmlns:a16="http://schemas.microsoft.com/office/drawing/2014/main" id="{306A0467-1D04-43A2-9118-5BECE32ED742}"/>
                      </a:ext>
                    </a:extLst>
                  </p:cNvPr>
                  <p:cNvPicPr>
                    <a:picLocks noChangeAspect="1"/>
                  </p:cNvPicPr>
                  <p:nvPr/>
                </p:nvPicPr>
                <p:blipFill rotWithShape="1">
                  <a:blip r:embed="rId2">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11" name="图片 10">
                    <a:extLst>
                      <a:ext uri="{FF2B5EF4-FFF2-40B4-BE49-F238E27FC236}">
                        <a16:creationId xmlns="" xmlns:a16="http://schemas.microsoft.com/office/drawing/2014/main" id="{FA38892C-79B0-4208-B8AD-E8B780E48CC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8" name="图片 7">
                  <a:extLst>
                    <a:ext uri="{FF2B5EF4-FFF2-40B4-BE49-F238E27FC236}">
                      <a16:creationId xmlns="" xmlns:a16="http://schemas.microsoft.com/office/drawing/2014/main" id="{8D27F6F8-02E2-48B4-905B-9B80CB6ABF3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9" name="图片 8">
                  <a:extLst>
                    <a:ext uri="{FF2B5EF4-FFF2-40B4-BE49-F238E27FC236}">
                      <a16:creationId xmlns="" xmlns:a16="http://schemas.microsoft.com/office/drawing/2014/main" id="{2EDD7594-3ED8-4C9F-8FC0-B56449C81CE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6" name="图片 5">
                <a:extLst>
                  <a:ext uri="{FF2B5EF4-FFF2-40B4-BE49-F238E27FC236}">
                    <a16:creationId xmlns="" xmlns:a16="http://schemas.microsoft.com/office/drawing/2014/main" id="{2873AF2F-E939-4A58-886D-D1E1A8062EA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4" name="文本框 3">
              <a:extLst>
                <a:ext uri="{FF2B5EF4-FFF2-40B4-BE49-F238E27FC236}">
                  <a16:creationId xmlns="" xmlns:a16="http://schemas.microsoft.com/office/drawing/2014/main" id="{35560F12-BBAF-48D1-B888-3A7E612F1352}"/>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t>输入标题文本</a:t>
              </a:r>
            </a:p>
          </p:txBody>
        </p:sp>
      </p:grpSp>
    </p:spTree>
    <p:extLst>
      <p:ext uri="{BB962C8B-B14F-4D97-AF65-F5344CB8AC3E}">
        <p14:creationId xmlns:p14="http://schemas.microsoft.com/office/powerpoint/2010/main" val="551319142"/>
      </p:ext>
    </p:extLst>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72D871A9-DA0E-4826-A027-683A573B6183}"/>
              </a:ext>
            </a:extLst>
          </p:cNvPr>
          <p:cNvGrpSpPr/>
          <p:nvPr userDrawn="1"/>
        </p:nvGrpSpPr>
        <p:grpSpPr>
          <a:xfrm>
            <a:off x="-1036609" y="-1457037"/>
            <a:ext cx="13471490" cy="11522369"/>
            <a:chOff x="-1036609" y="-1457037"/>
            <a:chExt cx="13471490" cy="11522369"/>
          </a:xfrm>
        </p:grpSpPr>
        <p:grpSp>
          <p:nvGrpSpPr>
            <p:cNvPr id="3" name="组合 2">
              <a:extLst>
                <a:ext uri="{FF2B5EF4-FFF2-40B4-BE49-F238E27FC236}">
                  <a16:creationId xmlns="" xmlns:a16="http://schemas.microsoft.com/office/drawing/2014/main" id="{74F09D76-B5C6-4713-BF8E-720F48ACD91D}"/>
                </a:ext>
              </a:extLst>
            </p:cNvPr>
            <p:cNvGrpSpPr/>
            <p:nvPr/>
          </p:nvGrpSpPr>
          <p:grpSpPr>
            <a:xfrm>
              <a:off x="-1036609" y="-1457037"/>
              <a:ext cx="13471490" cy="11522369"/>
              <a:chOff x="-1036609" y="-1457037"/>
              <a:chExt cx="13471490" cy="11522369"/>
            </a:xfrm>
          </p:grpSpPr>
          <p:grpSp>
            <p:nvGrpSpPr>
              <p:cNvPr id="5" name="组合 4">
                <a:extLst>
                  <a:ext uri="{FF2B5EF4-FFF2-40B4-BE49-F238E27FC236}">
                    <a16:creationId xmlns="" xmlns:a16="http://schemas.microsoft.com/office/drawing/2014/main" id="{98A5BA3F-DAFF-4202-A30C-0E21B839A12C}"/>
                  </a:ext>
                </a:extLst>
              </p:cNvPr>
              <p:cNvGrpSpPr/>
              <p:nvPr/>
            </p:nvGrpSpPr>
            <p:grpSpPr>
              <a:xfrm>
                <a:off x="-1036609" y="-1457037"/>
                <a:ext cx="13417347" cy="11522369"/>
                <a:chOff x="-1036609" y="-1457037"/>
                <a:chExt cx="13417347" cy="11522369"/>
              </a:xfrm>
            </p:grpSpPr>
            <p:grpSp>
              <p:nvGrpSpPr>
                <p:cNvPr id="7" name="组合 6">
                  <a:extLst>
                    <a:ext uri="{FF2B5EF4-FFF2-40B4-BE49-F238E27FC236}">
                      <a16:creationId xmlns="" xmlns:a16="http://schemas.microsoft.com/office/drawing/2014/main" id="{CD36DA52-B0E0-43F7-863C-8581ED039790}"/>
                    </a:ext>
                  </a:extLst>
                </p:cNvPr>
                <p:cNvGrpSpPr/>
                <p:nvPr/>
              </p:nvGrpSpPr>
              <p:grpSpPr>
                <a:xfrm>
                  <a:off x="-520087" y="-1457037"/>
                  <a:ext cx="12900825" cy="11522369"/>
                  <a:chOff x="-520087" y="-1457037"/>
                  <a:chExt cx="12900825" cy="11522369"/>
                </a:xfrm>
              </p:grpSpPr>
              <p:pic>
                <p:nvPicPr>
                  <p:cNvPr id="10" name="图片 9">
                    <a:extLst>
                      <a:ext uri="{FF2B5EF4-FFF2-40B4-BE49-F238E27FC236}">
                        <a16:creationId xmlns="" xmlns:a16="http://schemas.microsoft.com/office/drawing/2014/main" id="{9FC5BFC8-F48F-4C73-B73E-173B619BE64B}"/>
                      </a:ext>
                    </a:extLst>
                  </p:cNvPr>
                  <p:cNvPicPr>
                    <a:picLocks noChangeAspect="1"/>
                  </p:cNvPicPr>
                  <p:nvPr/>
                </p:nvPicPr>
                <p:blipFill rotWithShape="1">
                  <a:blip r:embed="rId2">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11" name="图片 10">
                    <a:extLst>
                      <a:ext uri="{FF2B5EF4-FFF2-40B4-BE49-F238E27FC236}">
                        <a16:creationId xmlns="" xmlns:a16="http://schemas.microsoft.com/office/drawing/2014/main" id="{88F7AC0C-EC58-4D4C-A852-7AACFEE3B87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8" name="图片 7">
                  <a:extLst>
                    <a:ext uri="{FF2B5EF4-FFF2-40B4-BE49-F238E27FC236}">
                      <a16:creationId xmlns="" xmlns:a16="http://schemas.microsoft.com/office/drawing/2014/main" id="{454C8F80-8B77-4F74-8C85-87028884B20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9" name="图片 8">
                  <a:extLst>
                    <a:ext uri="{FF2B5EF4-FFF2-40B4-BE49-F238E27FC236}">
                      <a16:creationId xmlns="" xmlns:a16="http://schemas.microsoft.com/office/drawing/2014/main" id="{98F23DEF-ED09-4B7E-B503-19BA9E860EF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6" name="图片 5">
                <a:extLst>
                  <a:ext uri="{FF2B5EF4-FFF2-40B4-BE49-F238E27FC236}">
                    <a16:creationId xmlns="" xmlns:a16="http://schemas.microsoft.com/office/drawing/2014/main" id="{DC5084A5-5667-468F-9A11-35BD3404D6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4" name="文本框 3">
              <a:extLst>
                <a:ext uri="{FF2B5EF4-FFF2-40B4-BE49-F238E27FC236}">
                  <a16:creationId xmlns="" xmlns:a16="http://schemas.microsoft.com/office/drawing/2014/main" id="{873341DE-8DD5-4D1D-B0CD-D849E692DAC8}"/>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t>输入标题文本</a:t>
              </a:r>
            </a:p>
          </p:txBody>
        </p:sp>
      </p:grpSp>
    </p:spTree>
    <p:extLst>
      <p:ext uri="{BB962C8B-B14F-4D97-AF65-F5344CB8AC3E}">
        <p14:creationId xmlns:p14="http://schemas.microsoft.com/office/powerpoint/2010/main" val="48353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7008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 xmlns:a16="http://schemas.microsoft.com/office/drawing/2014/main" id="{0DC207D4-9EB7-4C89-BEBF-CA442D8F72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 xmlns:a16="http://schemas.microsoft.com/office/drawing/2014/main" id="{E0940498-932C-4793-9EC0-7F130B09EF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 xmlns:a16="http://schemas.microsoft.com/office/drawing/2014/main" id="{E8B96C5F-0DAC-44C0-BA78-74BD60947A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AA7AB6-C14A-42E5-8538-CB14320587AD}" type="datetimeFigureOut">
              <a:rPr lang="zh-CN" altLang="en-US" smtClean="0"/>
              <a:t>2020/12/21</a:t>
            </a:fld>
            <a:endParaRPr lang="zh-CN" altLang="en-US"/>
          </a:p>
        </p:txBody>
      </p:sp>
      <p:sp>
        <p:nvSpPr>
          <p:cNvPr id="5" name="页脚占位符 4">
            <a:extLst>
              <a:ext uri="{FF2B5EF4-FFF2-40B4-BE49-F238E27FC236}">
                <a16:creationId xmlns="" xmlns:a16="http://schemas.microsoft.com/office/drawing/2014/main" id="{85777A99-E005-44E1-9F40-E9398B1DBA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 xmlns:a16="http://schemas.microsoft.com/office/drawing/2014/main" id="{71164F3C-3343-4E20-819F-1C6783A631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51E749-0436-4B54-A121-2AF8A0354917}" type="slidenum">
              <a:rPr lang="zh-CN" altLang="en-US" smtClean="0"/>
              <a:t>‹#›</a:t>
            </a:fld>
            <a:endParaRPr lang="zh-CN" altLang="en-US"/>
          </a:p>
        </p:txBody>
      </p:sp>
    </p:spTree>
    <p:extLst>
      <p:ext uri="{BB962C8B-B14F-4D97-AF65-F5344CB8AC3E}">
        <p14:creationId xmlns:p14="http://schemas.microsoft.com/office/powerpoint/2010/main" val="630725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1.xml"/><Relationship Id="rId7" Type="http://schemas.openxmlformats.org/officeDocument/2006/relationships/image" Target="../media/image6.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1.png"/><Relationship Id="rId7"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chart" Target="../charts/chart4.xml"/><Relationship Id="rId4" Type="http://schemas.openxmlformats.org/officeDocument/2006/relationships/image" Target="../media/image2.png"/><Relationship Id="rId9"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5.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image" Target="../media/image1.png"/><Relationship Id="rId7"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chart" Target="../charts/chart8.xml"/><Relationship Id="rId4" Type="http://schemas.openxmlformats.org/officeDocument/2006/relationships/image" Target="../media/image2.png"/><Relationship Id="rId9" Type="http://schemas.openxmlformats.org/officeDocument/2006/relationships/chart" Target="../charts/char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hart" Target="../charts/chart9.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image" Target="../media/image2.png"/><Relationship Id="rId9" Type="http://schemas.openxmlformats.org/officeDocument/2006/relationships/image" Target="../media/image17.png"/></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www.tukuppt.com/ppt/"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 xmlns:a16="http://schemas.microsoft.com/office/drawing/2014/main" id="{A5F89777-41FB-4956-95ED-5A8BBCD0D49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546"/>
          <a:stretch/>
        </p:blipFill>
        <p:spPr>
          <a:xfrm>
            <a:off x="4223283" y="0"/>
            <a:ext cx="8589818" cy="6858000"/>
          </a:xfrm>
          <a:prstGeom prst="rect">
            <a:avLst/>
          </a:prstGeom>
        </p:spPr>
      </p:pic>
      <p:pic>
        <p:nvPicPr>
          <p:cNvPr id="7" name="图片 6">
            <a:extLst>
              <a:ext uri="{FF2B5EF4-FFF2-40B4-BE49-F238E27FC236}">
                <a16:creationId xmlns="" xmlns:a16="http://schemas.microsoft.com/office/drawing/2014/main" id="{2137D22D-A95F-4A3E-8BFF-2CBEC0897F2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82424" b="78182"/>
          <a:stretch/>
        </p:blipFill>
        <p:spPr>
          <a:xfrm>
            <a:off x="0" y="0"/>
            <a:ext cx="2142836" cy="1330036"/>
          </a:xfrm>
          <a:prstGeom prst="rect">
            <a:avLst/>
          </a:prstGeom>
        </p:spPr>
      </p:pic>
      <p:pic>
        <p:nvPicPr>
          <p:cNvPr id="9" name="图片 8">
            <a:extLst>
              <a:ext uri="{FF2B5EF4-FFF2-40B4-BE49-F238E27FC236}">
                <a16:creationId xmlns="" xmlns:a16="http://schemas.microsoft.com/office/drawing/2014/main" id="{0124E05F-E5DA-435F-AD27-35C0759806E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76439" r="90379"/>
          <a:stretch/>
        </p:blipFill>
        <p:spPr>
          <a:xfrm>
            <a:off x="0" y="5421744"/>
            <a:ext cx="1173018" cy="1436255"/>
          </a:xfrm>
          <a:prstGeom prst="rect">
            <a:avLst/>
          </a:prstGeom>
        </p:spPr>
      </p:pic>
      <p:pic>
        <p:nvPicPr>
          <p:cNvPr id="11" name="图片 10">
            <a:extLst>
              <a:ext uri="{FF2B5EF4-FFF2-40B4-BE49-F238E27FC236}">
                <a16:creationId xmlns="" xmlns:a16="http://schemas.microsoft.com/office/drawing/2014/main" id="{67236D4C-C63F-4B56-AF90-0DE91A6504A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49242" t="14015"/>
          <a:stretch/>
        </p:blipFill>
        <p:spPr>
          <a:xfrm>
            <a:off x="6196240" y="1616365"/>
            <a:ext cx="6188364" cy="5241635"/>
          </a:xfrm>
          <a:prstGeom prst="rect">
            <a:avLst/>
          </a:prstGeom>
        </p:spPr>
      </p:pic>
      <p:pic>
        <p:nvPicPr>
          <p:cNvPr id="13" name="图片 12">
            <a:extLst>
              <a:ext uri="{FF2B5EF4-FFF2-40B4-BE49-F238E27FC236}">
                <a16:creationId xmlns="" xmlns:a16="http://schemas.microsoft.com/office/drawing/2014/main" id="{F6860A2D-6DB0-49E6-82BD-031B78E1901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381000"/>
            <a:ext cx="12192000" cy="6096000"/>
          </a:xfrm>
          <a:prstGeom prst="rect">
            <a:avLst/>
          </a:prstGeom>
        </p:spPr>
      </p:pic>
      <p:sp>
        <p:nvSpPr>
          <p:cNvPr id="14" name="矩形 13">
            <a:extLst>
              <a:ext uri="{FF2B5EF4-FFF2-40B4-BE49-F238E27FC236}">
                <a16:creationId xmlns="" xmlns:a16="http://schemas.microsoft.com/office/drawing/2014/main" id="{352D8497-562C-4EA5-BDDE-E9DDECA11392}"/>
              </a:ext>
            </a:extLst>
          </p:cNvPr>
          <p:cNvSpPr/>
          <p:nvPr/>
        </p:nvSpPr>
        <p:spPr>
          <a:xfrm>
            <a:off x="700700" y="2301499"/>
            <a:ext cx="6188364" cy="1200329"/>
          </a:xfrm>
          <a:prstGeom prst="rect">
            <a:avLst/>
          </a:prstGeom>
        </p:spPr>
        <p:txBody>
          <a:bodyPr wrap="square">
            <a:spAutoFit/>
          </a:bodyPr>
          <a:lstStyle/>
          <a:p>
            <a:pPr algn="dist" defTabSz="1316777"/>
            <a:r>
              <a:rPr lang="zh-CN" altLang="en-US" sz="7200" b="1" dirty="0">
                <a:solidFill>
                  <a:schemeClr val="tx1">
                    <a:lumMod val="75000"/>
                    <a:lumOff val="25000"/>
                  </a:schemeClr>
                </a:solidFill>
                <a:cs typeface="+mn-ea"/>
                <a:sym typeface="+mn-lt"/>
              </a:rPr>
              <a:t>个人</a:t>
            </a:r>
            <a:r>
              <a:rPr lang="zh-CN" altLang="en-US" sz="7200" b="1" dirty="0">
                <a:solidFill>
                  <a:srgbClr val="566CD2"/>
                </a:solidFill>
                <a:cs typeface="+mn-ea"/>
                <a:sym typeface="+mn-lt"/>
              </a:rPr>
              <a:t>年终</a:t>
            </a:r>
            <a:r>
              <a:rPr lang="zh-CN" altLang="en-US" sz="7200" b="1" dirty="0">
                <a:solidFill>
                  <a:schemeClr val="tx1">
                    <a:lumMod val="75000"/>
                    <a:lumOff val="25000"/>
                  </a:schemeClr>
                </a:solidFill>
                <a:cs typeface="+mn-ea"/>
                <a:sym typeface="+mn-lt"/>
              </a:rPr>
              <a:t>总结</a:t>
            </a:r>
          </a:p>
        </p:txBody>
      </p:sp>
      <p:sp>
        <p:nvSpPr>
          <p:cNvPr id="16" name="文本框 15">
            <a:extLst>
              <a:ext uri="{FF2B5EF4-FFF2-40B4-BE49-F238E27FC236}">
                <a16:creationId xmlns="" xmlns:a16="http://schemas.microsoft.com/office/drawing/2014/main" id="{138F3778-0F48-409C-A35F-7C3E772E9F2C}"/>
              </a:ext>
            </a:extLst>
          </p:cNvPr>
          <p:cNvSpPr txBox="1"/>
          <p:nvPr/>
        </p:nvSpPr>
        <p:spPr>
          <a:xfrm>
            <a:off x="778960" y="4642551"/>
            <a:ext cx="4181254" cy="984372"/>
          </a:xfrm>
          <a:prstGeom prst="rect">
            <a:avLst/>
          </a:prstGeom>
          <a:noFill/>
        </p:spPr>
        <p:txBody>
          <a:bodyPr wrap="square" rtlCol="0">
            <a:spAutoFit/>
            <a:scene3d>
              <a:camera prst="orthographicFront"/>
              <a:lightRig rig="threePt" dir="t"/>
            </a:scene3d>
            <a:sp3d contourW="12700"/>
          </a:bodyPr>
          <a:lstStyle/>
          <a:p>
            <a:pPr defTabSz="1316777">
              <a:lnSpc>
                <a:spcPct val="150000"/>
              </a:lnSpc>
            </a:pPr>
            <a:r>
              <a:rPr lang="en-US" altLang="zh-CN" sz="1334" dirty="0">
                <a:cs typeface="+mn-ea"/>
                <a:sym typeface="+mn-lt"/>
              </a:rPr>
              <a:t>When they clear their minds, they feel so sorry to bring hurt to the ones they love. Friendship and family love are under threatened. </a:t>
            </a:r>
          </a:p>
        </p:txBody>
      </p:sp>
      <p:sp>
        <p:nvSpPr>
          <p:cNvPr id="17" name="矩形 16">
            <a:extLst>
              <a:ext uri="{FF2B5EF4-FFF2-40B4-BE49-F238E27FC236}">
                <a16:creationId xmlns="" xmlns:a16="http://schemas.microsoft.com/office/drawing/2014/main" id="{DE52DAC0-9611-4140-A0DD-4E192613D3BD}"/>
              </a:ext>
            </a:extLst>
          </p:cNvPr>
          <p:cNvSpPr/>
          <p:nvPr/>
        </p:nvSpPr>
        <p:spPr>
          <a:xfrm>
            <a:off x="790680" y="1811205"/>
            <a:ext cx="3188810" cy="385490"/>
          </a:xfrm>
          <a:prstGeom prst="rect">
            <a:avLst/>
          </a:prstGeom>
        </p:spPr>
        <p:txBody>
          <a:bodyPr wrap="square">
            <a:spAutoFit/>
          </a:bodyPr>
          <a:lstStyle/>
          <a:p>
            <a:pPr algn="dist" defTabSz="1316777"/>
            <a:r>
              <a:rPr lang="en-US" altLang="zh-CN" sz="1905" i="1" dirty="0">
                <a:cs typeface="+mn-ea"/>
                <a:sym typeface="+mn-lt"/>
              </a:rPr>
              <a:t>POWERPOINT </a:t>
            </a:r>
            <a:endParaRPr lang="zh-CN" altLang="en-US" sz="1905" i="1" dirty="0">
              <a:cs typeface="+mn-ea"/>
              <a:sym typeface="+mn-lt"/>
            </a:endParaRPr>
          </a:p>
        </p:txBody>
      </p:sp>
      <p:grpSp>
        <p:nvGrpSpPr>
          <p:cNvPr id="24" name="组合 23">
            <a:extLst>
              <a:ext uri="{FF2B5EF4-FFF2-40B4-BE49-F238E27FC236}">
                <a16:creationId xmlns="" xmlns:a16="http://schemas.microsoft.com/office/drawing/2014/main" id="{C28EEEB7-60E6-467F-A59C-0314FAAE6310}"/>
              </a:ext>
            </a:extLst>
          </p:cNvPr>
          <p:cNvGrpSpPr/>
          <p:nvPr/>
        </p:nvGrpSpPr>
        <p:grpSpPr>
          <a:xfrm>
            <a:off x="923637" y="3832974"/>
            <a:ext cx="3743254" cy="564323"/>
            <a:chOff x="923637" y="3832974"/>
            <a:chExt cx="3743254" cy="564323"/>
          </a:xfrm>
        </p:grpSpPr>
        <p:sp>
          <p:nvSpPr>
            <p:cNvPr id="15" name="矩形 14">
              <a:extLst>
                <a:ext uri="{FF2B5EF4-FFF2-40B4-BE49-F238E27FC236}">
                  <a16:creationId xmlns="" xmlns:a16="http://schemas.microsoft.com/office/drawing/2014/main" id="{DA36BAEB-6BEC-4417-925C-654ECEB16B27}"/>
                </a:ext>
              </a:extLst>
            </p:cNvPr>
            <p:cNvSpPr/>
            <p:nvPr/>
          </p:nvSpPr>
          <p:spPr>
            <a:xfrm>
              <a:off x="2648117" y="3832974"/>
              <a:ext cx="2018774" cy="561372"/>
            </a:xfrm>
            <a:prstGeom prst="rect">
              <a:avLst/>
            </a:prstGeom>
          </p:spPr>
          <p:txBody>
            <a:bodyPr wrap="square">
              <a:spAutoFit/>
            </a:bodyPr>
            <a:lstStyle/>
            <a:p>
              <a:pPr algn="dist" defTabSz="1316777"/>
              <a:r>
                <a:rPr lang="en-US" altLang="zh-CN" sz="3048" dirty="0">
                  <a:solidFill>
                    <a:schemeClr val="tx1">
                      <a:lumMod val="75000"/>
                      <a:lumOff val="25000"/>
                    </a:schemeClr>
                  </a:solidFill>
                  <a:cs typeface="+mn-ea"/>
                  <a:sym typeface="+mn-lt"/>
                </a:rPr>
                <a:t>2021.xx</a:t>
              </a:r>
              <a:endParaRPr lang="zh-CN" altLang="en-US" sz="3048" dirty="0">
                <a:solidFill>
                  <a:schemeClr val="tx1">
                    <a:lumMod val="75000"/>
                    <a:lumOff val="25000"/>
                  </a:schemeClr>
                </a:solidFill>
                <a:cs typeface="+mn-ea"/>
                <a:sym typeface="+mn-lt"/>
              </a:endParaRPr>
            </a:p>
          </p:txBody>
        </p:sp>
        <p:grpSp>
          <p:nvGrpSpPr>
            <p:cNvPr id="23" name="组合 22">
              <a:extLst>
                <a:ext uri="{FF2B5EF4-FFF2-40B4-BE49-F238E27FC236}">
                  <a16:creationId xmlns="" xmlns:a16="http://schemas.microsoft.com/office/drawing/2014/main" id="{BE80FEEA-19C8-426F-949C-EB26356A7573}"/>
                </a:ext>
              </a:extLst>
            </p:cNvPr>
            <p:cNvGrpSpPr/>
            <p:nvPr/>
          </p:nvGrpSpPr>
          <p:grpSpPr>
            <a:xfrm>
              <a:off x="923637" y="3835925"/>
              <a:ext cx="1339273" cy="561372"/>
              <a:chOff x="1071418" y="3835925"/>
              <a:chExt cx="1339273" cy="561372"/>
            </a:xfrm>
          </p:grpSpPr>
          <p:pic>
            <p:nvPicPr>
              <p:cNvPr id="21" name="图片 20">
                <a:extLst>
                  <a:ext uri="{FF2B5EF4-FFF2-40B4-BE49-F238E27FC236}">
                    <a16:creationId xmlns="" xmlns:a16="http://schemas.microsoft.com/office/drawing/2014/main" id="{12645C01-C0E3-4849-A804-CC1A1961E019}"/>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777" t="4650" r="87033" b="85343"/>
              <a:stretch/>
            </p:blipFill>
            <p:spPr>
              <a:xfrm>
                <a:off x="1071418" y="3835925"/>
                <a:ext cx="1339273" cy="561372"/>
              </a:xfrm>
              <a:custGeom>
                <a:avLst/>
                <a:gdLst>
                  <a:gd name="connsiteX0" fmla="*/ 201368 w 2460520"/>
                  <a:gd name="connsiteY0" fmla="*/ 0 h 1208181"/>
                  <a:gd name="connsiteX1" fmla="*/ 2259152 w 2460520"/>
                  <a:gd name="connsiteY1" fmla="*/ 0 h 1208181"/>
                  <a:gd name="connsiteX2" fmla="*/ 2460520 w 2460520"/>
                  <a:gd name="connsiteY2" fmla="*/ 201368 h 1208181"/>
                  <a:gd name="connsiteX3" fmla="*/ 2460520 w 2460520"/>
                  <a:gd name="connsiteY3" fmla="*/ 1006813 h 1208181"/>
                  <a:gd name="connsiteX4" fmla="*/ 2259152 w 2460520"/>
                  <a:gd name="connsiteY4" fmla="*/ 1208181 h 1208181"/>
                  <a:gd name="connsiteX5" fmla="*/ 201368 w 2460520"/>
                  <a:gd name="connsiteY5" fmla="*/ 1208181 h 1208181"/>
                  <a:gd name="connsiteX6" fmla="*/ 0 w 2460520"/>
                  <a:gd name="connsiteY6" fmla="*/ 1006813 h 1208181"/>
                  <a:gd name="connsiteX7" fmla="*/ 0 w 2460520"/>
                  <a:gd name="connsiteY7" fmla="*/ 201368 h 1208181"/>
                  <a:gd name="connsiteX8" fmla="*/ 201368 w 2460520"/>
                  <a:gd name="connsiteY8" fmla="*/ 0 h 120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0520" h="1208181">
                    <a:moveTo>
                      <a:pt x="201368" y="0"/>
                    </a:moveTo>
                    <a:lnTo>
                      <a:pt x="2259152" y="0"/>
                    </a:lnTo>
                    <a:cubicBezTo>
                      <a:pt x="2370364" y="0"/>
                      <a:pt x="2460520" y="90156"/>
                      <a:pt x="2460520" y="201368"/>
                    </a:cubicBezTo>
                    <a:lnTo>
                      <a:pt x="2460520" y="1006813"/>
                    </a:lnTo>
                    <a:cubicBezTo>
                      <a:pt x="2460520" y="1118025"/>
                      <a:pt x="2370364" y="1208181"/>
                      <a:pt x="2259152" y="1208181"/>
                    </a:cubicBezTo>
                    <a:lnTo>
                      <a:pt x="201368" y="1208181"/>
                    </a:lnTo>
                    <a:cubicBezTo>
                      <a:pt x="90156" y="1208181"/>
                      <a:pt x="0" y="1118025"/>
                      <a:pt x="0" y="1006813"/>
                    </a:cubicBezTo>
                    <a:lnTo>
                      <a:pt x="0" y="201368"/>
                    </a:lnTo>
                    <a:cubicBezTo>
                      <a:pt x="0" y="90156"/>
                      <a:pt x="90156" y="0"/>
                      <a:pt x="201368" y="0"/>
                    </a:cubicBezTo>
                    <a:close/>
                  </a:path>
                </a:pathLst>
              </a:custGeom>
            </p:spPr>
          </p:pic>
          <p:sp>
            <p:nvSpPr>
              <p:cNvPr id="22" name="文本框 21">
                <a:extLst>
                  <a:ext uri="{FF2B5EF4-FFF2-40B4-BE49-F238E27FC236}">
                    <a16:creationId xmlns="" xmlns:a16="http://schemas.microsoft.com/office/drawing/2014/main" id="{356C0C26-B592-43EC-ACAD-2E535B8D0C32}"/>
                  </a:ext>
                </a:extLst>
              </p:cNvPr>
              <p:cNvSpPr txBox="1"/>
              <p:nvPr/>
            </p:nvSpPr>
            <p:spPr>
              <a:xfrm>
                <a:off x="1071418" y="3882828"/>
                <a:ext cx="1339273" cy="461665"/>
              </a:xfrm>
              <a:prstGeom prst="rect">
                <a:avLst/>
              </a:prstGeom>
              <a:noFill/>
            </p:spPr>
            <p:txBody>
              <a:bodyPr wrap="square" rtlCol="0">
                <a:spAutoFit/>
              </a:bodyPr>
              <a:lstStyle/>
              <a:p>
                <a:r>
                  <a:rPr lang="zh-CN" altLang="en-US" sz="2400" b="1" spc="600" dirty="0">
                    <a:solidFill>
                      <a:schemeClr val="tx1">
                        <a:lumMod val="75000"/>
                        <a:lumOff val="25000"/>
                      </a:schemeClr>
                    </a:solidFill>
                    <a:cs typeface="+mn-ea"/>
                    <a:sym typeface="+mn-lt"/>
                  </a:rPr>
                  <a:t>小熊猫</a:t>
                </a:r>
              </a:p>
            </p:txBody>
          </p:sp>
        </p:grpSp>
      </p:grpSp>
      <p:pic>
        <p:nvPicPr>
          <p:cNvPr id="25" name="pd-5b76807127370862">
            <a:hlinkClick r:id="" action="ppaction://media"/>
            <a:extLst>
              <a:ext uri="{FF2B5EF4-FFF2-40B4-BE49-F238E27FC236}">
                <a16:creationId xmlns="" xmlns:a16="http://schemas.microsoft.com/office/drawing/2014/main" id="{74A2BE99-0507-4944-8788-07C993A68A53}"/>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208077" y="0"/>
            <a:ext cx="487363" cy="487363"/>
          </a:xfrm>
          <a:prstGeom prst="rect">
            <a:avLst/>
          </a:prstGeom>
        </p:spPr>
      </p:pic>
    </p:spTree>
    <p:extLst>
      <p:ext uri="{BB962C8B-B14F-4D97-AF65-F5344CB8AC3E}">
        <p14:creationId xmlns:p14="http://schemas.microsoft.com/office/powerpoint/2010/main" val="3134605183"/>
      </p:ext>
    </p:extLst>
  </p:cSld>
  <p:clrMapOvr>
    <a:masterClrMapping/>
  </p:clrMapOvr>
  <mc:AlternateContent xmlns:mc="http://schemas.openxmlformats.org/markup-compatibility/2006" xmlns:p14="http://schemas.microsoft.com/office/powerpoint/2010/main">
    <mc:Choice Requires="p14">
      <p:transition spd="slow" p14:dur="3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par>
                          <p:cTn id="7" fill="hold">
                            <p:stCondLst>
                              <p:cond delay="0"/>
                            </p:stCondLst>
                            <p:childTnLst>
                              <p:par>
                                <p:cTn id="8" presetID="22" presetClass="entr" presetSubtype="4" fill="hold"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par>
                          <p:cTn id="15" fill="hold">
                            <p:stCondLst>
                              <p:cond delay="1000"/>
                            </p:stCondLst>
                            <p:childTnLst>
                              <p:par>
                                <p:cTn id="16" presetID="22" presetClass="entr" presetSubtype="4"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childTnLst>
                          </p:cTn>
                        </p:par>
                        <p:par>
                          <p:cTn id="19" fill="hold">
                            <p:stCondLst>
                              <p:cond delay="1500"/>
                            </p:stCondLst>
                            <p:childTnLst>
                              <p:par>
                                <p:cTn id="20" presetID="22" presetClass="entr" presetSubtype="4"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par>
                          <p:cTn id="23" fill="hold">
                            <p:stCondLst>
                              <p:cond delay="2000"/>
                            </p:stCondLst>
                            <p:childTnLst>
                              <p:par>
                                <p:cTn id="24" presetID="21" presetClass="entr" presetSubtype="1" fill="hold"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heel(1)">
                                      <p:cBhvr>
                                        <p:cTn id="26" dur="500"/>
                                        <p:tgtEl>
                                          <p:spTgt spid="13"/>
                                        </p:tgtEl>
                                      </p:cBhvr>
                                    </p:animEffect>
                                  </p:childTnLst>
                                </p:cTn>
                              </p:par>
                            </p:childTnLst>
                          </p:cTn>
                        </p:par>
                        <p:par>
                          <p:cTn id="27" fill="hold">
                            <p:stCondLst>
                              <p:cond delay="2500"/>
                            </p:stCondLst>
                            <p:childTnLst>
                              <p:par>
                                <p:cTn id="28" presetID="2" presetClass="entr" presetSubtype="4" fill="hold" grpId="0" nodeType="after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500" fill="hold"/>
                                        <p:tgtEl>
                                          <p:spTgt spid="17"/>
                                        </p:tgtEl>
                                        <p:attrNameLst>
                                          <p:attrName>ppt_x</p:attrName>
                                        </p:attrNameLst>
                                      </p:cBhvr>
                                      <p:tavLst>
                                        <p:tav tm="0">
                                          <p:val>
                                            <p:strVal val="#ppt_x"/>
                                          </p:val>
                                        </p:tav>
                                        <p:tav tm="100000">
                                          <p:val>
                                            <p:strVal val="#ppt_x"/>
                                          </p:val>
                                        </p:tav>
                                      </p:tavLst>
                                    </p:anim>
                                    <p:anim calcmode="lin" valueType="num">
                                      <p:cBhvr additive="base">
                                        <p:cTn id="31" dur="500" fill="hold"/>
                                        <p:tgtEl>
                                          <p:spTgt spid="17"/>
                                        </p:tgtEl>
                                        <p:attrNameLst>
                                          <p:attrName>ppt_y</p:attrName>
                                        </p:attrNameLst>
                                      </p:cBhvr>
                                      <p:tavLst>
                                        <p:tav tm="0">
                                          <p:val>
                                            <p:strVal val="1+#ppt_h/2"/>
                                          </p:val>
                                        </p:tav>
                                        <p:tav tm="100000">
                                          <p:val>
                                            <p:strVal val="#ppt_y"/>
                                          </p:val>
                                        </p:tav>
                                      </p:tavLst>
                                    </p:anim>
                                  </p:childTnLst>
                                </p:cTn>
                              </p:par>
                            </p:childTnLst>
                          </p:cTn>
                        </p:par>
                        <p:par>
                          <p:cTn id="32" fill="hold">
                            <p:stCondLst>
                              <p:cond delay="3000"/>
                            </p:stCondLst>
                            <p:childTnLst>
                              <p:par>
                                <p:cTn id="33" presetID="2" presetClass="entr" presetSubtype="4"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childTnLst>
                          </p:cTn>
                        </p:par>
                        <p:par>
                          <p:cTn id="37" fill="hold">
                            <p:stCondLst>
                              <p:cond delay="3500"/>
                            </p:stCondLst>
                            <p:childTnLst>
                              <p:par>
                                <p:cTn id="38" presetID="2" presetClass="entr" presetSubtype="4" fill="hold" nodeType="afterEffect">
                                  <p:stCondLst>
                                    <p:cond delay="0"/>
                                  </p:stCondLst>
                                  <p:childTnLst>
                                    <p:set>
                                      <p:cBhvr>
                                        <p:cTn id="39" dur="1" fill="hold">
                                          <p:stCondLst>
                                            <p:cond delay="0"/>
                                          </p:stCondLst>
                                        </p:cTn>
                                        <p:tgtEl>
                                          <p:spTgt spid="24"/>
                                        </p:tgtEl>
                                        <p:attrNameLst>
                                          <p:attrName>style.visibility</p:attrName>
                                        </p:attrNameLst>
                                      </p:cBhvr>
                                      <p:to>
                                        <p:strVal val="visible"/>
                                      </p:to>
                                    </p:set>
                                    <p:anim calcmode="lin" valueType="num">
                                      <p:cBhvr additive="base">
                                        <p:cTn id="40" dur="500" fill="hold"/>
                                        <p:tgtEl>
                                          <p:spTgt spid="24"/>
                                        </p:tgtEl>
                                        <p:attrNameLst>
                                          <p:attrName>ppt_x</p:attrName>
                                        </p:attrNameLst>
                                      </p:cBhvr>
                                      <p:tavLst>
                                        <p:tav tm="0">
                                          <p:val>
                                            <p:strVal val="#ppt_x"/>
                                          </p:val>
                                        </p:tav>
                                        <p:tav tm="100000">
                                          <p:val>
                                            <p:strVal val="#ppt_x"/>
                                          </p:val>
                                        </p:tav>
                                      </p:tavLst>
                                    </p:anim>
                                    <p:anim calcmode="lin" valueType="num">
                                      <p:cBhvr additive="base">
                                        <p:cTn id="41" dur="500" fill="hold"/>
                                        <p:tgtEl>
                                          <p:spTgt spid="24"/>
                                        </p:tgtEl>
                                        <p:attrNameLst>
                                          <p:attrName>ppt_y</p:attrName>
                                        </p:attrNameLst>
                                      </p:cBhvr>
                                      <p:tavLst>
                                        <p:tav tm="0">
                                          <p:val>
                                            <p:strVal val="1+#ppt_h/2"/>
                                          </p:val>
                                        </p:tav>
                                        <p:tav tm="100000">
                                          <p:val>
                                            <p:strVal val="#ppt_y"/>
                                          </p:val>
                                        </p:tav>
                                      </p:tavLst>
                                    </p:anim>
                                  </p:childTnLst>
                                </p:cTn>
                              </p:par>
                            </p:childTnLst>
                          </p:cTn>
                        </p:par>
                        <p:par>
                          <p:cTn id="42" fill="hold">
                            <p:stCondLst>
                              <p:cond delay="4000"/>
                            </p:stCondLst>
                            <p:childTnLst>
                              <p:par>
                                <p:cTn id="43" presetID="2" presetClass="entr" presetSubtype="4"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47" repeatCount="indefinite" fill="remove" display="0">
                  <p:stCondLst>
                    <p:cond delay="indefinite"/>
                  </p:stCondLst>
                  <p:endCondLst>
                    <p:cond evt="onStopAudio" delay="0">
                      <p:tgtEl>
                        <p:sldTgt/>
                      </p:tgtEl>
                    </p:cond>
                  </p:endCondLst>
                </p:cTn>
                <p:tgtEl>
                  <p:spTgt spid="25"/>
                </p:tgtEl>
              </p:cMediaNode>
            </p:audio>
          </p:childTnLst>
        </p:cTn>
      </p:par>
    </p:tnLst>
    <p:bldLst>
      <p:bldP spid="14" grpId="0"/>
      <p:bldP spid="16"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a:extLst>
              <a:ext uri="{FF2B5EF4-FFF2-40B4-BE49-F238E27FC236}">
                <a16:creationId xmlns="" xmlns:a16="http://schemas.microsoft.com/office/drawing/2014/main" id="{75EBC9AA-394C-44A3-B140-8F6A436CC140}"/>
              </a:ext>
            </a:extLst>
          </p:cNvPr>
          <p:cNvGrpSpPr/>
          <p:nvPr/>
        </p:nvGrpSpPr>
        <p:grpSpPr>
          <a:xfrm>
            <a:off x="-224153" y="-373659"/>
            <a:ext cx="12416153" cy="7231659"/>
            <a:chOff x="-224153" y="-373659"/>
            <a:chExt cx="12416153" cy="7231659"/>
          </a:xfrm>
        </p:grpSpPr>
        <p:pic>
          <p:nvPicPr>
            <p:cNvPr id="23" name="图片 22">
              <a:extLst>
                <a:ext uri="{FF2B5EF4-FFF2-40B4-BE49-F238E27FC236}">
                  <a16:creationId xmlns="" xmlns:a16="http://schemas.microsoft.com/office/drawing/2014/main" id="{7A2FE904-4988-42E1-868A-19C2F176A05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0758" t="-1894" r="17075" b="-1"/>
            <a:stretch/>
          </p:blipFill>
          <p:spPr>
            <a:xfrm>
              <a:off x="9247501" y="3982367"/>
              <a:ext cx="2944499" cy="2875633"/>
            </a:xfrm>
            <a:prstGeom prst="rect">
              <a:avLst/>
            </a:prstGeom>
          </p:spPr>
        </p:pic>
        <p:pic>
          <p:nvPicPr>
            <p:cNvPr id="24" name="图片 23">
              <a:extLst>
                <a:ext uri="{FF2B5EF4-FFF2-40B4-BE49-F238E27FC236}">
                  <a16:creationId xmlns="" xmlns:a16="http://schemas.microsoft.com/office/drawing/2014/main" id="{3A26A4E3-755F-410E-BFC3-B7FED2CFDAA7}"/>
                </a:ext>
              </a:extLst>
            </p:cNvPr>
            <p:cNvPicPr>
              <a:picLocks noChangeAspect="1"/>
            </p:cNvPicPr>
            <p:nvPr/>
          </p:nvPicPr>
          <p:blipFill rotWithShape="1">
            <a:blip r:embed="rId2" cstate="print">
              <a:duotone>
                <a:prstClr val="black"/>
                <a:schemeClr val="accent1">
                  <a:tint val="45000"/>
                  <a:satMod val="400000"/>
                </a:schemeClr>
              </a:duotone>
              <a:extLst>
                <a:ext uri="{28A0092B-C50C-407E-A947-70E740481C1C}">
                  <a14:useLocalDpi xmlns:a14="http://schemas.microsoft.com/office/drawing/2010/main" val="0"/>
                </a:ext>
              </a:extLst>
            </a:blip>
            <a:srcRect l="30758" t="-1894" r="17075" b="-1"/>
            <a:stretch/>
          </p:blipFill>
          <p:spPr>
            <a:xfrm rot="10628679">
              <a:off x="-224153" y="-373659"/>
              <a:ext cx="2944499" cy="2875633"/>
            </a:xfrm>
            <a:prstGeom prst="rect">
              <a:avLst/>
            </a:prstGeom>
          </p:spPr>
        </p:pic>
        <p:pic>
          <p:nvPicPr>
            <p:cNvPr id="25" name="图片 24">
              <a:extLst>
                <a:ext uri="{FF2B5EF4-FFF2-40B4-BE49-F238E27FC236}">
                  <a16:creationId xmlns="" xmlns:a16="http://schemas.microsoft.com/office/drawing/2014/main" id="{B979BB7E-A0CA-4C20-AFF7-D9503750C9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81000"/>
              <a:ext cx="12192000" cy="6096000"/>
            </a:xfrm>
            <a:prstGeom prst="rect">
              <a:avLst/>
            </a:prstGeom>
          </p:spPr>
        </p:pic>
      </p:grpSp>
      <p:sp>
        <p:nvSpPr>
          <p:cNvPr id="4" name="矩形 3">
            <a:extLst>
              <a:ext uri="{FF2B5EF4-FFF2-40B4-BE49-F238E27FC236}">
                <a16:creationId xmlns="" xmlns:a16="http://schemas.microsoft.com/office/drawing/2014/main" id="{F001FBB1-3BC7-438B-9062-BEBC5FAEB7FA}"/>
              </a:ext>
            </a:extLst>
          </p:cNvPr>
          <p:cNvSpPr/>
          <p:nvPr/>
        </p:nvSpPr>
        <p:spPr>
          <a:xfrm>
            <a:off x="8016637" y="964262"/>
            <a:ext cx="3695037" cy="1763431"/>
          </a:xfrm>
          <a:prstGeom prst="rect">
            <a:avLst/>
          </a:prstGeom>
        </p:spPr>
        <p:txBody>
          <a:bodyPr wrap="square">
            <a:spAutoFit/>
          </a:bodyPr>
          <a:lstStyle/>
          <a:p>
            <a:pPr algn="ctr" defTabSz="1316777"/>
            <a:r>
              <a:rPr lang="zh-CN" altLang="en-US" sz="6287" b="1" dirty="0">
                <a:solidFill>
                  <a:schemeClr val="tx1">
                    <a:lumMod val="75000"/>
                    <a:lumOff val="25000"/>
                  </a:schemeClr>
                </a:solidFill>
                <a:cs typeface="+mn-ea"/>
                <a:sym typeface="+mn-lt"/>
              </a:rPr>
              <a:t>目 录</a:t>
            </a:r>
            <a:endParaRPr lang="en-US" altLang="zh-CN" sz="6287" b="1" dirty="0">
              <a:solidFill>
                <a:schemeClr val="tx1">
                  <a:lumMod val="75000"/>
                  <a:lumOff val="25000"/>
                </a:schemeClr>
              </a:solidFill>
              <a:cs typeface="+mn-ea"/>
              <a:sym typeface="+mn-lt"/>
            </a:endParaRPr>
          </a:p>
          <a:p>
            <a:pPr algn="dist" defTabSz="1316777"/>
            <a:r>
              <a:rPr lang="en-US" altLang="zh-CN" sz="4572" dirty="0">
                <a:solidFill>
                  <a:schemeClr val="tx1">
                    <a:lumMod val="75000"/>
                    <a:lumOff val="25000"/>
                  </a:schemeClr>
                </a:solidFill>
                <a:cs typeface="+mn-ea"/>
                <a:sym typeface="+mn-lt"/>
              </a:rPr>
              <a:t>content</a:t>
            </a:r>
            <a:endParaRPr lang="zh-CN" altLang="en-US" sz="4572" dirty="0">
              <a:solidFill>
                <a:schemeClr val="tx1">
                  <a:lumMod val="75000"/>
                  <a:lumOff val="25000"/>
                </a:schemeClr>
              </a:solidFill>
              <a:cs typeface="+mn-ea"/>
              <a:sym typeface="+mn-lt"/>
            </a:endParaRPr>
          </a:p>
        </p:txBody>
      </p:sp>
      <p:grpSp>
        <p:nvGrpSpPr>
          <p:cNvPr id="5" name="组合 4">
            <a:extLst>
              <a:ext uri="{FF2B5EF4-FFF2-40B4-BE49-F238E27FC236}">
                <a16:creationId xmlns="" xmlns:a16="http://schemas.microsoft.com/office/drawing/2014/main" id="{D3DCCE19-ACF9-4BBE-AEC2-E5E316BBA046}"/>
              </a:ext>
            </a:extLst>
          </p:cNvPr>
          <p:cNvGrpSpPr/>
          <p:nvPr/>
        </p:nvGrpSpPr>
        <p:grpSpPr>
          <a:xfrm>
            <a:off x="1515951" y="1554615"/>
            <a:ext cx="4325651" cy="4436030"/>
            <a:chOff x="2714230" y="2068245"/>
            <a:chExt cx="3511214" cy="3600811"/>
          </a:xfrm>
        </p:grpSpPr>
        <p:sp>
          <p:nvSpPr>
            <p:cNvPr id="6" name="TextBox 5">
              <a:extLst>
                <a:ext uri="{FF2B5EF4-FFF2-40B4-BE49-F238E27FC236}">
                  <a16:creationId xmlns="" xmlns:a16="http://schemas.microsoft.com/office/drawing/2014/main" id="{EA494B5D-666B-47D3-8791-6B119BDA5BF3}"/>
                </a:ext>
              </a:extLst>
            </p:cNvPr>
            <p:cNvSpPr txBox="1"/>
            <p:nvPr/>
          </p:nvSpPr>
          <p:spPr>
            <a:xfrm>
              <a:off x="3748965" y="2115034"/>
              <a:ext cx="2040324" cy="575259"/>
            </a:xfrm>
            <a:prstGeom prst="rect">
              <a:avLst/>
            </a:prstGeom>
            <a:noFill/>
          </p:spPr>
          <p:txBody>
            <a:bodyPr wrap="none" lIns="82587" tIns="41293" rIns="82587" bIns="41293" rtlCol="0">
              <a:spAutoFit/>
            </a:bodyPr>
            <a:lstStyle/>
            <a:p>
              <a:pPr defTabSz="1316777"/>
              <a:r>
                <a:rPr lang="zh-CN" altLang="en-US" sz="2539" b="1" dirty="0">
                  <a:solidFill>
                    <a:schemeClr val="tx1">
                      <a:lumMod val="75000"/>
                      <a:lumOff val="25000"/>
                    </a:schemeClr>
                  </a:solidFill>
                  <a:cs typeface="+mn-ea"/>
                  <a:sym typeface="+mn-lt"/>
                </a:rPr>
                <a:t>输入你的标题</a:t>
              </a:r>
              <a:endParaRPr lang="en-US" altLang="zh-CN" sz="2539" b="1" dirty="0">
                <a:solidFill>
                  <a:schemeClr val="tx1">
                    <a:lumMod val="75000"/>
                    <a:lumOff val="25000"/>
                  </a:schemeClr>
                </a:solidFill>
                <a:cs typeface="+mn-ea"/>
                <a:sym typeface="+mn-lt"/>
              </a:endParaRPr>
            </a:p>
            <a:p>
              <a:pPr defTabSz="1316777"/>
              <a:r>
                <a:rPr lang="zh-CN" altLang="en-US" sz="1524" dirty="0">
                  <a:solidFill>
                    <a:schemeClr val="tx1">
                      <a:lumMod val="75000"/>
                      <a:lumOff val="25000"/>
                    </a:schemeClr>
                  </a:solidFill>
                  <a:cs typeface="+mn-ea"/>
                  <a:sym typeface="+mn-lt"/>
                </a:rPr>
                <a:t>点击此处输入简洁章节描述</a:t>
              </a:r>
            </a:p>
          </p:txBody>
        </p:sp>
        <p:sp>
          <p:nvSpPr>
            <p:cNvPr id="7" name="TextBox 39">
              <a:extLst>
                <a:ext uri="{FF2B5EF4-FFF2-40B4-BE49-F238E27FC236}">
                  <a16:creationId xmlns="" xmlns:a16="http://schemas.microsoft.com/office/drawing/2014/main" id="{4B3F10D5-B3B4-4F19-AA96-0560D8D56B47}"/>
                </a:ext>
              </a:extLst>
            </p:cNvPr>
            <p:cNvSpPr txBox="1"/>
            <p:nvPr/>
          </p:nvSpPr>
          <p:spPr>
            <a:xfrm>
              <a:off x="3748965" y="3025054"/>
              <a:ext cx="2040324" cy="575259"/>
            </a:xfrm>
            <a:prstGeom prst="rect">
              <a:avLst/>
            </a:prstGeom>
            <a:noFill/>
          </p:spPr>
          <p:txBody>
            <a:bodyPr wrap="none" lIns="82587" tIns="41293" rIns="82587" bIns="41293" rtlCol="0">
              <a:spAutoFit/>
            </a:bodyPr>
            <a:lstStyle/>
            <a:p>
              <a:pPr defTabSz="1316777"/>
              <a:r>
                <a:rPr lang="zh-CN" altLang="en-US" sz="2539" b="1" dirty="0">
                  <a:solidFill>
                    <a:schemeClr val="tx1">
                      <a:lumMod val="75000"/>
                      <a:lumOff val="25000"/>
                    </a:schemeClr>
                  </a:solidFill>
                  <a:cs typeface="+mn-ea"/>
                  <a:sym typeface="+mn-lt"/>
                </a:rPr>
                <a:t>输入你的标题</a:t>
              </a:r>
              <a:endParaRPr lang="en-US" altLang="zh-CN" sz="2539" b="1" dirty="0">
                <a:solidFill>
                  <a:schemeClr val="tx1">
                    <a:lumMod val="75000"/>
                    <a:lumOff val="25000"/>
                  </a:schemeClr>
                </a:solidFill>
                <a:cs typeface="+mn-ea"/>
                <a:sym typeface="+mn-lt"/>
              </a:endParaRPr>
            </a:p>
            <a:p>
              <a:pPr defTabSz="1316777"/>
              <a:r>
                <a:rPr lang="zh-CN" altLang="en-US" sz="1524" dirty="0">
                  <a:solidFill>
                    <a:schemeClr val="tx1">
                      <a:lumMod val="75000"/>
                      <a:lumOff val="25000"/>
                    </a:schemeClr>
                  </a:solidFill>
                  <a:cs typeface="+mn-ea"/>
                  <a:sym typeface="+mn-lt"/>
                </a:rPr>
                <a:t>点击此处输入简洁章节描述</a:t>
              </a:r>
            </a:p>
          </p:txBody>
        </p:sp>
        <p:sp>
          <p:nvSpPr>
            <p:cNvPr id="8" name="TextBox 43">
              <a:extLst>
                <a:ext uri="{FF2B5EF4-FFF2-40B4-BE49-F238E27FC236}">
                  <a16:creationId xmlns="" xmlns:a16="http://schemas.microsoft.com/office/drawing/2014/main" id="{FDA2AA01-583A-40CE-B65C-11645373DE1A}"/>
                </a:ext>
              </a:extLst>
            </p:cNvPr>
            <p:cNvSpPr txBox="1"/>
            <p:nvPr/>
          </p:nvSpPr>
          <p:spPr>
            <a:xfrm>
              <a:off x="3748965" y="3923469"/>
              <a:ext cx="2040324" cy="575259"/>
            </a:xfrm>
            <a:prstGeom prst="rect">
              <a:avLst/>
            </a:prstGeom>
            <a:noFill/>
          </p:spPr>
          <p:txBody>
            <a:bodyPr wrap="none" lIns="82587" tIns="41293" rIns="82587" bIns="41293" rtlCol="0">
              <a:spAutoFit/>
            </a:bodyPr>
            <a:lstStyle/>
            <a:p>
              <a:pPr defTabSz="1316777"/>
              <a:r>
                <a:rPr lang="zh-CN" altLang="en-US" sz="2539" b="1" dirty="0">
                  <a:solidFill>
                    <a:schemeClr val="tx1">
                      <a:lumMod val="75000"/>
                      <a:lumOff val="25000"/>
                    </a:schemeClr>
                  </a:solidFill>
                  <a:cs typeface="+mn-ea"/>
                  <a:sym typeface="+mn-lt"/>
                </a:rPr>
                <a:t>输入你的标题</a:t>
              </a:r>
              <a:endParaRPr lang="en-US" altLang="zh-CN" sz="2539" b="1" dirty="0">
                <a:solidFill>
                  <a:schemeClr val="tx1">
                    <a:lumMod val="75000"/>
                    <a:lumOff val="25000"/>
                  </a:schemeClr>
                </a:solidFill>
                <a:cs typeface="+mn-ea"/>
                <a:sym typeface="+mn-lt"/>
              </a:endParaRPr>
            </a:p>
            <a:p>
              <a:pPr defTabSz="1316777"/>
              <a:r>
                <a:rPr lang="zh-CN" altLang="en-US" sz="1524" dirty="0">
                  <a:solidFill>
                    <a:schemeClr val="tx1">
                      <a:lumMod val="75000"/>
                      <a:lumOff val="25000"/>
                    </a:schemeClr>
                  </a:solidFill>
                  <a:cs typeface="+mn-ea"/>
                  <a:sym typeface="+mn-lt"/>
                </a:rPr>
                <a:t>点击此处输入简洁章节描述</a:t>
              </a:r>
            </a:p>
          </p:txBody>
        </p:sp>
        <p:sp>
          <p:nvSpPr>
            <p:cNvPr id="9" name="TextBox 47">
              <a:extLst>
                <a:ext uri="{FF2B5EF4-FFF2-40B4-BE49-F238E27FC236}">
                  <a16:creationId xmlns="" xmlns:a16="http://schemas.microsoft.com/office/drawing/2014/main" id="{7ED95220-425D-4316-9164-33670911B5FC}"/>
                </a:ext>
              </a:extLst>
            </p:cNvPr>
            <p:cNvSpPr txBox="1"/>
            <p:nvPr/>
          </p:nvSpPr>
          <p:spPr>
            <a:xfrm>
              <a:off x="3730338" y="4854873"/>
              <a:ext cx="2040324" cy="575259"/>
            </a:xfrm>
            <a:prstGeom prst="rect">
              <a:avLst/>
            </a:prstGeom>
            <a:noFill/>
          </p:spPr>
          <p:txBody>
            <a:bodyPr wrap="none" lIns="82587" tIns="41293" rIns="82587" bIns="41293" rtlCol="0">
              <a:spAutoFit/>
            </a:bodyPr>
            <a:lstStyle/>
            <a:p>
              <a:pPr defTabSz="1316777"/>
              <a:r>
                <a:rPr lang="zh-CN" altLang="en-US" sz="2539" b="1" dirty="0">
                  <a:solidFill>
                    <a:schemeClr val="tx1">
                      <a:lumMod val="75000"/>
                      <a:lumOff val="25000"/>
                    </a:schemeClr>
                  </a:solidFill>
                  <a:cs typeface="+mn-ea"/>
                  <a:sym typeface="+mn-lt"/>
                </a:rPr>
                <a:t>输入你的标题</a:t>
              </a:r>
              <a:endParaRPr lang="en-US" altLang="zh-CN" sz="2539" b="1" dirty="0">
                <a:solidFill>
                  <a:schemeClr val="tx1">
                    <a:lumMod val="75000"/>
                    <a:lumOff val="25000"/>
                  </a:schemeClr>
                </a:solidFill>
                <a:cs typeface="+mn-ea"/>
                <a:sym typeface="+mn-lt"/>
              </a:endParaRPr>
            </a:p>
            <a:p>
              <a:pPr defTabSz="1316777"/>
              <a:r>
                <a:rPr lang="zh-CN" altLang="en-US" sz="1524" dirty="0">
                  <a:solidFill>
                    <a:schemeClr val="tx1">
                      <a:lumMod val="75000"/>
                      <a:lumOff val="25000"/>
                    </a:schemeClr>
                  </a:solidFill>
                  <a:cs typeface="+mn-ea"/>
                  <a:sym typeface="+mn-lt"/>
                </a:rPr>
                <a:t>点击此处输入简洁章节描述</a:t>
              </a:r>
            </a:p>
          </p:txBody>
        </p:sp>
        <p:cxnSp>
          <p:nvCxnSpPr>
            <p:cNvPr id="10" name="直接连接符 9">
              <a:extLst>
                <a:ext uri="{FF2B5EF4-FFF2-40B4-BE49-F238E27FC236}">
                  <a16:creationId xmlns="" xmlns:a16="http://schemas.microsoft.com/office/drawing/2014/main" id="{82DE0D40-8BA9-428F-A35E-D7E4FC16D01D}"/>
                </a:ext>
              </a:extLst>
            </p:cNvPr>
            <p:cNvCxnSpPr/>
            <p:nvPr/>
          </p:nvCxnSpPr>
          <p:spPr>
            <a:xfrm>
              <a:off x="3844957" y="2908364"/>
              <a:ext cx="238048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 xmlns:a16="http://schemas.microsoft.com/office/drawing/2014/main" id="{68A3D8F0-6D59-4FB5-ACEB-72F52E7AA60B}"/>
                </a:ext>
              </a:extLst>
            </p:cNvPr>
            <p:cNvCxnSpPr/>
            <p:nvPr/>
          </p:nvCxnSpPr>
          <p:spPr>
            <a:xfrm>
              <a:off x="3844957" y="3893421"/>
              <a:ext cx="2380487"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 xmlns:a16="http://schemas.microsoft.com/office/drawing/2014/main" id="{508A0722-0A3E-42D2-B156-63A2139EFE26}"/>
                </a:ext>
              </a:extLst>
            </p:cNvPr>
            <p:cNvCxnSpPr/>
            <p:nvPr/>
          </p:nvCxnSpPr>
          <p:spPr>
            <a:xfrm>
              <a:off x="3844957" y="4731216"/>
              <a:ext cx="2380487"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 xmlns:a16="http://schemas.microsoft.com/office/drawing/2014/main" id="{0C70A012-7191-4983-BE0E-AA9533EDBDD5}"/>
                </a:ext>
              </a:extLst>
            </p:cNvPr>
            <p:cNvCxnSpPr/>
            <p:nvPr/>
          </p:nvCxnSpPr>
          <p:spPr>
            <a:xfrm>
              <a:off x="3844957" y="5669056"/>
              <a:ext cx="2380487"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 xmlns:a16="http://schemas.microsoft.com/office/drawing/2014/main" id="{C1B6904E-C495-4205-BF24-5B6C93C02DB3}"/>
                </a:ext>
              </a:extLst>
            </p:cNvPr>
            <p:cNvSpPr/>
            <p:nvPr/>
          </p:nvSpPr>
          <p:spPr>
            <a:xfrm>
              <a:off x="2714230" y="2068245"/>
              <a:ext cx="767927" cy="7679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16777"/>
              <a:endParaRPr lang="zh-CN" altLang="en-US" sz="2286" dirty="0">
                <a:solidFill>
                  <a:schemeClr val="tx1"/>
                </a:solidFill>
                <a:cs typeface="+mn-ea"/>
                <a:sym typeface="+mn-lt"/>
              </a:endParaRPr>
            </a:p>
          </p:txBody>
        </p:sp>
        <p:sp>
          <p:nvSpPr>
            <p:cNvPr id="15" name="椭圆 14">
              <a:extLst>
                <a:ext uri="{FF2B5EF4-FFF2-40B4-BE49-F238E27FC236}">
                  <a16:creationId xmlns="" xmlns:a16="http://schemas.microsoft.com/office/drawing/2014/main" id="{0E3D524D-334F-4FED-A670-FBA37480E884}"/>
                </a:ext>
              </a:extLst>
            </p:cNvPr>
            <p:cNvSpPr/>
            <p:nvPr/>
          </p:nvSpPr>
          <p:spPr>
            <a:xfrm>
              <a:off x="2714230" y="3015665"/>
              <a:ext cx="767927" cy="7679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16777"/>
              <a:endParaRPr lang="zh-CN" altLang="en-US" sz="2286" dirty="0">
                <a:solidFill>
                  <a:schemeClr val="tx1"/>
                </a:solidFill>
                <a:cs typeface="+mn-ea"/>
                <a:sym typeface="+mn-lt"/>
              </a:endParaRPr>
            </a:p>
          </p:txBody>
        </p:sp>
        <p:sp>
          <p:nvSpPr>
            <p:cNvPr id="16" name="椭圆 15">
              <a:extLst>
                <a:ext uri="{FF2B5EF4-FFF2-40B4-BE49-F238E27FC236}">
                  <a16:creationId xmlns="" xmlns:a16="http://schemas.microsoft.com/office/drawing/2014/main" id="{9E7A9C10-82C3-41E6-A603-520D378DFD83}"/>
                </a:ext>
              </a:extLst>
            </p:cNvPr>
            <p:cNvSpPr/>
            <p:nvPr/>
          </p:nvSpPr>
          <p:spPr>
            <a:xfrm>
              <a:off x="2714230" y="3944458"/>
              <a:ext cx="767927" cy="7679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16777"/>
              <a:endParaRPr lang="zh-CN" altLang="en-US" sz="2286">
                <a:solidFill>
                  <a:schemeClr val="tx1"/>
                </a:solidFill>
                <a:cs typeface="+mn-ea"/>
                <a:sym typeface="+mn-lt"/>
              </a:endParaRPr>
            </a:p>
          </p:txBody>
        </p:sp>
        <p:sp>
          <p:nvSpPr>
            <p:cNvPr id="17" name="椭圆 16">
              <a:extLst>
                <a:ext uri="{FF2B5EF4-FFF2-40B4-BE49-F238E27FC236}">
                  <a16:creationId xmlns="" xmlns:a16="http://schemas.microsoft.com/office/drawing/2014/main" id="{18C32BA8-9BDE-47A8-A549-78D72B0622B7}"/>
                </a:ext>
              </a:extLst>
            </p:cNvPr>
            <p:cNvSpPr/>
            <p:nvPr/>
          </p:nvSpPr>
          <p:spPr>
            <a:xfrm>
              <a:off x="2714230" y="4854625"/>
              <a:ext cx="767927" cy="76792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16777"/>
              <a:endParaRPr lang="zh-CN" altLang="en-US" sz="2286">
                <a:solidFill>
                  <a:schemeClr val="tx1"/>
                </a:solidFill>
                <a:cs typeface="+mn-ea"/>
                <a:sym typeface="+mn-lt"/>
              </a:endParaRPr>
            </a:p>
          </p:txBody>
        </p:sp>
        <p:sp>
          <p:nvSpPr>
            <p:cNvPr id="18" name="文本框 17">
              <a:extLst>
                <a:ext uri="{FF2B5EF4-FFF2-40B4-BE49-F238E27FC236}">
                  <a16:creationId xmlns="" xmlns:a16="http://schemas.microsoft.com/office/drawing/2014/main" id="{9D799E71-90CB-45F7-BEB3-52F932C5F7FA}"/>
                </a:ext>
              </a:extLst>
            </p:cNvPr>
            <p:cNvSpPr txBox="1"/>
            <p:nvPr/>
          </p:nvSpPr>
          <p:spPr>
            <a:xfrm>
              <a:off x="2854084" y="2264826"/>
              <a:ext cx="815340" cy="392126"/>
            </a:xfrm>
            <a:prstGeom prst="rect">
              <a:avLst/>
            </a:prstGeom>
            <a:noFill/>
          </p:spPr>
          <p:txBody>
            <a:bodyPr wrap="square" rtlCol="0">
              <a:spAutoFit/>
            </a:bodyPr>
            <a:lstStyle/>
            <a:p>
              <a:pPr defTabSz="1316777"/>
              <a:r>
                <a:rPr lang="en-US" altLang="zh-CN" sz="2539" b="1" dirty="0">
                  <a:solidFill>
                    <a:schemeClr val="bg1"/>
                  </a:solidFill>
                  <a:cs typeface="+mn-ea"/>
                  <a:sym typeface="+mn-lt"/>
                </a:rPr>
                <a:t>01</a:t>
              </a:r>
            </a:p>
          </p:txBody>
        </p:sp>
        <p:sp>
          <p:nvSpPr>
            <p:cNvPr id="19" name="文本框 18">
              <a:extLst>
                <a:ext uri="{FF2B5EF4-FFF2-40B4-BE49-F238E27FC236}">
                  <a16:creationId xmlns="" xmlns:a16="http://schemas.microsoft.com/office/drawing/2014/main" id="{05EF63A7-7687-4CC9-B0F2-E67C773C1A05}"/>
                </a:ext>
              </a:extLst>
            </p:cNvPr>
            <p:cNvSpPr txBox="1"/>
            <p:nvPr/>
          </p:nvSpPr>
          <p:spPr>
            <a:xfrm>
              <a:off x="2854084" y="3178379"/>
              <a:ext cx="815340" cy="392126"/>
            </a:xfrm>
            <a:prstGeom prst="rect">
              <a:avLst/>
            </a:prstGeom>
            <a:noFill/>
          </p:spPr>
          <p:txBody>
            <a:bodyPr wrap="square" rtlCol="0">
              <a:spAutoFit/>
            </a:bodyPr>
            <a:lstStyle/>
            <a:p>
              <a:pPr defTabSz="1316777"/>
              <a:r>
                <a:rPr lang="en-US" altLang="zh-CN" sz="2539" b="1">
                  <a:solidFill>
                    <a:schemeClr val="bg1"/>
                  </a:solidFill>
                  <a:cs typeface="+mn-ea"/>
                  <a:sym typeface="+mn-lt"/>
                </a:rPr>
                <a:t>02</a:t>
              </a:r>
            </a:p>
          </p:txBody>
        </p:sp>
        <p:sp>
          <p:nvSpPr>
            <p:cNvPr id="20" name="文本框 19">
              <a:extLst>
                <a:ext uri="{FF2B5EF4-FFF2-40B4-BE49-F238E27FC236}">
                  <a16:creationId xmlns="" xmlns:a16="http://schemas.microsoft.com/office/drawing/2014/main" id="{8C17F734-0004-4387-820E-B0A38F18B63A}"/>
                </a:ext>
              </a:extLst>
            </p:cNvPr>
            <p:cNvSpPr txBox="1"/>
            <p:nvPr/>
          </p:nvSpPr>
          <p:spPr>
            <a:xfrm>
              <a:off x="2854084" y="4106327"/>
              <a:ext cx="815340" cy="392126"/>
            </a:xfrm>
            <a:prstGeom prst="rect">
              <a:avLst/>
            </a:prstGeom>
            <a:noFill/>
          </p:spPr>
          <p:txBody>
            <a:bodyPr wrap="square" rtlCol="0">
              <a:spAutoFit/>
            </a:bodyPr>
            <a:lstStyle/>
            <a:p>
              <a:pPr defTabSz="1316777"/>
              <a:r>
                <a:rPr lang="en-US" altLang="zh-CN" sz="2539" b="1" dirty="0">
                  <a:solidFill>
                    <a:schemeClr val="bg1"/>
                  </a:solidFill>
                  <a:cs typeface="+mn-ea"/>
                  <a:sym typeface="+mn-lt"/>
                </a:rPr>
                <a:t>03</a:t>
              </a:r>
            </a:p>
          </p:txBody>
        </p:sp>
        <p:sp>
          <p:nvSpPr>
            <p:cNvPr id="21" name="文本框 20">
              <a:extLst>
                <a:ext uri="{FF2B5EF4-FFF2-40B4-BE49-F238E27FC236}">
                  <a16:creationId xmlns="" xmlns:a16="http://schemas.microsoft.com/office/drawing/2014/main" id="{5A237BD9-2BBD-42E4-9A75-DE55A08CDFCA}"/>
                </a:ext>
              </a:extLst>
            </p:cNvPr>
            <p:cNvSpPr txBox="1"/>
            <p:nvPr/>
          </p:nvSpPr>
          <p:spPr>
            <a:xfrm>
              <a:off x="2905422" y="5052142"/>
              <a:ext cx="815340" cy="392126"/>
            </a:xfrm>
            <a:prstGeom prst="rect">
              <a:avLst/>
            </a:prstGeom>
            <a:noFill/>
          </p:spPr>
          <p:txBody>
            <a:bodyPr wrap="square" rtlCol="0">
              <a:spAutoFit/>
            </a:bodyPr>
            <a:lstStyle/>
            <a:p>
              <a:pPr defTabSz="1316777"/>
              <a:r>
                <a:rPr lang="en-US" altLang="zh-CN" sz="2539" b="1" dirty="0">
                  <a:solidFill>
                    <a:schemeClr val="bg1"/>
                  </a:solidFill>
                  <a:cs typeface="+mn-ea"/>
                  <a:sym typeface="+mn-lt"/>
                </a:rPr>
                <a:t>04</a:t>
              </a:r>
            </a:p>
          </p:txBody>
        </p:sp>
      </p:grpSp>
      <p:pic>
        <p:nvPicPr>
          <p:cNvPr id="28" name="图片 27">
            <a:extLst>
              <a:ext uri="{FF2B5EF4-FFF2-40B4-BE49-F238E27FC236}">
                <a16:creationId xmlns="" xmlns:a16="http://schemas.microsoft.com/office/drawing/2014/main" id="{8C84ACD8-D6CB-48D0-9FF5-A9D5572088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28003" y="2295312"/>
            <a:ext cx="4638964" cy="4638964"/>
          </a:xfrm>
          <a:prstGeom prst="rect">
            <a:avLst/>
          </a:prstGeom>
        </p:spPr>
      </p:pic>
    </p:spTree>
    <p:extLst>
      <p:ext uri="{BB962C8B-B14F-4D97-AF65-F5344CB8AC3E}">
        <p14:creationId xmlns:p14="http://schemas.microsoft.com/office/powerpoint/2010/main" val="1505579668"/>
      </p:ext>
    </p:extLst>
  </p:cSld>
  <p:clrMapOvr>
    <a:masterClrMapping/>
  </p:clrMapOvr>
  <mc:AlternateContent xmlns:mc="http://schemas.openxmlformats.org/markup-compatibility/2006" xmlns:p14="http://schemas.microsoft.com/office/powerpoint/2010/main">
    <mc:Choice Requires="p14">
      <p:transition spd="slow" p14:dur="1600" advTm="2000">
        <p14:prism isInverted="1"/>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16" presetClass="entr" presetSubtype="21" fill="hold"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barn(inVertical)">
                                      <p:cBhvr>
                                        <p:cTn id="2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 xmlns:a16="http://schemas.microsoft.com/office/drawing/2014/main" id="{3A94C8EA-13A4-48A8-AD4D-2059D466ADC3}"/>
              </a:ext>
            </a:extLst>
          </p:cNvPr>
          <p:cNvGrpSpPr/>
          <p:nvPr/>
        </p:nvGrpSpPr>
        <p:grpSpPr>
          <a:xfrm>
            <a:off x="-294505" y="-655782"/>
            <a:ext cx="12781010" cy="7513782"/>
            <a:chOff x="-286327" y="-655782"/>
            <a:chExt cx="12781010" cy="7513782"/>
          </a:xfrm>
        </p:grpSpPr>
        <p:grpSp>
          <p:nvGrpSpPr>
            <p:cNvPr id="12" name="组合 11">
              <a:extLst>
                <a:ext uri="{FF2B5EF4-FFF2-40B4-BE49-F238E27FC236}">
                  <a16:creationId xmlns="" xmlns:a16="http://schemas.microsoft.com/office/drawing/2014/main" id="{63BCB666-C8FA-4CA3-8FE2-B4920E2ADF1E}"/>
                </a:ext>
              </a:extLst>
            </p:cNvPr>
            <p:cNvGrpSpPr/>
            <p:nvPr/>
          </p:nvGrpSpPr>
          <p:grpSpPr>
            <a:xfrm>
              <a:off x="-286327" y="-520339"/>
              <a:ext cx="12478327" cy="7378339"/>
              <a:chOff x="-286327" y="-520339"/>
              <a:chExt cx="12478327" cy="7378339"/>
            </a:xfrm>
          </p:grpSpPr>
          <p:grpSp>
            <p:nvGrpSpPr>
              <p:cNvPr id="10" name="组合 9">
                <a:extLst>
                  <a:ext uri="{FF2B5EF4-FFF2-40B4-BE49-F238E27FC236}">
                    <a16:creationId xmlns="" xmlns:a16="http://schemas.microsoft.com/office/drawing/2014/main" id="{1737976E-1542-4104-B89E-4590231EB7C5}"/>
                  </a:ext>
                </a:extLst>
              </p:cNvPr>
              <p:cNvGrpSpPr/>
              <p:nvPr/>
            </p:nvGrpSpPr>
            <p:grpSpPr>
              <a:xfrm>
                <a:off x="-286327" y="-520339"/>
                <a:ext cx="8645236" cy="7378339"/>
                <a:chOff x="-286327" y="-520339"/>
                <a:chExt cx="8645236" cy="7378339"/>
              </a:xfrm>
            </p:grpSpPr>
            <p:pic>
              <p:nvPicPr>
                <p:cNvPr id="9" name="图片 8">
                  <a:extLst>
                    <a:ext uri="{FF2B5EF4-FFF2-40B4-BE49-F238E27FC236}">
                      <a16:creationId xmlns="" xmlns:a16="http://schemas.microsoft.com/office/drawing/2014/main" id="{CF4B22A8-5C28-4C1E-AC7C-4863DC273A1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9091"/>
                <a:stretch/>
              </p:blipFill>
              <p:spPr>
                <a:xfrm flipH="1">
                  <a:off x="-286327" y="762000"/>
                  <a:ext cx="8645236" cy="6096000"/>
                </a:xfrm>
                <a:prstGeom prst="rect">
                  <a:avLst/>
                </a:prstGeom>
              </p:spPr>
            </p:pic>
            <p:pic>
              <p:nvPicPr>
                <p:cNvPr id="5" name="图片 4">
                  <a:extLst>
                    <a:ext uri="{FF2B5EF4-FFF2-40B4-BE49-F238E27FC236}">
                      <a16:creationId xmlns="" xmlns:a16="http://schemas.microsoft.com/office/drawing/2014/main" id="{18756454-765E-468F-9FA7-D6F48AFA42D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82045" b="77879"/>
                <a:stretch/>
              </p:blipFill>
              <p:spPr>
                <a:xfrm>
                  <a:off x="0" y="0"/>
                  <a:ext cx="2189018" cy="1348509"/>
                </a:xfrm>
                <a:prstGeom prst="rect">
                  <a:avLst/>
                </a:prstGeom>
              </p:spPr>
            </p:pic>
            <p:pic>
              <p:nvPicPr>
                <p:cNvPr id="7" name="图片 6">
                  <a:extLst>
                    <a:ext uri="{FF2B5EF4-FFF2-40B4-BE49-F238E27FC236}">
                      <a16:creationId xmlns="" xmlns:a16="http://schemas.microsoft.com/office/drawing/2014/main" id="{A4ACC341-9AC2-4509-A02E-BE246AC7FBA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7879" r="86667"/>
                <a:stretch/>
              </p:blipFill>
              <p:spPr>
                <a:xfrm rot="7764793">
                  <a:off x="1016000" y="-381794"/>
                  <a:ext cx="1625600" cy="1348509"/>
                </a:xfrm>
                <a:prstGeom prst="rect">
                  <a:avLst/>
                </a:prstGeom>
              </p:spPr>
            </p:pic>
          </p:grpSp>
          <p:pic>
            <p:nvPicPr>
              <p:cNvPr id="11" name="图片 10">
                <a:extLst>
                  <a:ext uri="{FF2B5EF4-FFF2-40B4-BE49-F238E27FC236}">
                    <a16:creationId xmlns="" xmlns:a16="http://schemas.microsoft.com/office/drawing/2014/main" id="{4A076A69-FC98-47A0-826D-24064B8183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81000"/>
                <a:ext cx="12192000" cy="6096000"/>
              </a:xfrm>
              <a:prstGeom prst="rect">
                <a:avLst/>
              </a:prstGeom>
            </p:spPr>
          </p:pic>
        </p:grpSp>
        <p:pic>
          <p:nvPicPr>
            <p:cNvPr id="13" name="图片 12">
              <a:extLst>
                <a:ext uri="{FF2B5EF4-FFF2-40B4-BE49-F238E27FC236}">
                  <a16:creationId xmlns="" xmlns:a16="http://schemas.microsoft.com/office/drawing/2014/main" id="{40B7EA96-C8E6-45AF-8DA6-171A50E0A63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424" b="78182"/>
            <a:stretch/>
          </p:blipFill>
          <p:spPr>
            <a:xfrm flipH="1">
              <a:off x="10305666" y="-655782"/>
              <a:ext cx="2189017" cy="1330036"/>
            </a:xfrm>
            <a:prstGeom prst="rect">
              <a:avLst/>
            </a:prstGeom>
          </p:spPr>
        </p:pic>
      </p:grpSp>
      <p:sp>
        <p:nvSpPr>
          <p:cNvPr id="15" name="TextBox 11">
            <a:extLst>
              <a:ext uri="{FF2B5EF4-FFF2-40B4-BE49-F238E27FC236}">
                <a16:creationId xmlns="" xmlns:a16="http://schemas.microsoft.com/office/drawing/2014/main" id="{6431FEA4-ED81-47C6-A7B3-CA023B7DA017}"/>
              </a:ext>
            </a:extLst>
          </p:cNvPr>
          <p:cNvSpPr txBox="1"/>
          <p:nvPr/>
        </p:nvSpPr>
        <p:spPr>
          <a:xfrm>
            <a:off x="1953021" y="2217521"/>
            <a:ext cx="2854762" cy="2657779"/>
          </a:xfrm>
          <a:prstGeom prst="rect">
            <a:avLst/>
          </a:prstGeom>
          <a:noFill/>
        </p:spPr>
        <p:txBody>
          <a:bodyPr wrap="square" rtlCol="0">
            <a:spAutoFit/>
          </a:bodyPr>
          <a:lstStyle/>
          <a:p>
            <a:pPr defTabSz="1185606"/>
            <a:r>
              <a:rPr lang="en-US" altLang="zh-CN" sz="16671" dirty="0">
                <a:solidFill>
                  <a:schemeClr val="tx1">
                    <a:lumMod val="75000"/>
                    <a:lumOff val="25000"/>
                  </a:schemeClr>
                </a:solidFill>
                <a:cs typeface="+mn-ea"/>
                <a:sym typeface="+mn-lt"/>
              </a:rPr>
              <a:t>01</a:t>
            </a:r>
            <a:endParaRPr lang="zh-CN" altLang="en-US" sz="16671" dirty="0">
              <a:solidFill>
                <a:schemeClr val="tx1">
                  <a:lumMod val="75000"/>
                  <a:lumOff val="25000"/>
                </a:schemeClr>
              </a:solidFill>
              <a:cs typeface="+mn-ea"/>
              <a:sym typeface="+mn-lt"/>
            </a:endParaRPr>
          </a:p>
        </p:txBody>
      </p:sp>
      <p:grpSp>
        <p:nvGrpSpPr>
          <p:cNvPr id="25" name="组合 24">
            <a:extLst>
              <a:ext uri="{FF2B5EF4-FFF2-40B4-BE49-F238E27FC236}">
                <a16:creationId xmlns="" xmlns:a16="http://schemas.microsoft.com/office/drawing/2014/main" id="{B1143233-372B-41BE-9CB3-2B0AB0D6777D}"/>
              </a:ext>
            </a:extLst>
          </p:cNvPr>
          <p:cNvGrpSpPr/>
          <p:nvPr/>
        </p:nvGrpSpPr>
        <p:grpSpPr>
          <a:xfrm>
            <a:off x="4807783" y="2649288"/>
            <a:ext cx="5806594" cy="2151002"/>
            <a:chOff x="4807783" y="2649288"/>
            <a:chExt cx="5806594" cy="2151002"/>
          </a:xfrm>
        </p:grpSpPr>
        <p:sp>
          <p:nvSpPr>
            <p:cNvPr id="16" name="Subtitle 9">
              <a:extLst>
                <a:ext uri="{FF2B5EF4-FFF2-40B4-BE49-F238E27FC236}">
                  <a16:creationId xmlns="" xmlns:a16="http://schemas.microsoft.com/office/drawing/2014/main" id="{D45E77DE-51B1-4553-A3C9-E322DE05BB83}"/>
                </a:ext>
              </a:extLst>
            </p:cNvPr>
            <p:cNvSpPr txBox="1"/>
            <p:nvPr/>
          </p:nvSpPr>
          <p:spPr>
            <a:xfrm>
              <a:off x="4807783" y="2649288"/>
              <a:ext cx="5806594" cy="1304900"/>
            </a:xfrm>
            <a:prstGeom prst="rect">
              <a:avLst/>
            </a:prstGeom>
          </p:spPr>
          <p:txBody>
            <a:bodyPr vert="horz" wrap="square" lIns="103562" tIns="51780" rIns="103562" bIns="51780" rtlCol="0">
              <a:spAutoFit/>
            </a:bodyPr>
            <a:lstStyle>
              <a:defPPr>
                <a:defRPr lang="zh-CN"/>
              </a:defPPr>
              <a:lvl1pPr indent="0" algn="r" defTabSz="1087120">
                <a:lnSpc>
                  <a:spcPct val="100000"/>
                </a:lnSpc>
                <a:spcBef>
                  <a:spcPct val="20000"/>
                </a:spcBef>
                <a:buFont typeface="Arial" panose="020B0604020202020204"/>
                <a:buNone/>
                <a:defRPr sz="2000">
                  <a:solidFill>
                    <a:schemeClr val="accent2"/>
                  </a:solidFill>
                  <a:latin typeface="微软雅黑" panose="020B0503020204020204" charset="-122"/>
                  <a:ea typeface="微软雅黑" panose="020B0503020204020204" charset="-122"/>
                  <a:cs typeface="Open Sans Light" panose="020B0306030504020204"/>
                </a:defRPr>
              </a:lvl1pPr>
              <a:lvl2pPr marL="1087755"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2pPr>
              <a:lvl3pPr marL="2174875"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3pPr>
              <a:lvl4pPr marL="3262630"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4pPr>
              <a:lvl5pPr marL="4349750"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5pPr>
              <a:lvl6pPr marL="5437505" indent="0" algn="ctr" defTabSz="1087120">
                <a:spcBef>
                  <a:spcPct val="20000"/>
                </a:spcBef>
                <a:buFont typeface="Arial" panose="020B0604020202020204"/>
                <a:buNone/>
                <a:defRPr sz="4800">
                  <a:solidFill>
                    <a:schemeClr val="tx1">
                      <a:tint val="75000"/>
                    </a:schemeClr>
                  </a:solidFill>
                </a:defRPr>
              </a:lvl6pPr>
              <a:lvl7pPr marL="6524625" indent="0" algn="ctr" defTabSz="1087120">
                <a:spcBef>
                  <a:spcPct val="20000"/>
                </a:spcBef>
                <a:buFont typeface="Arial" panose="020B0604020202020204"/>
                <a:buNone/>
                <a:defRPr sz="4800">
                  <a:solidFill>
                    <a:schemeClr val="tx1">
                      <a:tint val="75000"/>
                    </a:schemeClr>
                  </a:solidFill>
                </a:defRPr>
              </a:lvl7pPr>
              <a:lvl8pPr marL="7612380" indent="0" algn="ctr" defTabSz="1087120">
                <a:spcBef>
                  <a:spcPct val="20000"/>
                </a:spcBef>
                <a:buFont typeface="Arial" panose="020B0604020202020204"/>
                <a:buNone/>
                <a:defRPr sz="4800">
                  <a:solidFill>
                    <a:schemeClr val="tx1">
                      <a:tint val="75000"/>
                    </a:schemeClr>
                  </a:solidFill>
                </a:defRPr>
              </a:lvl8pPr>
              <a:lvl9pPr marL="8699500" indent="0" algn="ctr" defTabSz="1087120">
                <a:spcBef>
                  <a:spcPct val="20000"/>
                </a:spcBef>
                <a:buFont typeface="Arial" panose="020B0604020202020204"/>
                <a:buNone/>
                <a:defRPr sz="4800">
                  <a:solidFill>
                    <a:schemeClr val="tx1">
                      <a:tint val="75000"/>
                    </a:schemeClr>
                  </a:solidFill>
                </a:defRPr>
              </a:lvl9pPr>
            </a:lstStyle>
            <a:p>
              <a:pPr algn="l" defTabSz="1035591">
                <a:defRPr/>
              </a:pPr>
              <a:r>
                <a:rPr lang="zh-CN" altLang="en-US" sz="5400" b="1" kern="0" dirty="0">
                  <a:solidFill>
                    <a:schemeClr val="tx1">
                      <a:lumMod val="75000"/>
                      <a:lumOff val="25000"/>
                    </a:schemeClr>
                  </a:solidFill>
                  <a:latin typeface="+mn-lt"/>
                  <a:ea typeface="+mn-ea"/>
                  <a:cs typeface="+mn-ea"/>
                  <a:sym typeface="+mn-lt"/>
                </a:rPr>
                <a:t>单击添加标题</a:t>
              </a:r>
              <a:endParaRPr lang="en-US" altLang="zh-CN" sz="5400" b="1" kern="0" dirty="0">
                <a:solidFill>
                  <a:schemeClr val="tx1">
                    <a:lumMod val="75000"/>
                    <a:lumOff val="25000"/>
                  </a:schemeClr>
                </a:solidFill>
                <a:latin typeface="+mn-lt"/>
                <a:ea typeface="+mn-ea"/>
                <a:cs typeface="+mn-ea"/>
                <a:sym typeface="+mn-lt"/>
              </a:endParaRPr>
            </a:p>
            <a:p>
              <a:pPr algn="l" defTabSz="1035591">
                <a:defRPr/>
              </a:pPr>
              <a:r>
                <a:rPr lang="en-US" altLang="zh-CN" b="1" kern="0" spc="600" dirty="0">
                  <a:solidFill>
                    <a:schemeClr val="tx1">
                      <a:lumMod val="75000"/>
                      <a:lumOff val="25000"/>
                    </a:schemeClr>
                  </a:solidFill>
                  <a:latin typeface="+mn-lt"/>
                  <a:ea typeface="+mn-ea"/>
                  <a:cs typeface="+mn-ea"/>
                  <a:sym typeface="+mn-lt"/>
                </a:rPr>
                <a:t>ANNUAL WORK SUMMARY</a:t>
              </a:r>
              <a:endParaRPr lang="en-US" b="1" kern="0" spc="600" dirty="0">
                <a:solidFill>
                  <a:schemeClr val="tx1">
                    <a:lumMod val="75000"/>
                    <a:lumOff val="25000"/>
                  </a:schemeClr>
                </a:solidFill>
                <a:latin typeface="+mn-lt"/>
                <a:ea typeface="+mn-ea"/>
                <a:cs typeface="+mn-ea"/>
                <a:sym typeface="+mn-lt"/>
              </a:endParaRPr>
            </a:p>
          </p:txBody>
        </p:sp>
        <p:sp>
          <p:nvSpPr>
            <p:cNvPr id="17" name="4">
              <a:extLst>
                <a:ext uri="{FF2B5EF4-FFF2-40B4-BE49-F238E27FC236}">
                  <a16:creationId xmlns="" xmlns:a16="http://schemas.microsoft.com/office/drawing/2014/main" id="{70D6F860-FD52-4EC9-AA8D-BB935042AEA6}"/>
                </a:ext>
              </a:extLst>
            </p:cNvPr>
            <p:cNvSpPr txBox="1"/>
            <p:nvPr/>
          </p:nvSpPr>
          <p:spPr>
            <a:xfrm>
              <a:off x="4982823" y="4253072"/>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18" name="3">
              <a:extLst>
                <a:ext uri="{FF2B5EF4-FFF2-40B4-BE49-F238E27FC236}">
                  <a16:creationId xmlns="" xmlns:a16="http://schemas.microsoft.com/office/drawing/2014/main" id="{FCECDB0E-99BA-4B92-95AA-0544BF3EE185}"/>
                </a:ext>
              </a:extLst>
            </p:cNvPr>
            <p:cNvSpPr txBox="1"/>
            <p:nvPr/>
          </p:nvSpPr>
          <p:spPr>
            <a:xfrm>
              <a:off x="4982821" y="4581108"/>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19" name="2">
              <a:extLst>
                <a:ext uri="{FF2B5EF4-FFF2-40B4-BE49-F238E27FC236}">
                  <a16:creationId xmlns="" xmlns:a16="http://schemas.microsoft.com/office/drawing/2014/main" id="{06281A3C-A9DF-411A-936A-62EEB0152FEE}"/>
                </a:ext>
              </a:extLst>
            </p:cNvPr>
            <p:cNvSpPr txBox="1"/>
            <p:nvPr/>
          </p:nvSpPr>
          <p:spPr>
            <a:xfrm>
              <a:off x="6699626" y="4256355"/>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20" name="1">
              <a:extLst>
                <a:ext uri="{FF2B5EF4-FFF2-40B4-BE49-F238E27FC236}">
                  <a16:creationId xmlns="" xmlns:a16="http://schemas.microsoft.com/office/drawing/2014/main" id="{50EAEF8A-7439-4971-8656-71D8CBDF0313}"/>
                </a:ext>
              </a:extLst>
            </p:cNvPr>
            <p:cNvSpPr txBox="1"/>
            <p:nvPr/>
          </p:nvSpPr>
          <p:spPr>
            <a:xfrm>
              <a:off x="6699627" y="4584846"/>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grpSp>
      <p:grpSp>
        <p:nvGrpSpPr>
          <p:cNvPr id="24" name="组合 23">
            <a:extLst>
              <a:ext uri="{FF2B5EF4-FFF2-40B4-BE49-F238E27FC236}">
                <a16:creationId xmlns="" xmlns:a16="http://schemas.microsoft.com/office/drawing/2014/main" id="{56154C23-01B8-4077-B25D-C9756F973530}"/>
              </a:ext>
            </a:extLst>
          </p:cNvPr>
          <p:cNvGrpSpPr/>
          <p:nvPr/>
        </p:nvGrpSpPr>
        <p:grpSpPr>
          <a:xfrm>
            <a:off x="-438970" y="6307938"/>
            <a:ext cx="12867537" cy="865521"/>
            <a:chOff x="-438970" y="6307938"/>
            <a:chExt cx="12867537" cy="865521"/>
          </a:xfrm>
        </p:grpSpPr>
        <p:sp>
          <p:nvSpPr>
            <p:cNvPr id="22" name="矩形 21">
              <a:extLst>
                <a:ext uri="{FF2B5EF4-FFF2-40B4-BE49-F238E27FC236}">
                  <a16:creationId xmlns="" xmlns:a16="http://schemas.microsoft.com/office/drawing/2014/main" id="{58B0BDC2-62DD-4B5F-82B7-A51F4BBB38CF}"/>
                </a:ext>
              </a:extLst>
            </p:cNvPr>
            <p:cNvSpPr/>
            <p:nvPr/>
          </p:nvSpPr>
          <p:spPr>
            <a:xfrm>
              <a:off x="-438970" y="6307938"/>
              <a:ext cx="12867537" cy="381000"/>
            </a:xfrm>
            <a:prstGeom prst="rect">
              <a:avLst/>
            </a:prstGeom>
            <a:solidFill>
              <a:srgbClr val="566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矩形 22">
              <a:extLst>
                <a:ext uri="{FF2B5EF4-FFF2-40B4-BE49-F238E27FC236}">
                  <a16:creationId xmlns="" xmlns:a16="http://schemas.microsoft.com/office/drawing/2014/main" id="{21529B98-64C7-403D-A652-D28F48FD1D08}"/>
                </a:ext>
              </a:extLst>
            </p:cNvPr>
            <p:cNvSpPr/>
            <p:nvPr/>
          </p:nvSpPr>
          <p:spPr>
            <a:xfrm>
              <a:off x="-438970" y="6792459"/>
              <a:ext cx="12867537" cy="381000"/>
            </a:xfrm>
            <a:prstGeom prst="rect">
              <a:avLst/>
            </a:prstGeom>
            <a:solidFill>
              <a:srgbClr val="FFCA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2088873107"/>
      </p:ext>
    </p:extLst>
  </p:cSld>
  <p:clrMapOvr>
    <a:masterClrMapping/>
  </p:clrMapOvr>
  <mc:AlternateContent xmlns:mc="http://schemas.openxmlformats.org/markup-compatibility/2006" xmlns:p14="http://schemas.microsoft.com/office/powerpoint/2010/main">
    <mc:Choice Requires="p14">
      <p:transition spd="slow" p14:dur="1250" advTm="2000">
        <p14:switch dir="r"/>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barn(inVertical)">
                                      <p:cBhvr>
                                        <p:cTn id="11" dur="500"/>
                                        <p:tgtEl>
                                          <p:spTgt spid="24"/>
                                        </p:tgtEl>
                                      </p:cBhvr>
                                    </p:animEffec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fill="hold"/>
                                        <p:tgtEl>
                                          <p:spTgt spid="25"/>
                                        </p:tgtEl>
                                        <p:attrNameLst>
                                          <p:attrName>ppt_x</p:attrName>
                                        </p:attrNameLst>
                                      </p:cBhvr>
                                      <p:tavLst>
                                        <p:tav tm="0">
                                          <p:val>
                                            <p:strVal val="#ppt_x"/>
                                          </p:val>
                                        </p:tav>
                                        <p:tav tm="100000">
                                          <p:val>
                                            <p:strVal val="#ppt_x"/>
                                          </p:val>
                                        </p:tav>
                                      </p:tavLst>
                                    </p:anim>
                                    <p:anim calcmode="lin" valueType="num">
                                      <p:cBhvr additive="base">
                                        <p:cTn id="21"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24" name="图片 15"/>
          <p:cNvPicPr>
            <a:picLocks noChangeAspect="1"/>
          </p:cNvPicPr>
          <p:nvPr/>
        </p:nvPicPr>
        <p:blipFill>
          <a:blip r:embed="rId3" cstate="print">
            <a:extLst>
              <a:ext uri="{28A0092B-C50C-407E-A947-70E740481C1C}">
                <a14:useLocalDpi xmlns:a14="http://schemas.microsoft.com/office/drawing/2010/main" val="0"/>
              </a:ext>
            </a:extLst>
          </a:blip>
          <a:srcRect/>
          <a:stretch/>
        </p:blipFill>
        <p:spPr bwMode="auto">
          <a:xfrm>
            <a:off x="6753370" y="1952082"/>
            <a:ext cx="4009915" cy="4009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5">
            <a:extLst>
              <a:ext uri="{FF2B5EF4-FFF2-40B4-BE49-F238E27FC236}">
                <a16:creationId xmlns="" xmlns:a16="http://schemas.microsoft.com/office/drawing/2014/main" id="{9FCCC7B6-6BCE-4745-9F01-E9616CA7D2D1}"/>
              </a:ext>
            </a:extLst>
          </p:cNvPr>
          <p:cNvGrpSpPr/>
          <p:nvPr/>
        </p:nvGrpSpPr>
        <p:grpSpPr>
          <a:xfrm>
            <a:off x="630389" y="1941604"/>
            <a:ext cx="5708492" cy="3573314"/>
            <a:chOff x="630389" y="1941604"/>
            <a:chExt cx="5708492" cy="3573314"/>
          </a:xfrm>
        </p:grpSpPr>
        <p:sp>
          <p:nvSpPr>
            <p:cNvPr id="119812" name="文本框 67"/>
            <p:cNvSpPr txBox="1">
              <a:spLocks noChangeArrowheads="1"/>
            </p:cNvSpPr>
            <p:nvPr/>
          </p:nvSpPr>
          <p:spPr bwMode="auto">
            <a:xfrm>
              <a:off x="723103" y="2018979"/>
              <a:ext cx="2167581" cy="400110"/>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wrap="none">
              <a:spAutoFit/>
            </a:bodyPr>
            <a:lstStyle/>
            <a:p>
              <a:pPr eaLnBrk="1" hangingPunct="1">
                <a:buFont typeface="Arial" panose="020B0604020202020204" pitchFamily="34" charset="0"/>
                <a:buNone/>
              </a:pPr>
              <a:r>
                <a:rPr lang="en-US" altLang="zh-CN" sz="2000" dirty="0" err="1">
                  <a:cs typeface="+mn-ea"/>
                  <a:sym typeface="+mn-lt"/>
                </a:rPr>
                <a:t>Pandaren</a:t>
              </a:r>
              <a:r>
                <a:rPr lang="en-US" altLang="zh-CN" sz="2000" dirty="0">
                  <a:cs typeface="+mn-ea"/>
                  <a:sym typeface="+mn-lt"/>
                </a:rPr>
                <a:t> Design</a:t>
              </a:r>
              <a:endParaRPr lang="zh-CN" altLang="en-US" sz="2000" dirty="0">
                <a:cs typeface="+mn-ea"/>
                <a:sym typeface="+mn-lt"/>
              </a:endParaRPr>
            </a:p>
          </p:txBody>
        </p:sp>
        <p:sp>
          <p:nvSpPr>
            <p:cNvPr id="119817" name="同心圆 73"/>
            <p:cNvSpPr>
              <a:spLocks noChangeArrowheads="1"/>
            </p:cNvSpPr>
            <p:nvPr/>
          </p:nvSpPr>
          <p:spPr bwMode="auto">
            <a:xfrm>
              <a:off x="630389" y="3775066"/>
              <a:ext cx="1738264" cy="1739852"/>
            </a:xfrm>
            <a:custGeom>
              <a:avLst/>
              <a:gdLst>
                <a:gd name="T0" fmla="*/ 0 w 1739611"/>
                <a:gd name="T1" fmla="*/ 870096 h 1739611"/>
                <a:gd name="T2" fmla="*/ 868507 w 1739611"/>
                <a:gd name="T3" fmla="*/ 0 h 1739611"/>
                <a:gd name="T4" fmla="*/ 1737015 w 1739611"/>
                <a:gd name="T5" fmla="*/ 870096 h 1739611"/>
                <a:gd name="T6" fmla="*/ 868507 w 1739611"/>
                <a:gd name="T7" fmla="*/ 1740190 h 1739611"/>
                <a:gd name="T8" fmla="*/ 0 w 1739611"/>
                <a:gd name="T9" fmla="*/ 870096 h 1739611"/>
                <a:gd name="T10" fmla="*/ 314104 w 1739611"/>
                <a:gd name="T11" fmla="*/ 870096 h 1739611"/>
                <a:gd name="T12" fmla="*/ 868507 w 1739611"/>
                <a:gd name="T13" fmla="*/ 1425512 h 1739611"/>
                <a:gd name="T14" fmla="*/ 1422911 w 1739611"/>
                <a:gd name="T15" fmla="*/ 870096 h 1739611"/>
                <a:gd name="T16" fmla="*/ 868507 w 1739611"/>
                <a:gd name="T17" fmla="*/ 314678 h 1739611"/>
                <a:gd name="T18" fmla="*/ 314104 w 1739611"/>
                <a:gd name="T19" fmla="*/ 870096 h 17396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39611" h="1739611">
                  <a:moveTo>
                    <a:pt x="0" y="869806"/>
                  </a:moveTo>
                  <a:cubicBezTo>
                    <a:pt x="0" y="389425"/>
                    <a:pt x="389425" y="0"/>
                    <a:pt x="869806" y="0"/>
                  </a:cubicBezTo>
                  <a:cubicBezTo>
                    <a:pt x="1350187" y="0"/>
                    <a:pt x="1739612" y="389425"/>
                    <a:pt x="1739612" y="869806"/>
                  </a:cubicBezTo>
                  <a:cubicBezTo>
                    <a:pt x="1739612" y="1350187"/>
                    <a:pt x="1350187" y="1739612"/>
                    <a:pt x="869806" y="1739612"/>
                  </a:cubicBezTo>
                  <a:cubicBezTo>
                    <a:pt x="389425" y="1739612"/>
                    <a:pt x="0" y="1350187"/>
                    <a:pt x="0" y="869806"/>
                  </a:cubicBezTo>
                  <a:close/>
                  <a:moveTo>
                    <a:pt x="314574" y="869806"/>
                  </a:moveTo>
                  <a:cubicBezTo>
                    <a:pt x="314574" y="1176452"/>
                    <a:pt x="563160" y="1425038"/>
                    <a:pt x="869806" y="1425038"/>
                  </a:cubicBezTo>
                  <a:cubicBezTo>
                    <a:pt x="1176452" y="1425038"/>
                    <a:pt x="1425038" y="1176452"/>
                    <a:pt x="1425038" y="869806"/>
                  </a:cubicBezTo>
                  <a:cubicBezTo>
                    <a:pt x="1425038" y="563160"/>
                    <a:pt x="1176452" y="314574"/>
                    <a:pt x="869806" y="314574"/>
                  </a:cubicBezTo>
                  <a:cubicBezTo>
                    <a:pt x="563160" y="314574"/>
                    <a:pt x="314574" y="563160"/>
                    <a:pt x="314574" y="869806"/>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721">
                <a:cs typeface="+mn-ea"/>
                <a:sym typeface="+mn-lt"/>
              </a:endParaRPr>
            </a:p>
          </p:txBody>
        </p:sp>
        <p:sp>
          <p:nvSpPr>
            <p:cNvPr id="119818" name="同心圆 74"/>
            <p:cNvSpPr>
              <a:spLocks noChangeArrowheads="1"/>
            </p:cNvSpPr>
            <p:nvPr/>
          </p:nvSpPr>
          <p:spPr bwMode="auto">
            <a:xfrm>
              <a:off x="2614709" y="3775066"/>
              <a:ext cx="1739852" cy="1739852"/>
            </a:xfrm>
            <a:custGeom>
              <a:avLst/>
              <a:gdLst>
                <a:gd name="T0" fmla="*/ 0 w 1739611"/>
                <a:gd name="T1" fmla="*/ 870096 h 1739611"/>
                <a:gd name="T2" fmla="*/ 870096 w 1739611"/>
                <a:gd name="T3" fmla="*/ 0 h 1739611"/>
                <a:gd name="T4" fmla="*/ 1740190 w 1739611"/>
                <a:gd name="T5" fmla="*/ 870096 h 1739611"/>
                <a:gd name="T6" fmla="*/ 870096 w 1739611"/>
                <a:gd name="T7" fmla="*/ 1740190 h 1739611"/>
                <a:gd name="T8" fmla="*/ 0 w 1739611"/>
                <a:gd name="T9" fmla="*/ 870096 h 1739611"/>
                <a:gd name="T10" fmla="*/ 314678 w 1739611"/>
                <a:gd name="T11" fmla="*/ 870096 h 1739611"/>
                <a:gd name="T12" fmla="*/ 870096 w 1739611"/>
                <a:gd name="T13" fmla="*/ 1425512 h 1739611"/>
                <a:gd name="T14" fmla="*/ 1425512 w 1739611"/>
                <a:gd name="T15" fmla="*/ 870096 h 1739611"/>
                <a:gd name="T16" fmla="*/ 870096 w 1739611"/>
                <a:gd name="T17" fmla="*/ 314678 h 1739611"/>
                <a:gd name="T18" fmla="*/ 314678 w 1739611"/>
                <a:gd name="T19" fmla="*/ 870096 h 17396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39611" h="1739611">
                  <a:moveTo>
                    <a:pt x="0" y="869806"/>
                  </a:moveTo>
                  <a:cubicBezTo>
                    <a:pt x="0" y="389425"/>
                    <a:pt x="389425" y="0"/>
                    <a:pt x="869806" y="0"/>
                  </a:cubicBezTo>
                  <a:cubicBezTo>
                    <a:pt x="1350187" y="0"/>
                    <a:pt x="1739612" y="389425"/>
                    <a:pt x="1739612" y="869806"/>
                  </a:cubicBezTo>
                  <a:cubicBezTo>
                    <a:pt x="1739612" y="1350187"/>
                    <a:pt x="1350187" y="1739612"/>
                    <a:pt x="869806" y="1739612"/>
                  </a:cubicBezTo>
                  <a:cubicBezTo>
                    <a:pt x="389425" y="1739612"/>
                    <a:pt x="0" y="1350187"/>
                    <a:pt x="0" y="869806"/>
                  </a:cubicBezTo>
                  <a:close/>
                  <a:moveTo>
                    <a:pt x="314574" y="869806"/>
                  </a:moveTo>
                  <a:cubicBezTo>
                    <a:pt x="314574" y="1176452"/>
                    <a:pt x="563160" y="1425038"/>
                    <a:pt x="869806" y="1425038"/>
                  </a:cubicBezTo>
                  <a:cubicBezTo>
                    <a:pt x="1176452" y="1425038"/>
                    <a:pt x="1425038" y="1176452"/>
                    <a:pt x="1425038" y="869806"/>
                  </a:cubicBezTo>
                  <a:cubicBezTo>
                    <a:pt x="1425038" y="563160"/>
                    <a:pt x="1176452" y="314574"/>
                    <a:pt x="869806" y="314574"/>
                  </a:cubicBezTo>
                  <a:cubicBezTo>
                    <a:pt x="563160" y="314574"/>
                    <a:pt x="314574" y="563160"/>
                    <a:pt x="314574" y="869806"/>
                  </a:cubicBezTo>
                  <a:close/>
                </a:path>
              </a:pathLst>
            </a:custGeom>
            <a:solidFill>
              <a:schemeClr val="accent2"/>
            </a:solidFill>
            <a:ln>
              <a:noFill/>
            </a:ln>
          </p:spPr>
          <p:txBody>
            <a:bodyPr/>
            <a:lstStyle/>
            <a:p>
              <a:endParaRPr lang="zh-CN" altLang="en-US" sz="2721">
                <a:cs typeface="+mn-ea"/>
                <a:sym typeface="+mn-lt"/>
              </a:endParaRPr>
            </a:p>
          </p:txBody>
        </p:sp>
        <p:sp>
          <p:nvSpPr>
            <p:cNvPr id="119819" name="同心圆 75"/>
            <p:cNvSpPr>
              <a:spLocks noChangeArrowheads="1"/>
            </p:cNvSpPr>
            <p:nvPr/>
          </p:nvSpPr>
          <p:spPr bwMode="auto">
            <a:xfrm>
              <a:off x="4599029" y="3775066"/>
              <a:ext cx="1739852" cy="1739852"/>
            </a:xfrm>
            <a:custGeom>
              <a:avLst/>
              <a:gdLst>
                <a:gd name="T0" fmla="*/ 0 w 1739611"/>
                <a:gd name="T1" fmla="*/ 870096 h 1739611"/>
                <a:gd name="T2" fmla="*/ 870096 w 1739611"/>
                <a:gd name="T3" fmla="*/ 0 h 1739611"/>
                <a:gd name="T4" fmla="*/ 1740190 w 1739611"/>
                <a:gd name="T5" fmla="*/ 870096 h 1739611"/>
                <a:gd name="T6" fmla="*/ 870096 w 1739611"/>
                <a:gd name="T7" fmla="*/ 1740190 h 1739611"/>
                <a:gd name="T8" fmla="*/ 0 w 1739611"/>
                <a:gd name="T9" fmla="*/ 870096 h 1739611"/>
                <a:gd name="T10" fmla="*/ 314678 w 1739611"/>
                <a:gd name="T11" fmla="*/ 870096 h 1739611"/>
                <a:gd name="T12" fmla="*/ 870096 w 1739611"/>
                <a:gd name="T13" fmla="*/ 1425512 h 1739611"/>
                <a:gd name="T14" fmla="*/ 1425512 w 1739611"/>
                <a:gd name="T15" fmla="*/ 870096 h 1739611"/>
                <a:gd name="T16" fmla="*/ 870096 w 1739611"/>
                <a:gd name="T17" fmla="*/ 314678 h 1739611"/>
                <a:gd name="T18" fmla="*/ 314678 w 1739611"/>
                <a:gd name="T19" fmla="*/ 870096 h 17396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39611" h="1739611">
                  <a:moveTo>
                    <a:pt x="0" y="869806"/>
                  </a:moveTo>
                  <a:cubicBezTo>
                    <a:pt x="0" y="389425"/>
                    <a:pt x="389425" y="0"/>
                    <a:pt x="869806" y="0"/>
                  </a:cubicBezTo>
                  <a:cubicBezTo>
                    <a:pt x="1350187" y="0"/>
                    <a:pt x="1739612" y="389425"/>
                    <a:pt x="1739612" y="869806"/>
                  </a:cubicBezTo>
                  <a:cubicBezTo>
                    <a:pt x="1739612" y="1350187"/>
                    <a:pt x="1350187" y="1739612"/>
                    <a:pt x="869806" y="1739612"/>
                  </a:cubicBezTo>
                  <a:cubicBezTo>
                    <a:pt x="389425" y="1739612"/>
                    <a:pt x="0" y="1350187"/>
                    <a:pt x="0" y="869806"/>
                  </a:cubicBezTo>
                  <a:close/>
                  <a:moveTo>
                    <a:pt x="314574" y="869806"/>
                  </a:moveTo>
                  <a:cubicBezTo>
                    <a:pt x="314574" y="1176452"/>
                    <a:pt x="563160" y="1425038"/>
                    <a:pt x="869806" y="1425038"/>
                  </a:cubicBezTo>
                  <a:cubicBezTo>
                    <a:pt x="1176452" y="1425038"/>
                    <a:pt x="1425038" y="1176452"/>
                    <a:pt x="1425038" y="869806"/>
                  </a:cubicBezTo>
                  <a:cubicBezTo>
                    <a:pt x="1425038" y="563160"/>
                    <a:pt x="1176452" y="314574"/>
                    <a:pt x="869806" y="314574"/>
                  </a:cubicBezTo>
                  <a:cubicBezTo>
                    <a:pt x="563160" y="314574"/>
                    <a:pt x="314574" y="563160"/>
                    <a:pt x="314574" y="869806"/>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721">
                <a:cs typeface="+mn-ea"/>
                <a:sym typeface="+mn-lt"/>
              </a:endParaRPr>
            </a:p>
          </p:txBody>
        </p:sp>
        <p:sp>
          <p:nvSpPr>
            <p:cNvPr id="119820" name="文本框 76"/>
            <p:cNvSpPr txBox="1">
              <a:spLocks noChangeArrowheads="1"/>
            </p:cNvSpPr>
            <p:nvPr/>
          </p:nvSpPr>
          <p:spPr bwMode="auto">
            <a:xfrm>
              <a:off x="1065352" y="4290989"/>
              <a:ext cx="109837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Font typeface="Arial" panose="020B0604020202020204" pitchFamily="34" charset="0"/>
                <a:buNone/>
              </a:pPr>
              <a:r>
                <a:rPr lang="en-US" altLang="zh-CN" sz="4000">
                  <a:cs typeface="+mn-ea"/>
                  <a:sym typeface="+mn-lt"/>
                </a:rPr>
                <a:t>50</a:t>
              </a:r>
              <a:r>
                <a:rPr lang="en-US" altLang="zh-CN" sz="2721">
                  <a:cs typeface="+mn-ea"/>
                  <a:sym typeface="+mn-lt"/>
                </a:rPr>
                <a:t>%</a:t>
              </a:r>
              <a:endParaRPr lang="zh-CN" altLang="en-US" sz="2721">
                <a:cs typeface="+mn-ea"/>
                <a:sym typeface="+mn-lt"/>
              </a:endParaRPr>
            </a:p>
          </p:txBody>
        </p:sp>
        <p:sp>
          <p:nvSpPr>
            <p:cNvPr id="119821" name="文本框 77"/>
            <p:cNvSpPr txBox="1">
              <a:spLocks noChangeArrowheads="1"/>
            </p:cNvSpPr>
            <p:nvPr/>
          </p:nvSpPr>
          <p:spPr bwMode="auto">
            <a:xfrm>
              <a:off x="3049673" y="4290989"/>
              <a:ext cx="109837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Font typeface="Arial" panose="020B0604020202020204" pitchFamily="34" charset="0"/>
                <a:buNone/>
              </a:pPr>
              <a:r>
                <a:rPr lang="en-US" altLang="zh-CN" sz="4000">
                  <a:cs typeface="+mn-ea"/>
                  <a:sym typeface="+mn-lt"/>
                </a:rPr>
                <a:t>60</a:t>
              </a:r>
              <a:r>
                <a:rPr lang="en-US" altLang="zh-CN" sz="2721">
                  <a:cs typeface="+mn-ea"/>
                  <a:sym typeface="+mn-lt"/>
                </a:rPr>
                <a:t>%</a:t>
              </a:r>
              <a:endParaRPr lang="zh-CN" altLang="en-US" sz="2721">
                <a:cs typeface="+mn-ea"/>
                <a:sym typeface="+mn-lt"/>
              </a:endParaRPr>
            </a:p>
          </p:txBody>
        </p:sp>
        <p:sp>
          <p:nvSpPr>
            <p:cNvPr id="119822" name="文本框 78"/>
            <p:cNvSpPr txBox="1">
              <a:spLocks noChangeArrowheads="1"/>
            </p:cNvSpPr>
            <p:nvPr/>
          </p:nvSpPr>
          <p:spPr bwMode="auto">
            <a:xfrm>
              <a:off x="5035580" y="4303689"/>
              <a:ext cx="109837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Font typeface="Arial" panose="020B0604020202020204" pitchFamily="34" charset="0"/>
                <a:buNone/>
              </a:pPr>
              <a:r>
                <a:rPr lang="en-US" altLang="zh-CN" sz="4000">
                  <a:cs typeface="+mn-ea"/>
                  <a:sym typeface="+mn-lt"/>
                </a:rPr>
                <a:t>70</a:t>
              </a:r>
              <a:r>
                <a:rPr lang="en-US" altLang="zh-CN" sz="2721">
                  <a:cs typeface="+mn-ea"/>
                  <a:sym typeface="+mn-lt"/>
                </a:rPr>
                <a:t>%</a:t>
              </a:r>
              <a:endParaRPr lang="zh-CN" altLang="en-US" sz="2721">
                <a:cs typeface="+mn-ea"/>
                <a:sym typeface="+mn-lt"/>
              </a:endParaRPr>
            </a:p>
          </p:txBody>
        </p:sp>
        <p:cxnSp>
          <p:nvCxnSpPr>
            <p:cNvPr id="119825" name="直接连接符 17"/>
            <p:cNvCxnSpPr>
              <a:cxnSpLocks noChangeShapeType="1"/>
            </p:cNvCxnSpPr>
            <p:nvPr/>
          </p:nvCxnSpPr>
          <p:spPr bwMode="auto">
            <a:xfrm>
              <a:off x="630389" y="1941604"/>
              <a:ext cx="5516409"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sp>
          <p:nvSpPr>
            <p:cNvPr id="20" name="Rectangle 42"/>
            <p:cNvSpPr/>
            <p:nvPr/>
          </p:nvSpPr>
          <p:spPr>
            <a:xfrm>
              <a:off x="723103" y="2935012"/>
              <a:ext cx="4289789" cy="1073481"/>
            </a:xfrm>
            <a:prstGeom prst="rect">
              <a:avLst/>
            </a:prstGeom>
            <a:noFill/>
            <a:ln w="12700" cap="flat" cmpd="sng" algn="ctr">
              <a:noFill/>
              <a:prstDash val="solid"/>
            </a:ln>
            <a:effectLst/>
          </p:spPr>
          <p:txBody>
            <a:bodyPr lIns="91437" tIns="0" rIns="91437" bIns="0" rtlCol="0" anchor="t"/>
            <a:lstStyle/>
            <a:p>
              <a:pPr defTabSz="866092">
                <a:lnSpc>
                  <a:spcPct val="120000"/>
                </a:lnSpc>
                <a:defRPr/>
              </a:pPr>
              <a:r>
                <a:rPr lang="zh-CN" altLang="en-US" sz="1400" dirty="0">
                  <a:cs typeface="+mn-ea"/>
                  <a:sym typeface="+mn-lt"/>
                </a:rPr>
                <a:t>输入替换内容文本文字输入替换内容文本文字</a:t>
              </a:r>
            </a:p>
          </p:txBody>
        </p:sp>
        <p:sp>
          <p:nvSpPr>
            <p:cNvPr id="21" name="文本框 20"/>
            <p:cNvSpPr txBox="1"/>
            <p:nvPr/>
          </p:nvSpPr>
          <p:spPr>
            <a:xfrm>
              <a:off x="745790" y="2472323"/>
              <a:ext cx="1949342" cy="400110"/>
            </a:xfrm>
            <a:prstGeom prst="rect">
              <a:avLst/>
            </a:prstGeom>
            <a:noFill/>
          </p:spPr>
          <p:txBody>
            <a:bodyPr wrap="square" rtlCol="0">
              <a:spAutoFit/>
            </a:bodyPr>
            <a:lstStyle/>
            <a:p>
              <a:r>
                <a:rPr lang="zh-CN" altLang="en-US" sz="2000" b="1" dirty="0">
                  <a:cs typeface="+mn-ea"/>
                  <a:sym typeface="+mn-lt"/>
                </a:rPr>
                <a:t>输入标题</a:t>
              </a:r>
            </a:p>
          </p:txBody>
        </p:sp>
      </p:gr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19824"/>
                                        </p:tgtEl>
                                        <p:attrNameLst>
                                          <p:attrName>style.visibility</p:attrName>
                                        </p:attrNameLst>
                                      </p:cBhvr>
                                      <p:to>
                                        <p:strVal val="visible"/>
                                      </p:to>
                                    </p:set>
                                    <p:anim calcmode="lin" valueType="num">
                                      <p:cBhvr additive="base">
                                        <p:cTn id="12" dur="500" fill="hold"/>
                                        <p:tgtEl>
                                          <p:spTgt spid="119824"/>
                                        </p:tgtEl>
                                        <p:attrNameLst>
                                          <p:attrName>ppt_x</p:attrName>
                                        </p:attrNameLst>
                                      </p:cBhvr>
                                      <p:tavLst>
                                        <p:tav tm="0">
                                          <p:val>
                                            <p:strVal val="#ppt_x"/>
                                          </p:val>
                                        </p:tav>
                                        <p:tav tm="100000">
                                          <p:val>
                                            <p:strVal val="#ppt_x"/>
                                          </p:val>
                                        </p:tav>
                                      </p:tavLst>
                                    </p:anim>
                                    <p:anim calcmode="lin" valueType="num">
                                      <p:cBhvr additive="base">
                                        <p:cTn id="13" dur="500" fill="hold"/>
                                        <p:tgtEl>
                                          <p:spTgt spid="1198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 xmlns:a16="http://schemas.microsoft.com/office/drawing/2014/main" id="{EEBBFC7D-35BA-44D1-86B1-F72758289065}"/>
              </a:ext>
            </a:extLst>
          </p:cNvPr>
          <p:cNvGrpSpPr/>
          <p:nvPr/>
        </p:nvGrpSpPr>
        <p:grpSpPr>
          <a:xfrm>
            <a:off x="1108199" y="1660556"/>
            <a:ext cx="2707149" cy="4087769"/>
            <a:chOff x="667849" y="2094034"/>
            <a:chExt cx="2707149" cy="4087769"/>
          </a:xfrm>
        </p:grpSpPr>
        <p:sp>
          <p:nvSpPr>
            <p:cNvPr id="12" name="iŝḷîdè">
              <a:extLst>
                <a:ext uri="{FF2B5EF4-FFF2-40B4-BE49-F238E27FC236}">
                  <a16:creationId xmlns="" xmlns:a16="http://schemas.microsoft.com/office/drawing/2014/main" id="{AC11FAA5-9ADC-430A-8FB5-3E10407F22C8}"/>
                </a:ext>
              </a:extLst>
            </p:cNvPr>
            <p:cNvSpPr txBox="1"/>
            <p:nvPr/>
          </p:nvSpPr>
          <p:spPr bwMode="auto">
            <a:xfrm>
              <a:off x="667849" y="2730249"/>
              <a:ext cx="2695460" cy="441805"/>
            </a:xfrm>
            <a:prstGeom prst="rect">
              <a:avLst/>
            </a:prstGeom>
            <a:solidFill>
              <a:schemeClr val="accent1"/>
            </a:solidFill>
            <a:ln>
              <a:noFill/>
            </a:ln>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r>
                <a:rPr lang="zh-CN" altLang="en-US" sz="2000" b="1" dirty="0">
                  <a:solidFill>
                    <a:schemeClr val="bg1"/>
                  </a:solidFill>
                  <a:cs typeface="+mn-ea"/>
                  <a:sym typeface="+mn-lt"/>
                </a:rPr>
                <a:t>输入标题</a:t>
              </a:r>
              <a:endParaRPr lang="en-US" altLang="zh-CN" sz="2000" b="1" dirty="0">
                <a:solidFill>
                  <a:schemeClr val="bg1"/>
                </a:solidFill>
                <a:cs typeface="+mn-ea"/>
                <a:sym typeface="+mn-lt"/>
              </a:endParaRPr>
            </a:p>
          </p:txBody>
        </p:sp>
        <p:sp>
          <p:nvSpPr>
            <p:cNvPr id="13" name="ïṧļïdé">
              <a:extLst>
                <a:ext uri="{FF2B5EF4-FFF2-40B4-BE49-F238E27FC236}">
                  <a16:creationId xmlns="" xmlns:a16="http://schemas.microsoft.com/office/drawing/2014/main" id="{986482D2-C79B-40F5-8045-0E0A7C190A38}"/>
                </a:ext>
              </a:extLst>
            </p:cNvPr>
            <p:cNvSpPr txBox="1"/>
            <p:nvPr/>
          </p:nvSpPr>
          <p:spPr>
            <a:xfrm>
              <a:off x="667850" y="2094034"/>
              <a:ext cx="2684518" cy="413496"/>
            </a:xfrm>
            <a:prstGeom prst="rect">
              <a:avLst/>
            </a:prstGeom>
            <a:noFill/>
          </p:spPr>
          <p:txBody>
            <a:bodyPr wrap="square" lIns="91440" tIns="45720" rIns="91440" bIns="45720" rtlCol="0" anchor="b">
              <a:normAutofit/>
            </a:bodyPr>
            <a:lstStyle/>
            <a:p>
              <a:pPr algn="ctr"/>
              <a:r>
                <a:rPr lang="zh-CN" altLang="en-US" sz="2000" b="1" dirty="0">
                  <a:cs typeface="+mn-ea"/>
                  <a:sym typeface="+mn-lt"/>
                </a:rPr>
                <a:t>输入标题</a:t>
              </a:r>
              <a:endParaRPr lang="en-US" altLang="zh-CN" sz="2000" b="1" dirty="0">
                <a:cs typeface="+mn-ea"/>
                <a:sym typeface="+mn-lt"/>
              </a:endParaRPr>
            </a:p>
          </p:txBody>
        </p:sp>
        <p:sp>
          <p:nvSpPr>
            <p:cNvPr id="14" name="ïṧľïḋè">
              <a:extLst>
                <a:ext uri="{FF2B5EF4-FFF2-40B4-BE49-F238E27FC236}">
                  <a16:creationId xmlns="" xmlns:a16="http://schemas.microsoft.com/office/drawing/2014/main" id="{323AA87E-74A7-479F-9EA2-2C68BAE60B2C}"/>
                </a:ext>
              </a:extLst>
            </p:cNvPr>
            <p:cNvSpPr/>
            <p:nvPr/>
          </p:nvSpPr>
          <p:spPr bwMode="auto">
            <a:xfrm>
              <a:off x="667849" y="3255726"/>
              <a:ext cx="2707149"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pPr>
              <a:r>
                <a:rPr lang="zh-CN" altLang="en-US" sz="1400" dirty="0">
                  <a:cs typeface="+mn-ea"/>
                  <a:sym typeface="+mn-lt"/>
                </a:rPr>
                <a:t>输入替换内容文本输入替换内容文本输入替换内容文本输入替换内容文本</a:t>
              </a:r>
              <a:endParaRPr lang="en-US" altLang="zh-CN" sz="1400" dirty="0">
                <a:cs typeface="+mn-ea"/>
                <a:sym typeface="+mn-lt"/>
              </a:endParaRPr>
            </a:p>
            <a:p>
              <a:pPr>
                <a:lnSpc>
                  <a:spcPct val="150000"/>
                </a:lnSpc>
              </a:pPr>
              <a:r>
                <a:rPr lang="en-US" altLang="zh-CN" sz="1400" dirty="0">
                  <a:cs typeface="+mn-ea"/>
                  <a:sym typeface="+mn-lt"/>
                </a:rPr>
                <a:t>……</a:t>
              </a:r>
            </a:p>
          </p:txBody>
        </p:sp>
        <p:sp>
          <p:nvSpPr>
            <p:cNvPr id="15" name="isļîde">
              <a:extLst>
                <a:ext uri="{FF2B5EF4-FFF2-40B4-BE49-F238E27FC236}">
                  <a16:creationId xmlns="" xmlns:a16="http://schemas.microsoft.com/office/drawing/2014/main" id="{E5B582FD-FE4D-4CF4-BFC3-A408BCE5B6C3}"/>
                </a:ext>
              </a:extLst>
            </p:cNvPr>
            <p:cNvSpPr/>
            <p:nvPr/>
          </p:nvSpPr>
          <p:spPr bwMode="auto">
            <a:xfrm>
              <a:off x="667849" y="4285287"/>
              <a:ext cx="2707149"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pPr>
              <a:r>
                <a:rPr lang="zh-CN" altLang="en-US" sz="1400" dirty="0">
                  <a:cs typeface="+mn-ea"/>
                  <a:sym typeface="+mn-lt"/>
                </a:rPr>
                <a:t>输入替换内容文本输入替换内容文本输入替换内容文本输入替换内容文本</a:t>
              </a:r>
              <a:endParaRPr lang="en-US" altLang="zh-CN" sz="1400" dirty="0">
                <a:cs typeface="+mn-ea"/>
                <a:sym typeface="+mn-lt"/>
              </a:endParaRPr>
            </a:p>
            <a:p>
              <a:pPr>
                <a:lnSpc>
                  <a:spcPct val="150000"/>
                </a:lnSpc>
              </a:pPr>
              <a:r>
                <a:rPr lang="en-US" altLang="zh-CN" sz="1400" dirty="0">
                  <a:cs typeface="+mn-ea"/>
                  <a:sym typeface="+mn-lt"/>
                </a:rPr>
                <a:t>……</a:t>
              </a:r>
            </a:p>
          </p:txBody>
        </p:sp>
        <p:sp>
          <p:nvSpPr>
            <p:cNvPr id="16" name="îsḻiḑe">
              <a:extLst>
                <a:ext uri="{FF2B5EF4-FFF2-40B4-BE49-F238E27FC236}">
                  <a16:creationId xmlns="" xmlns:a16="http://schemas.microsoft.com/office/drawing/2014/main" id="{D9A8D1C3-D7D2-4C9A-B65D-E7C27274C95B}"/>
                </a:ext>
              </a:extLst>
            </p:cNvPr>
            <p:cNvSpPr/>
            <p:nvPr/>
          </p:nvSpPr>
          <p:spPr bwMode="auto">
            <a:xfrm>
              <a:off x="667849" y="5314848"/>
              <a:ext cx="2707149"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pPr>
              <a:r>
                <a:rPr lang="zh-CN" altLang="en-US" sz="1400" dirty="0">
                  <a:cs typeface="+mn-ea"/>
                  <a:sym typeface="+mn-lt"/>
                </a:rPr>
                <a:t>输入替换内容文本输入替换内容文本输入替换内容文本输入替换内容文本</a:t>
              </a:r>
              <a:endParaRPr lang="en-US" altLang="zh-CN" sz="1400" dirty="0">
                <a:cs typeface="+mn-ea"/>
                <a:sym typeface="+mn-lt"/>
              </a:endParaRPr>
            </a:p>
            <a:p>
              <a:pPr>
                <a:lnSpc>
                  <a:spcPct val="150000"/>
                </a:lnSpc>
              </a:pPr>
              <a:r>
                <a:rPr lang="en-US" altLang="zh-CN" sz="1400" dirty="0">
                  <a:cs typeface="+mn-ea"/>
                  <a:sym typeface="+mn-lt"/>
                </a:rPr>
                <a:t>……</a:t>
              </a:r>
            </a:p>
          </p:txBody>
        </p:sp>
      </p:grpSp>
      <p:grpSp>
        <p:nvGrpSpPr>
          <p:cNvPr id="6" name="组合 5">
            <a:extLst>
              <a:ext uri="{FF2B5EF4-FFF2-40B4-BE49-F238E27FC236}">
                <a16:creationId xmlns="" xmlns:a16="http://schemas.microsoft.com/office/drawing/2014/main" id="{8A0E6C44-8CA9-4FF5-B56F-CA598BCAEF07}"/>
              </a:ext>
            </a:extLst>
          </p:cNvPr>
          <p:cNvGrpSpPr/>
          <p:nvPr/>
        </p:nvGrpSpPr>
        <p:grpSpPr>
          <a:xfrm>
            <a:off x="8772469" y="1660556"/>
            <a:ext cx="2707149" cy="4087769"/>
            <a:chOff x="8817002" y="2094034"/>
            <a:chExt cx="2707149" cy="4087769"/>
          </a:xfrm>
        </p:grpSpPr>
        <p:sp>
          <p:nvSpPr>
            <p:cNvPr id="7" name="íṥḷîḍe">
              <a:extLst>
                <a:ext uri="{FF2B5EF4-FFF2-40B4-BE49-F238E27FC236}">
                  <a16:creationId xmlns="" xmlns:a16="http://schemas.microsoft.com/office/drawing/2014/main" id="{9763BFE2-2A15-4A37-9DC8-3C45AB1C07D3}"/>
                </a:ext>
              </a:extLst>
            </p:cNvPr>
            <p:cNvSpPr txBox="1"/>
            <p:nvPr/>
          </p:nvSpPr>
          <p:spPr bwMode="auto">
            <a:xfrm>
              <a:off x="8817002" y="2730249"/>
              <a:ext cx="2695460" cy="441805"/>
            </a:xfrm>
            <a:prstGeom prst="rect">
              <a:avLst/>
            </a:prstGeom>
            <a:solidFill>
              <a:schemeClr val="accent2"/>
            </a:solidFill>
            <a:ln>
              <a:noFill/>
            </a:ln>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r>
                <a:rPr lang="zh-CN" altLang="en-US" sz="2000" b="1" dirty="0">
                  <a:solidFill>
                    <a:schemeClr val="bg1"/>
                  </a:solidFill>
                  <a:cs typeface="+mn-ea"/>
                  <a:sym typeface="+mn-lt"/>
                </a:rPr>
                <a:t>输入标题</a:t>
              </a:r>
              <a:endParaRPr lang="en-US" altLang="zh-CN" sz="2000" b="1" dirty="0">
                <a:solidFill>
                  <a:schemeClr val="bg1"/>
                </a:solidFill>
                <a:cs typeface="+mn-ea"/>
                <a:sym typeface="+mn-lt"/>
              </a:endParaRPr>
            </a:p>
          </p:txBody>
        </p:sp>
        <p:sp>
          <p:nvSpPr>
            <p:cNvPr id="8" name="iṣļîdè">
              <a:extLst>
                <a:ext uri="{FF2B5EF4-FFF2-40B4-BE49-F238E27FC236}">
                  <a16:creationId xmlns="" xmlns:a16="http://schemas.microsoft.com/office/drawing/2014/main" id="{709260EC-5F07-4218-9261-091772250B09}"/>
                </a:ext>
              </a:extLst>
            </p:cNvPr>
            <p:cNvSpPr txBox="1"/>
            <p:nvPr/>
          </p:nvSpPr>
          <p:spPr>
            <a:xfrm>
              <a:off x="8817003" y="2094034"/>
              <a:ext cx="2684518" cy="413496"/>
            </a:xfrm>
            <a:prstGeom prst="rect">
              <a:avLst/>
            </a:prstGeom>
            <a:noFill/>
          </p:spPr>
          <p:txBody>
            <a:bodyPr wrap="square" lIns="91440" tIns="45720" rIns="91440" bIns="45720" rtlCol="0" anchor="b">
              <a:normAutofit/>
            </a:bodyPr>
            <a:lstStyle/>
            <a:p>
              <a:pPr algn="ctr"/>
              <a:r>
                <a:rPr lang="zh-CN" altLang="en-US" sz="2000" b="1" dirty="0">
                  <a:cs typeface="+mn-ea"/>
                  <a:sym typeface="+mn-lt"/>
                </a:rPr>
                <a:t>输入标题</a:t>
              </a:r>
              <a:endParaRPr lang="en-US" altLang="zh-CN" sz="2000" b="1" dirty="0">
                <a:cs typeface="+mn-ea"/>
                <a:sym typeface="+mn-lt"/>
              </a:endParaRPr>
            </a:p>
          </p:txBody>
        </p:sp>
        <p:sp>
          <p:nvSpPr>
            <p:cNvPr id="9" name="išḻíḑé">
              <a:extLst>
                <a:ext uri="{FF2B5EF4-FFF2-40B4-BE49-F238E27FC236}">
                  <a16:creationId xmlns="" xmlns:a16="http://schemas.microsoft.com/office/drawing/2014/main" id="{AE9A2A34-623E-43FE-8905-EF0B6706391F}"/>
                </a:ext>
              </a:extLst>
            </p:cNvPr>
            <p:cNvSpPr/>
            <p:nvPr/>
          </p:nvSpPr>
          <p:spPr bwMode="auto">
            <a:xfrm>
              <a:off x="8817002" y="3255726"/>
              <a:ext cx="2707149"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pPr>
              <a:r>
                <a:rPr lang="zh-CN" altLang="en-US" sz="1400" dirty="0">
                  <a:cs typeface="+mn-ea"/>
                  <a:sym typeface="+mn-lt"/>
                </a:rPr>
                <a:t>输入替换内容文本输入替换内容文本输入替换内容文本输入替换内容文本</a:t>
              </a:r>
              <a:endParaRPr lang="en-US" altLang="zh-CN" sz="1400" dirty="0">
                <a:cs typeface="+mn-ea"/>
                <a:sym typeface="+mn-lt"/>
              </a:endParaRPr>
            </a:p>
            <a:p>
              <a:pPr>
                <a:lnSpc>
                  <a:spcPct val="150000"/>
                </a:lnSpc>
              </a:pPr>
              <a:r>
                <a:rPr lang="en-US" altLang="zh-CN" sz="1400" dirty="0">
                  <a:cs typeface="+mn-ea"/>
                  <a:sym typeface="+mn-lt"/>
                </a:rPr>
                <a:t>……</a:t>
              </a:r>
            </a:p>
          </p:txBody>
        </p:sp>
        <p:sp>
          <p:nvSpPr>
            <p:cNvPr id="10" name="íṡľîḑé">
              <a:extLst>
                <a:ext uri="{FF2B5EF4-FFF2-40B4-BE49-F238E27FC236}">
                  <a16:creationId xmlns="" xmlns:a16="http://schemas.microsoft.com/office/drawing/2014/main" id="{EBC8F0A7-A52E-410D-9BEA-520BA7AC6E8F}"/>
                </a:ext>
              </a:extLst>
            </p:cNvPr>
            <p:cNvSpPr/>
            <p:nvPr/>
          </p:nvSpPr>
          <p:spPr bwMode="auto">
            <a:xfrm>
              <a:off x="8817002" y="4285287"/>
              <a:ext cx="2707149"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pPr>
              <a:r>
                <a:rPr lang="zh-CN" altLang="en-US" sz="1400" dirty="0">
                  <a:cs typeface="+mn-ea"/>
                  <a:sym typeface="+mn-lt"/>
                </a:rPr>
                <a:t>输入替换内容文本输入替换内容文本输入替换内容文本输入替换内容文本</a:t>
              </a:r>
              <a:endParaRPr lang="en-US" altLang="zh-CN" sz="1400" dirty="0">
                <a:cs typeface="+mn-ea"/>
                <a:sym typeface="+mn-lt"/>
              </a:endParaRPr>
            </a:p>
            <a:p>
              <a:pPr>
                <a:lnSpc>
                  <a:spcPct val="150000"/>
                </a:lnSpc>
              </a:pPr>
              <a:r>
                <a:rPr lang="en-US" altLang="zh-CN" sz="1400" dirty="0">
                  <a:cs typeface="+mn-ea"/>
                  <a:sym typeface="+mn-lt"/>
                </a:rPr>
                <a:t>……</a:t>
              </a:r>
            </a:p>
          </p:txBody>
        </p:sp>
        <p:sp>
          <p:nvSpPr>
            <p:cNvPr id="11" name="îṥļîďê">
              <a:extLst>
                <a:ext uri="{FF2B5EF4-FFF2-40B4-BE49-F238E27FC236}">
                  <a16:creationId xmlns="" xmlns:a16="http://schemas.microsoft.com/office/drawing/2014/main" id="{C689589C-E393-4E59-AAEC-CA107F2E967C}"/>
                </a:ext>
              </a:extLst>
            </p:cNvPr>
            <p:cNvSpPr/>
            <p:nvPr/>
          </p:nvSpPr>
          <p:spPr bwMode="auto">
            <a:xfrm>
              <a:off x="8817002" y="5314848"/>
              <a:ext cx="2707149" cy="86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pPr>
              <a:r>
                <a:rPr lang="zh-CN" altLang="en-US" sz="1400" dirty="0">
                  <a:cs typeface="+mn-ea"/>
                  <a:sym typeface="+mn-lt"/>
                </a:rPr>
                <a:t>输入替换内容文本输入替换内容文本输入替换内容文本输入替换内容文本</a:t>
              </a:r>
              <a:endParaRPr lang="en-US" altLang="zh-CN" sz="1400" dirty="0">
                <a:cs typeface="+mn-ea"/>
                <a:sym typeface="+mn-lt"/>
              </a:endParaRPr>
            </a:p>
            <a:p>
              <a:pPr>
                <a:lnSpc>
                  <a:spcPct val="150000"/>
                </a:lnSpc>
              </a:pPr>
              <a:r>
                <a:rPr lang="en-US" altLang="zh-CN" sz="1400" dirty="0">
                  <a:cs typeface="+mn-ea"/>
                  <a:sym typeface="+mn-lt"/>
                </a:rPr>
                <a:t>……</a:t>
              </a:r>
            </a:p>
          </p:txBody>
        </p:sp>
      </p:grpSp>
      <p:grpSp>
        <p:nvGrpSpPr>
          <p:cNvPr id="5" name="组合 4">
            <a:extLst>
              <a:ext uri="{FF2B5EF4-FFF2-40B4-BE49-F238E27FC236}">
                <a16:creationId xmlns="" xmlns:a16="http://schemas.microsoft.com/office/drawing/2014/main" id="{595B2380-72B2-41EB-83B1-F17245146F53}"/>
              </a:ext>
            </a:extLst>
          </p:cNvPr>
          <p:cNvGrpSpPr/>
          <p:nvPr/>
        </p:nvGrpSpPr>
        <p:grpSpPr>
          <a:xfrm>
            <a:off x="3693522" y="2195116"/>
            <a:ext cx="5039447" cy="5522051"/>
            <a:chOff x="3111715" y="2470630"/>
            <a:chExt cx="5860171" cy="6421372"/>
          </a:xfrm>
        </p:grpSpPr>
        <p:grpSp>
          <p:nvGrpSpPr>
            <p:cNvPr id="17" name="ïṩľíḓé">
              <a:extLst>
                <a:ext uri="{FF2B5EF4-FFF2-40B4-BE49-F238E27FC236}">
                  <a16:creationId xmlns="" xmlns:a16="http://schemas.microsoft.com/office/drawing/2014/main" id="{6824DD89-C600-46F8-AA7F-F3C1F64211E6}"/>
                </a:ext>
              </a:extLst>
            </p:cNvPr>
            <p:cNvGrpSpPr/>
            <p:nvPr/>
          </p:nvGrpSpPr>
          <p:grpSpPr>
            <a:xfrm>
              <a:off x="3511022" y="2470630"/>
              <a:ext cx="2485806" cy="1100361"/>
              <a:chOff x="3610194" y="2599408"/>
              <a:chExt cx="2485806" cy="1100361"/>
            </a:xfrm>
          </p:grpSpPr>
          <p:grpSp>
            <p:nvGrpSpPr>
              <p:cNvPr id="27" name="ïś1iḑè">
                <a:extLst>
                  <a:ext uri="{FF2B5EF4-FFF2-40B4-BE49-F238E27FC236}">
                    <a16:creationId xmlns="" xmlns:a16="http://schemas.microsoft.com/office/drawing/2014/main" id="{116FCB39-FBA0-457E-9A45-D864BA3637C6}"/>
                  </a:ext>
                </a:extLst>
              </p:cNvPr>
              <p:cNvGrpSpPr/>
              <p:nvPr/>
            </p:nvGrpSpPr>
            <p:grpSpPr>
              <a:xfrm>
                <a:off x="3998099" y="2599408"/>
                <a:ext cx="2097901" cy="1100361"/>
                <a:chOff x="3998099" y="2599408"/>
                <a:chExt cx="2097901" cy="1100361"/>
              </a:xfrm>
            </p:grpSpPr>
            <p:sp>
              <p:nvSpPr>
                <p:cNvPr id="32" name="iṣļïde">
                  <a:extLst>
                    <a:ext uri="{FF2B5EF4-FFF2-40B4-BE49-F238E27FC236}">
                      <a16:creationId xmlns="" xmlns:a16="http://schemas.microsoft.com/office/drawing/2014/main" id="{A25CF60E-D8CA-407B-AF50-F63C8399347F}"/>
                    </a:ext>
                  </a:extLst>
                </p:cNvPr>
                <p:cNvSpPr/>
                <p:nvPr/>
              </p:nvSpPr>
              <p:spPr bwMode="auto">
                <a:xfrm>
                  <a:off x="3998099" y="2599408"/>
                  <a:ext cx="2097901" cy="697058"/>
                </a:xfrm>
                <a:custGeom>
                  <a:avLst/>
                  <a:gdLst>
                    <a:gd name="T0" fmla="*/ 985 w 985"/>
                    <a:gd name="T1" fmla="*/ 265 h 449"/>
                    <a:gd name="T2" fmla="*/ 492 w 985"/>
                    <a:gd name="T3" fmla="*/ 0 h 449"/>
                    <a:gd name="T4" fmla="*/ 0 w 985"/>
                    <a:gd name="T5" fmla="*/ 265 h 449"/>
                    <a:gd name="T6" fmla="*/ 0 w 985"/>
                    <a:gd name="T7" fmla="*/ 449 h 449"/>
                    <a:gd name="T8" fmla="*/ 492 w 985"/>
                    <a:gd name="T9" fmla="*/ 183 h 449"/>
                    <a:gd name="T10" fmla="*/ 985 w 985"/>
                    <a:gd name="T11" fmla="*/ 449 h 449"/>
                    <a:gd name="T12" fmla="*/ 985 w 985"/>
                    <a:gd name="T13" fmla="*/ 265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265"/>
                      </a:moveTo>
                      <a:cubicBezTo>
                        <a:pt x="985" y="119"/>
                        <a:pt x="764" y="0"/>
                        <a:pt x="492" y="0"/>
                      </a:cubicBezTo>
                      <a:cubicBezTo>
                        <a:pt x="220" y="0"/>
                        <a:pt x="0" y="119"/>
                        <a:pt x="0" y="265"/>
                      </a:cubicBezTo>
                      <a:cubicBezTo>
                        <a:pt x="0" y="449"/>
                        <a:pt x="0" y="449"/>
                        <a:pt x="0" y="449"/>
                      </a:cubicBezTo>
                      <a:cubicBezTo>
                        <a:pt x="0" y="302"/>
                        <a:pt x="220" y="183"/>
                        <a:pt x="492" y="183"/>
                      </a:cubicBezTo>
                      <a:cubicBezTo>
                        <a:pt x="764" y="183"/>
                        <a:pt x="985" y="302"/>
                        <a:pt x="985" y="449"/>
                      </a:cubicBezTo>
                      <a:lnTo>
                        <a:pt x="985" y="265"/>
                      </a:lnTo>
                      <a:close/>
                    </a:path>
                  </a:pathLst>
                </a:custGeom>
                <a:solidFill>
                  <a:schemeClr val="bg1">
                    <a:lumMod val="75000"/>
                  </a:schemeClr>
                </a:solidFill>
                <a:ln w="3175">
                  <a:noFill/>
                </a:ln>
              </p:spPr>
              <p:txBody>
                <a:bodyPr wrap="square" lIns="91440" tIns="45720" rIns="91440" bIns="45720" anchor="ctr">
                  <a:normAutofit/>
                </a:bodyPr>
                <a:lstStyle/>
                <a:p>
                  <a:pPr algn="ctr"/>
                  <a:endParaRPr>
                    <a:cs typeface="+mn-ea"/>
                    <a:sym typeface="+mn-lt"/>
                  </a:endParaRPr>
                </a:p>
              </p:txBody>
            </p:sp>
            <p:sp>
              <p:nvSpPr>
                <p:cNvPr id="33" name="iślïde">
                  <a:extLst>
                    <a:ext uri="{FF2B5EF4-FFF2-40B4-BE49-F238E27FC236}">
                      <a16:creationId xmlns="" xmlns:a16="http://schemas.microsoft.com/office/drawing/2014/main" id="{BACFD9EC-A56D-4C86-BD97-766FEB630433}"/>
                    </a:ext>
                  </a:extLst>
                </p:cNvPr>
                <p:cNvSpPr/>
                <p:nvPr/>
              </p:nvSpPr>
              <p:spPr bwMode="auto">
                <a:xfrm>
                  <a:off x="3998099" y="2599409"/>
                  <a:ext cx="2097901" cy="824011"/>
                </a:xfrm>
                <a:custGeom>
                  <a:avLst/>
                  <a:gdLst>
                    <a:gd name="T0" fmla="*/ 492 w 985"/>
                    <a:gd name="T1" fmla="*/ 60 h 531"/>
                    <a:gd name="T2" fmla="*/ 925 w 985"/>
                    <a:gd name="T3" fmla="*/ 265 h 531"/>
                    <a:gd name="T4" fmla="*/ 492 w 985"/>
                    <a:gd name="T5" fmla="*/ 471 h 531"/>
                    <a:gd name="T6" fmla="*/ 60 w 985"/>
                    <a:gd name="T7" fmla="*/ 265 h 531"/>
                    <a:gd name="T8" fmla="*/ 492 w 985"/>
                    <a:gd name="T9" fmla="*/ 60 h 531"/>
                    <a:gd name="T10" fmla="*/ 492 w 985"/>
                    <a:gd name="T11" fmla="*/ 0 h 531"/>
                    <a:gd name="T12" fmla="*/ 0 w 985"/>
                    <a:gd name="T13" fmla="*/ 265 h 531"/>
                    <a:gd name="T14" fmla="*/ 492 w 985"/>
                    <a:gd name="T15" fmla="*/ 531 h 531"/>
                    <a:gd name="T16" fmla="*/ 985 w 985"/>
                    <a:gd name="T17" fmla="*/ 265 h 531"/>
                    <a:gd name="T18" fmla="*/ 492 w 985"/>
                    <a:gd name="T19"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5" h="531">
                      <a:moveTo>
                        <a:pt x="492" y="60"/>
                      </a:moveTo>
                      <a:cubicBezTo>
                        <a:pt x="747" y="60"/>
                        <a:pt x="925" y="168"/>
                        <a:pt x="925" y="265"/>
                      </a:cubicBezTo>
                      <a:cubicBezTo>
                        <a:pt x="925" y="362"/>
                        <a:pt x="747" y="471"/>
                        <a:pt x="492" y="471"/>
                      </a:cubicBezTo>
                      <a:cubicBezTo>
                        <a:pt x="237" y="471"/>
                        <a:pt x="60" y="362"/>
                        <a:pt x="60" y="265"/>
                      </a:cubicBezTo>
                      <a:cubicBezTo>
                        <a:pt x="60" y="168"/>
                        <a:pt x="237" y="60"/>
                        <a:pt x="492" y="60"/>
                      </a:cubicBezTo>
                      <a:moveTo>
                        <a:pt x="492" y="0"/>
                      </a:moveTo>
                      <a:cubicBezTo>
                        <a:pt x="220" y="0"/>
                        <a:pt x="0" y="119"/>
                        <a:pt x="0" y="265"/>
                      </a:cubicBezTo>
                      <a:cubicBezTo>
                        <a:pt x="0" y="412"/>
                        <a:pt x="220" y="531"/>
                        <a:pt x="492" y="531"/>
                      </a:cubicBezTo>
                      <a:cubicBezTo>
                        <a:pt x="764" y="531"/>
                        <a:pt x="985" y="412"/>
                        <a:pt x="985" y="265"/>
                      </a:cubicBezTo>
                      <a:cubicBezTo>
                        <a:pt x="985" y="119"/>
                        <a:pt x="764" y="0"/>
                        <a:pt x="492" y="0"/>
                      </a:cubicBezTo>
                      <a:close/>
                    </a:path>
                  </a:pathLst>
                </a:custGeom>
                <a:solidFill>
                  <a:schemeClr val="bg1">
                    <a:lumMod val="85000"/>
                  </a:schemeClr>
                </a:solidFill>
                <a:ln w="3175">
                  <a:noFill/>
                </a:ln>
              </p:spPr>
              <p:txBody>
                <a:bodyPr wrap="square" lIns="91440" tIns="45720" rIns="91440" bIns="45720" anchor="ctr">
                  <a:normAutofit/>
                </a:bodyPr>
                <a:lstStyle/>
                <a:p>
                  <a:pPr algn="ctr"/>
                  <a:endParaRPr>
                    <a:cs typeface="+mn-ea"/>
                    <a:sym typeface="+mn-lt"/>
                  </a:endParaRPr>
                </a:p>
              </p:txBody>
            </p:sp>
            <p:sp>
              <p:nvSpPr>
                <p:cNvPr id="34" name="isļîďé">
                  <a:extLst>
                    <a:ext uri="{FF2B5EF4-FFF2-40B4-BE49-F238E27FC236}">
                      <a16:creationId xmlns="" xmlns:a16="http://schemas.microsoft.com/office/drawing/2014/main" id="{E2939FF0-5EA6-437E-9154-C92025CEF2EE}"/>
                    </a:ext>
                  </a:extLst>
                </p:cNvPr>
                <p:cNvSpPr/>
                <p:nvPr/>
              </p:nvSpPr>
              <p:spPr bwMode="auto">
                <a:xfrm>
                  <a:off x="3998099" y="3003499"/>
                  <a:ext cx="2097901" cy="696270"/>
                </a:xfrm>
                <a:custGeom>
                  <a:avLst/>
                  <a:gdLst>
                    <a:gd name="T0" fmla="*/ 985 w 985"/>
                    <a:gd name="T1" fmla="*/ 184 h 449"/>
                    <a:gd name="T2" fmla="*/ 492 w 985"/>
                    <a:gd name="T3" fmla="*/ 449 h 449"/>
                    <a:gd name="T4" fmla="*/ 0 w 985"/>
                    <a:gd name="T5" fmla="*/ 184 h 449"/>
                    <a:gd name="T6" fmla="*/ 0 w 985"/>
                    <a:gd name="T7" fmla="*/ 0 h 449"/>
                    <a:gd name="T8" fmla="*/ 492 w 985"/>
                    <a:gd name="T9" fmla="*/ 266 h 449"/>
                    <a:gd name="T10" fmla="*/ 985 w 985"/>
                    <a:gd name="T11" fmla="*/ 0 h 449"/>
                    <a:gd name="T12" fmla="*/ 985 w 985"/>
                    <a:gd name="T13" fmla="*/ 184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184"/>
                      </a:moveTo>
                      <a:cubicBezTo>
                        <a:pt x="985" y="330"/>
                        <a:pt x="764" y="449"/>
                        <a:pt x="492" y="449"/>
                      </a:cubicBezTo>
                      <a:cubicBezTo>
                        <a:pt x="220" y="449"/>
                        <a:pt x="0" y="330"/>
                        <a:pt x="0" y="184"/>
                      </a:cubicBezTo>
                      <a:cubicBezTo>
                        <a:pt x="0" y="0"/>
                        <a:pt x="0" y="0"/>
                        <a:pt x="0" y="0"/>
                      </a:cubicBezTo>
                      <a:cubicBezTo>
                        <a:pt x="0" y="147"/>
                        <a:pt x="220" y="266"/>
                        <a:pt x="492" y="266"/>
                      </a:cubicBezTo>
                      <a:cubicBezTo>
                        <a:pt x="764" y="266"/>
                        <a:pt x="985" y="147"/>
                        <a:pt x="985" y="0"/>
                      </a:cubicBezTo>
                      <a:lnTo>
                        <a:pt x="985" y="184"/>
                      </a:lnTo>
                      <a:close/>
                    </a:path>
                  </a:pathLst>
                </a:custGeom>
                <a:solidFill>
                  <a:schemeClr val="bg1">
                    <a:lumMod val="95000"/>
                  </a:schemeClr>
                </a:solidFill>
                <a:ln w="3175">
                  <a:noFill/>
                </a:ln>
              </p:spPr>
              <p:txBody>
                <a:bodyPr wrap="square" lIns="91440" tIns="45720" rIns="91440" bIns="45720" anchor="ctr">
                  <a:normAutofit/>
                </a:bodyPr>
                <a:lstStyle/>
                <a:p>
                  <a:pPr algn="ctr"/>
                  <a:endParaRPr>
                    <a:cs typeface="+mn-ea"/>
                    <a:sym typeface="+mn-lt"/>
                  </a:endParaRPr>
                </a:p>
              </p:txBody>
            </p:sp>
          </p:grpSp>
          <p:grpSp>
            <p:nvGrpSpPr>
              <p:cNvPr id="28" name="í$ļíḓe">
                <a:extLst>
                  <a:ext uri="{FF2B5EF4-FFF2-40B4-BE49-F238E27FC236}">
                    <a16:creationId xmlns="" xmlns:a16="http://schemas.microsoft.com/office/drawing/2014/main" id="{0B487BC7-22EF-4330-84CE-DB70D7CCDF57}"/>
                  </a:ext>
                </a:extLst>
              </p:cNvPr>
              <p:cNvGrpSpPr/>
              <p:nvPr/>
            </p:nvGrpSpPr>
            <p:grpSpPr>
              <a:xfrm>
                <a:off x="3610194" y="2785813"/>
                <a:ext cx="610706" cy="610706"/>
                <a:chOff x="7816434" y="2226744"/>
                <a:chExt cx="610706" cy="610706"/>
              </a:xfrm>
            </p:grpSpPr>
            <p:sp>
              <p:nvSpPr>
                <p:cNvPr id="30" name="îşľîḑé">
                  <a:extLst>
                    <a:ext uri="{FF2B5EF4-FFF2-40B4-BE49-F238E27FC236}">
                      <a16:creationId xmlns="" xmlns:a16="http://schemas.microsoft.com/office/drawing/2014/main" id="{A29A305A-6483-40B6-A340-21D1D9B2F33A}"/>
                    </a:ext>
                  </a:extLst>
                </p:cNvPr>
                <p:cNvSpPr/>
                <p:nvPr/>
              </p:nvSpPr>
              <p:spPr>
                <a:xfrm rot="16200000">
                  <a:off x="7816434" y="2226744"/>
                  <a:ext cx="610706" cy="610706"/>
                </a:xfrm>
                <a:prstGeom prst="ellipse">
                  <a:avLst/>
                </a:prstGeom>
                <a:solidFill>
                  <a:schemeClr val="accent1"/>
                </a:solidFill>
                <a:ln>
                  <a:noFill/>
                </a:ln>
                <a:effectLst>
                  <a:innerShdw dist="25400" dir="5400000">
                    <a:schemeClr val="tx1">
                      <a:alpha val="15000"/>
                    </a:schemeClr>
                  </a:inn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normAutofit/>
                </a:bodyPr>
                <a:lstStyle/>
                <a:p>
                  <a:pPr algn="ctr"/>
                  <a:endParaRPr>
                    <a:solidFill>
                      <a:schemeClr val="tx1"/>
                    </a:solidFill>
                    <a:cs typeface="+mn-ea"/>
                    <a:sym typeface="+mn-lt"/>
                  </a:endParaRPr>
                </a:p>
              </p:txBody>
            </p:sp>
            <p:sp>
              <p:nvSpPr>
                <p:cNvPr id="31" name="îṩľiḋé">
                  <a:extLst>
                    <a:ext uri="{FF2B5EF4-FFF2-40B4-BE49-F238E27FC236}">
                      <a16:creationId xmlns="" xmlns:a16="http://schemas.microsoft.com/office/drawing/2014/main" id="{85FC9BF4-8713-4A04-A2CE-65A44ACD00CB}"/>
                    </a:ext>
                  </a:extLst>
                </p:cNvPr>
                <p:cNvSpPr/>
                <p:nvPr/>
              </p:nvSpPr>
              <p:spPr bwMode="auto">
                <a:xfrm>
                  <a:off x="8012819" y="2396818"/>
                  <a:ext cx="215809" cy="289064"/>
                </a:xfrm>
                <a:custGeom>
                  <a:avLst/>
                  <a:gdLst>
                    <a:gd name="T0" fmla="*/ 77224192 w 21600"/>
                    <a:gd name="T1" fmla="*/ 125025245 h 21599"/>
                    <a:gd name="T2" fmla="*/ 77224192 w 21600"/>
                    <a:gd name="T3" fmla="*/ 78033134 h 21599"/>
                    <a:gd name="T4" fmla="*/ 44921634 w 21600"/>
                    <a:gd name="T5" fmla="*/ 13585 h 21599"/>
                    <a:gd name="T6" fmla="*/ 44320615 w 21600"/>
                    <a:gd name="T7" fmla="*/ 0 h 21599"/>
                    <a:gd name="T8" fmla="*/ 43731413 w 21600"/>
                    <a:gd name="T9" fmla="*/ 25904 h 21599"/>
                    <a:gd name="T10" fmla="*/ 11433478 w 21600"/>
                    <a:gd name="T11" fmla="*/ 78046720 h 21599"/>
                    <a:gd name="T12" fmla="*/ 11433478 w 21600"/>
                    <a:gd name="T13" fmla="*/ 125025245 h 21599"/>
                    <a:gd name="T14" fmla="*/ 0 w 21600"/>
                    <a:gd name="T15" fmla="*/ 125025245 h 21599"/>
                    <a:gd name="T16" fmla="*/ 0 w 21600"/>
                    <a:gd name="T17" fmla="*/ 286394996 h 21599"/>
                    <a:gd name="T18" fmla="*/ 88962056 w 21600"/>
                    <a:gd name="T19" fmla="*/ 286394996 h 21599"/>
                    <a:gd name="T20" fmla="*/ 88962056 w 21600"/>
                    <a:gd name="T21" fmla="*/ 125025245 h 21599"/>
                    <a:gd name="T22" fmla="*/ 77224192 w 21600"/>
                    <a:gd name="T23" fmla="*/ 125025245 h 21599"/>
                    <a:gd name="T24" fmla="*/ 54575753 w 21600"/>
                    <a:gd name="T25" fmla="*/ 256813289 h 21599"/>
                    <a:gd name="T26" fmla="*/ 34402734 w 21600"/>
                    <a:gd name="T27" fmla="*/ 256813289 h 21599"/>
                    <a:gd name="T28" fmla="*/ 39340846 w 21600"/>
                    <a:gd name="T29" fmla="*/ 204648719 h 21599"/>
                    <a:gd name="T30" fmla="*/ 34402734 w 21600"/>
                    <a:gd name="T31" fmla="*/ 183712973 h 21599"/>
                    <a:gd name="T32" fmla="*/ 44489207 w 21600"/>
                    <a:gd name="T33" fmla="*/ 159340789 h 21599"/>
                    <a:gd name="T34" fmla="*/ 54575753 w 21600"/>
                    <a:gd name="T35" fmla="*/ 183712973 h 21599"/>
                    <a:gd name="T36" fmla="*/ 49600606 w 21600"/>
                    <a:gd name="T37" fmla="*/ 204701804 h 21599"/>
                    <a:gd name="T38" fmla="*/ 54575753 w 21600"/>
                    <a:gd name="T39" fmla="*/ 256813289 h 21599"/>
                    <a:gd name="T40" fmla="*/ 61062386 w 21600"/>
                    <a:gd name="T41" fmla="*/ 125025245 h 21599"/>
                    <a:gd name="T42" fmla="*/ 27590661 w 21600"/>
                    <a:gd name="T43" fmla="*/ 125025245 h 21599"/>
                    <a:gd name="T44" fmla="*/ 27590661 w 21600"/>
                    <a:gd name="T45" fmla="*/ 78046720 h 21599"/>
                    <a:gd name="T46" fmla="*/ 43727311 w 21600"/>
                    <a:gd name="T47" fmla="*/ 39062860 h 21599"/>
                    <a:gd name="T48" fmla="*/ 44518023 w 21600"/>
                    <a:gd name="T49" fmla="*/ 39036945 h 21599"/>
                    <a:gd name="T50" fmla="*/ 44921634 w 21600"/>
                    <a:gd name="T51" fmla="*/ 39062860 h 21599"/>
                    <a:gd name="T52" fmla="*/ 61062386 w 21600"/>
                    <a:gd name="T53" fmla="*/ 78033134 h 21599"/>
                    <a:gd name="T54" fmla="*/ 61062386 w 21600"/>
                    <a:gd name="T55" fmla="*/ 125025245 h 21599"/>
                    <a:gd name="T56" fmla="*/ 61062386 w 21600"/>
                    <a:gd name="T57" fmla="*/ 125025245 h 215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1600" h="21599">
                      <a:moveTo>
                        <a:pt x="18750" y="9429"/>
                      </a:moveTo>
                      <a:lnTo>
                        <a:pt x="18750" y="5885"/>
                      </a:lnTo>
                      <a:cubicBezTo>
                        <a:pt x="18750" y="2636"/>
                        <a:pt x="15238" y="1"/>
                        <a:pt x="10907" y="1"/>
                      </a:cubicBezTo>
                      <a:cubicBezTo>
                        <a:pt x="10853" y="1"/>
                        <a:pt x="10814" y="-1"/>
                        <a:pt x="10761" y="0"/>
                      </a:cubicBezTo>
                      <a:cubicBezTo>
                        <a:pt x="10718" y="0"/>
                        <a:pt x="10662" y="2"/>
                        <a:pt x="10618" y="2"/>
                      </a:cubicBezTo>
                      <a:cubicBezTo>
                        <a:pt x="6286" y="2"/>
                        <a:pt x="2776" y="2636"/>
                        <a:pt x="2776" y="5886"/>
                      </a:cubicBezTo>
                      <a:lnTo>
                        <a:pt x="2776" y="9429"/>
                      </a:lnTo>
                      <a:lnTo>
                        <a:pt x="0" y="9429"/>
                      </a:lnTo>
                      <a:lnTo>
                        <a:pt x="0" y="21599"/>
                      </a:lnTo>
                      <a:lnTo>
                        <a:pt x="21600" y="21599"/>
                      </a:lnTo>
                      <a:lnTo>
                        <a:pt x="21600" y="9429"/>
                      </a:lnTo>
                      <a:lnTo>
                        <a:pt x="18750" y="9429"/>
                      </a:lnTo>
                      <a:close/>
                      <a:moveTo>
                        <a:pt x="13251" y="19368"/>
                      </a:moveTo>
                      <a:lnTo>
                        <a:pt x="8353" y="19368"/>
                      </a:lnTo>
                      <a:lnTo>
                        <a:pt x="9552" y="15434"/>
                      </a:lnTo>
                      <a:cubicBezTo>
                        <a:pt x="8835" y="15113"/>
                        <a:pt x="8353" y="14527"/>
                        <a:pt x="8353" y="13855"/>
                      </a:cubicBezTo>
                      <a:cubicBezTo>
                        <a:pt x="8353" y="12840"/>
                        <a:pt x="9449" y="12017"/>
                        <a:pt x="10802" y="12017"/>
                      </a:cubicBezTo>
                      <a:cubicBezTo>
                        <a:pt x="12154" y="12017"/>
                        <a:pt x="13251" y="12840"/>
                        <a:pt x="13251" y="13855"/>
                      </a:cubicBezTo>
                      <a:cubicBezTo>
                        <a:pt x="13251" y="14530"/>
                        <a:pt x="12765" y="15118"/>
                        <a:pt x="12043" y="15438"/>
                      </a:cubicBezTo>
                      <a:lnTo>
                        <a:pt x="13251" y="19368"/>
                      </a:lnTo>
                      <a:close/>
                      <a:moveTo>
                        <a:pt x="14826" y="9429"/>
                      </a:moveTo>
                      <a:lnTo>
                        <a:pt x="6699" y="9429"/>
                      </a:lnTo>
                      <a:lnTo>
                        <a:pt x="6699" y="5886"/>
                      </a:lnTo>
                      <a:cubicBezTo>
                        <a:pt x="6699" y="4265"/>
                        <a:pt x="8457" y="2946"/>
                        <a:pt x="10617" y="2946"/>
                      </a:cubicBezTo>
                      <a:cubicBezTo>
                        <a:pt x="10679" y="2946"/>
                        <a:pt x="10809" y="2944"/>
                        <a:pt x="10809" y="2944"/>
                      </a:cubicBezTo>
                      <a:cubicBezTo>
                        <a:pt x="10809" y="2944"/>
                        <a:pt x="10874" y="2946"/>
                        <a:pt x="10907" y="2946"/>
                      </a:cubicBezTo>
                      <a:cubicBezTo>
                        <a:pt x="13067" y="2946"/>
                        <a:pt x="14826" y="4264"/>
                        <a:pt x="14826" y="5885"/>
                      </a:cubicBezTo>
                      <a:lnTo>
                        <a:pt x="14826" y="9429"/>
                      </a:lnTo>
                      <a:close/>
                      <a:moveTo>
                        <a:pt x="14826" y="9429"/>
                      </a:moveTo>
                    </a:path>
                  </a:pathLst>
                </a:custGeom>
                <a:solidFill>
                  <a:schemeClr val="bg1"/>
                </a:solidFill>
                <a:ln>
                  <a:noFill/>
                </a:ln>
              </p:spPr>
              <p:txBody>
                <a:bodyPr wrap="square" lIns="91440" tIns="45720" rIns="91440" bIns="45720" anchor="ctr">
                  <a:normAutofit fontScale="62500" lnSpcReduction="20000"/>
                </a:bodyPr>
                <a:lstStyle/>
                <a:p>
                  <a:pPr algn="ctr"/>
                  <a:endParaRPr>
                    <a:cs typeface="+mn-ea"/>
                    <a:sym typeface="+mn-lt"/>
                  </a:endParaRPr>
                </a:p>
              </p:txBody>
            </p:sp>
          </p:grpSp>
          <p:sp>
            <p:nvSpPr>
              <p:cNvPr id="29" name="íśḷíde">
                <a:extLst>
                  <a:ext uri="{FF2B5EF4-FFF2-40B4-BE49-F238E27FC236}">
                    <a16:creationId xmlns="" xmlns:a16="http://schemas.microsoft.com/office/drawing/2014/main" id="{93156975-367E-4550-8BC7-ED687EC7789E}"/>
                  </a:ext>
                </a:extLst>
              </p:cNvPr>
              <p:cNvSpPr txBox="1"/>
              <p:nvPr/>
            </p:nvSpPr>
            <p:spPr bwMode="auto">
              <a:xfrm>
                <a:off x="4214506" y="2879516"/>
                <a:ext cx="1665086"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a:cs typeface="+mn-ea"/>
                    <a:sym typeface="+mn-lt"/>
                  </a:rPr>
                  <a:t>…T</a:t>
                </a:r>
                <a:r>
                  <a:rPr lang="en-US" altLang="zh-CN" sz="100">
                    <a:cs typeface="+mn-ea"/>
                    <a:sym typeface="+mn-lt"/>
                  </a:rPr>
                  <a:t> </a:t>
                </a:r>
                <a:r>
                  <a:rPr lang="en-US" altLang="zh-CN" sz="1400">
                    <a:cs typeface="+mn-ea"/>
                    <a:sym typeface="+mn-lt"/>
                  </a:rPr>
                  <a:t>ext</a:t>
                </a:r>
                <a:endParaRPr lang="en-US" altLang="zh-CN" sz="1400" dirty="0">
                  <a:cs typeface="+mn-ea"/>
                  <a:sym typeface="+mn-lt"/>
                </a:endParaRPr>
              </a:p>
            </p:txBody>
          </p:sp>
        </p:grpSp>
        <p:grpSp>
          <p:nvGrpSpPr>
            <p:cNvPr id="18" name="îŝ1iďê">
              <a:extLst>
                <a:ext uri="{FF2B5EF4-FFF2-40B4-BE49-F238E27FC236}">
                  <a16:creationId xmlns="" xmlns:a16="http://schemas.microsoft.com/office/drawing/2014/main" id="{6F4AD30D-652C-4473-93BB-4F685C28C1DC}"/>
                </a:ext>
              </a:extLst>
            </p:cNvPr>
            <p:cNvGrpSpPr/>
            <p:nvPr/>
          </p:nvGrpSpPr>
          <p:grpSpPr>
            <a:xfrm>
              <a:off x="6267223" y="2470630"/>
              <a:ext cx="2403253" cy="1100361"/>
              <a:chOff x="6528506" y="2599408"/>
              <a:chExt cx="2403253" cy="1100361"/>
            </a:xfrm>
          </p:grpSpPr>
          <p:grpSp>
            <p:nvGrpSpPr>
              <p:cNvPr id="19" name="îṩļîḋe">
                <a:extLst>
                  <a:ext uri="{FF2B5EF4-FFF2-40B4-BE49-F238E27FC236}">
                    <a16:creationId xmlns="" xmlns:a16="http://schemas.microsoft.com/office/drawing/2014/main" id="{3B9C7220-4B9C-4CAE-8DDF-00B52A460A4A}"/>
                  </a:ext>
                </a:extLst>
              </p:cNvPr>
              <p:cNvGrpSpPr/>
              <p:nvPr/>
            </p:nvGrpSpPr>
            <p:grpSpPr>
              <a:xfrm>
                <a:off x="6528506" y="2599408"/>
                <a:ext cx="2097901" cy="1100361"/>
                <a:chOff x="3998099" y="2599408"/>
                <a:chExt cx="2097901" cy="1100361"/>
              </a:xfrm>
            </p:grpSpPr>
            <p:sp>
              <p:nvSpPr>
                <p:cNvPr id="24" name="ïŝľïdé">
                  <a:extLst>
                    <a:ext uri="{FF2B5EF4-FFF2-40B4-BE49-F238E27FC236}">
                      <a16:creationId xmlns="" xmlns:a16="http://schemas.microsoft.com/office/drawing/2014/main" id="{BFED6A03-C62B-415F-B163-DB5EC2B17308}"/>
                    </a:ext>
                  </a:extLst>
                </p:cNvPr>
                <p:cNvSpPr/>
                <p:nvPr/>
              </p:nvSpPr>
              <p:spPr bwMode="auto">
                <a:xfrm>
                  <a:off x="3998099" y="2599408"/>
                  <a:ext cx="2097901" cy="697058"/>
                </a:xfrm>
                <a:custGeom>
                  <a:avLst/>
                  <a:gdLst>
                    <a:gd name="T0" fmla="*/ 985 w 985"/>
                    <a:gd name="T1" fmla="*/ 265 h 449"/>
                    <a:gd name="T2" fmla="*/ 492 w 985"/>
                    <a:gd name="T3" fmla="*/ 0 h 449"/>
                    <a:gd name="T4" fmla="*/ 0 w 985"/>
                    <a:gd name="T5" fmla="*/ 265 h 449"/>
                    <a:gd name="T6" fmla="*/ 0 w 985"/>
                    <a:gd name="T7" fmla="*/ 449 h 449"/>
                    <a:gd name="T8" fmla="*/ 492 w 985"/>
                    <a:gd name="T9" fmla="*/ 183 h 449"/>
                    <a:gd name="T10" fmla="*/ 985 w 985"/>
                    <a:gd name="T11" fmla="*/ 449 h 449"/>
                    <a:gd name="T12" fmla="*/ 985 w 985"/>
                    <a:gd name="T13" fmla="*/ 265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265"/>
                      </a:moveTo>
                      <a:cubicBezTo>
                        <a:pt x="985" y="119"/>
                        <a:pt x="764" y="0"/>
                        <a:pt x="492" y="0"/>
                      </a:cubicBezTo>
                      <a:cubicBezTo>
                        <a:pt x="220" y="0"/>
                        <a:pt x="0" y="119"/>
                        <a:pt x="0" y="265"/>
                      </a:cubicBezTo>
                      <a:cubicBezTo>
                        <a:pt x="0" y="449"/>
                        <a:pt x="0" y="449"/>
                        <a:pt x="0" y="449"/>
                      </a:cubicBezTo>
                      <a:cubicBezTo>
                        <a:pt x="0" y="302"/>
                        <a:pt x="220" y="183"/>
                        <a:pt x="492" y="183"/>
                      </a:cubicBezTo>
                      <a:cubicBezTo>
                        <a:pt x="764" y="183"/>
                        <a:pt x="985" y="302"/>
                        <a:pt x="985" y="449"/>
                      </a:cubicBezTo>
                      <a:lnTo>
                        <a:pt x="985" y="265"/>
                      </a:lnTo>
                      <a:close/>
                    </a:path>
                  </a:pathLst>
                </a:custGeom>
                <a:solidFill>
                  <a:schemeClr val="bg1">
                    <a:lumMod val="75000"/>
                  </a:schemeClr>
                </a:solidFill>
                <a:ln w="3175">
                  <a:noFill/>
                </a:ln>
              </p:spPr>
              <p:txBody>
                <a:bodyPr wrap="square" lIns="91440" tIns="45720" rIns="91440" bIns="45720" anchor="ctr">
                  <a:normAutofit/>
                </a:bodyPr>
                <a:lstStyle/>
                <a:p>
                  <a:pPr algn="ctr"/>
                  <a:endParaRPr>
                    <a:cs typeface="+mn-ea"/>
                    <a:sym typeface="+mn-lt"/>
                  </a:endParaRPr>
                </a:p>
              </p:txBody>
            </p:sp>
            <p:sp>
              <p:nvSpPr>
                <p:cNvPr id="25" name="îśḻïḓé">
                  <a:extLst>
                    <a:ext uri="{FF2B5EF4-FFF2-40B4-BE49-F238E27FC236}">
                      <a16:creationId xmlns="" xmlns:a16="http://schemas.microsoft.com/office/drawing/2014/main" id="{C9A6E088-4C44-4EE9-8E6A-25C9D1297997}"/>
                    </a:ext>
                  </a:extLst>
                </p:cNvPr>
                <p:cNvSpPr/>
                <p:nvPr/>
              </p:nvSpPr>
              <p:spPr bwMode="auto">
                <a:xfrm>
                  <a:off x="3998099" y="2599409"/>
                  <a:ext cx="2097901" cy="824011"/>
                </a:xfrm>
                <a:custGeom>
                  <a:avLst/>
                  <a:gdLst>
                    <a:gd name="T0" fmla="*/ 492 w 985"/>
                    <a:gd name="T1" fmla="*/ 60 h 531"/>
                    <a:gd name="T2" fmla="*/ 925 w 985"/>
                    <a:gd name="T3" fmla="*/ 265 h 531"/>
                    <a:gd name="T4" fmla="*/ 492 w 985"/>
                    <a:gd name="T5" fmla="*/ 471 h 531"/>
                    <a:gd name="T6" fmla="*/ 60 w 985"/>
                    <a:gd name="T7" fmla="*/ 265 h 531"/>
                    <a:gd name="T8" fmla="*/ 492 w 985"/>
                    <a:gd name="T9" fmla="*/ 60 h 531"/>
                    <a:gd name="T10" fmla="*/ 492 w 985"/>
                    <a:gd name="T11" fmla="*/ 0 h 531"/>
                    <a:gd name="T12" fmla="*/ 0 w 985"/>
                    <a:gd name="T13" fmla="*/ 265 h 531"/>
                    <a:gd name="T14" fmla="*/ 492 w 985"/>
                    <a:gd name="T15" fmla="*/ 531 h 531"/>
                    <a:gd name="T16" fmla="*/ 985 w 985"/>
                    <a:gd name="T17" fmla="*/ 265 h 531"/>
                    <a:gd name="T18" fmla="*/ 492 w 985"/>
                    <a:gd name="T19"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5" h="531">
                      <a:moveTo>
                        <a:pt x="492" y="60"/>
                      </a:moveTo>
                      <a:cubicBezTo>
                        <a:pt x="747" y="60"/>
                        <a:pt x="925" y="168"/>
                        <a:pt x="925" y="265"/>
                      </a:cubicBezTo>
                      <a:cubicBezTo>
                        <a:pt x="925" y="362"/>
                        <a:pt x="747" y="471"/>
                        <a:pt x="492" y="471"/>
                      </a:cubicBezTo>
                      <a:cubicBezTo>
                        <a:pt x="237" y="471"/>
                        <a:pt x="60" y="362"/>
                        <a:pt x="60" y="265"/>
                      </a:cubicBezTo>
                      <a:cubicBezTo>
                        <a:pt x="60" y="168"/>
                        <a:pt x="237" y="60"/>
                        <a:pt x="492" y="60"/>
                      </a:cubicBezTo>
                      <a:moveTo>
                        <a:pt x="492" y="0"/>
                      </a:moveTo>
                      <a:cubicBezTo>
                        <a:pt x="220" y="0"/>
                        <a:pt x="0" y="119"/>
                        <a:pt x="0" y="265"/>
                      </a:cubicBezTo>
                      <a:cubicBezTo>
                        <a:pt x="0" y="412"/>
                        <a:pt x="220" y="531"/>
                        <a:pt x="492" y="531"/>
                      </a:cubicBezTo>
                      <a:cubicBezTo>
                        <a:pt x="764" y="531"/>
                        <a:pt x="985" y="412"/>
                        <a:pt x="985" y="265"/>
                      </a:cubicBezTo>
                      <a:cubicBezTo>
                        <a:pt x="985" y="119"/>
                        <a:pt x="764" y="0"/>
                        <a:pt x="492" y="0"/>
                      </a:cubicBezTo>
                      <a:close/>
                    </a:path>
                  </a:pathLst>
                </a:custGeom>
                <a:solidFill>
                  <a:schemeClr val="bg1">
                    <a:lumMod val="85000"/>
                  </a:schemeClr>
                </a:solidFill>
                <a:ln w="3175">
                  <a:noFill/>
                </a:ln>
              </p:spPr>
              <p:txBody>
                <a:bodyPr wrap="square" lIns="91440" tIns="45720" rIns="91440" bIns="45720" anchor="ctr">
                  <a:normAutofit/>
                </a:bodyPr>
                <a:lstStyle/>
                <a:p>
                  <a:pPr algn="ctr"/>
                  <a:endParaRPr>
                    <a:cs typeface="+mn-ea"/>
                    <a:sym typeface="+mn-lt"/>
                  </a:endParaRPr>
                </a:p>
              </p:txBody>
            </p:sp>
            <p:sp>
              <p:nvSpPr>
                <p:cNvPr id="26" name="iṥḷîḓê">
                  <a:extLst>
                    <a:ext uri="{FF2B5EF4-FFF2-40B4-BE49-F238E27FC236}">
                      <a16:creationId xmlns="" xmlns:a16="http://schemas.microsoft.com/office/drawing/2014/main" id="{05DE9F56-ED8C-4606-A317-F1C8FD182692}"/>
                    </a:ext>
                  </a:extLst>
                </p:cNvPr>
                <p:cNvSpPr/>
                <p:nvPr/>
              </p:nvSpPr>
              <p:spPr bwMode="auto">
                <a:xfrm>
                  <a:off x="3998099" y="3003499"/>
                  <a:ext cx="2097901" cy="696270"/>
                </a:xfrm>
                <a:custGeom>
                  <a:avLst/>
                  <a:gdLst>
                    <a:gd name="T0" fmla="*/ 985 w 985"/>
                    <a:gd name="T1" fmla="*/ 184 h 449"/>
                    <a:gd name="T2" fmla="*/ 492 w 985"/>
                    <a:gd name="T3" fmla="*/ 449 h 449"/>
                    <a:gd name="T4" fmla="*/ 0 w 985"/>
                    <a:gd name="T5" fmla="*/ 184 h 449"/>
                    <a:gd name="T6" fmla="*/ 0 w 985"/>
                    <a:gd name="T7" fmla="*/ 0 h 449"/>
                    <a:gd name="T8" fmla="*/ 492 w 985"/>
                    <a:gd name="T9" fmla="*/ 266 h 449"/>
                    <a:gd name="T10" fmla="*/ 985 w 985"/>
                    <a:gd name="T11" fmla="*/ 0 h 449"/>
                    <a:gd name="T12" fmla="*/ 985 w 985"/>
                    <a:gd name="T13" fmla="*/ 184 h 449"/>
                  </a:gdLst>
                  <a:ahLst/>
                  <a:cxnLst>
                    <a:cxn ang="0">
                      <a:pos x="T0" y="T1"/>
                    </a:cxn>
                    <a:cxn ang="0">
                      <a:pos x="T2" y="T3"/>
                    </a:cxn>
                    <a:cxn ang="0">
                      <a:pos x="T4" y="T5"/>
                    </a:cxn>
                    <a:cxn ang="0">
                      <a:pos x="T6" y="T7"/>
                    </a:cxn>
                    <a:cxn ang="0">
                      <a:pos x="T8" y="T9"/>
                    </a:cxn>
                    <a:cxn ang="0">
                      <a:pos x="T10" y="T11"/>
                    </a:cxn>
                    <a:cxn ang="0">
                      <a:pos x="T12" y="T13"/>
                    </a:cxn>
                  </a:cxnLst>
                  <a:rect l="0" t="0" r="r" b="b"/>
                  <a:pathLst>
                    <a:path w="985" h="449">
                      <a:moveTo>
                        <a:pt x="985" y="184"/>
                      </a:moveTo>
                      <a:cubicBezTo>
                        <a:pt x="985" y="330"/>
                        <a:pt x="764" y="449"/>
                        <a:pt x="492" y="449"/>
                      </a:cubicBezTo>
                      <a:cubicBezTo>
                        <a:pt x="220" y="449"/>
                        <a:pt x="0" y="330"/>
                        <a:pt x="0" y="184"/>
                      </a:cubicBezTo>
                      <a:cubicBezTo>
                        <a:pt x="0" y="0"/>
                        <a:pt x="0" y="0"/>
                        <a:pt x="0" y="0"/>
                      </a:cubicBezTo>
                      <a:cubicBezTo>
                        <a:pt x="0" y="147"/>
                        <a:pt x="220" y="266"/>
                        <a:pt x="492" y="266"/>
                      </a:cubicBezTo>
                      <a:cubicBezTo>
                        <a:pt x="764" y="266"/>
                        <a:pt x="985" y="147"/>
                        <a:pt x="985" y="0"/>
                      </a:cubicBezTo>
                      <a:lnTo>
                        <a:pt x="985" y="184"/>
                      </a:lnTo>
                      <a:close/>
                    </a:path>
                  </a:pathLst>
                </a:custGeom>
                <a:solidFill>
                  <a:schemeClr val="bg1">
                    <a:lumMod val="95000"/>
                  </a:schemeClr>
                </a:solidFill>
                <a:ln w="3175">
                  <a:noFill/>
                </a:ln>
              </p:spPr>
              <p:txBody>
                <a:bodyPr wrap="square" lIns="91440" tIns="45720" rIns="91440" bIns="45720" anchor="ctr">
                  <a:normAutofit/>
                </a:bodyPr>
                <a:lstStyle/>
                <a:p>
                  <a:pPr algn="ctr"/>
                  <a:endParaRPr>
                    <a:cs typeface="+mn-ea"/>
                    <a:sym typeface="+mn-lt"/>
                  </a:endParaRPr>
                </a:p>
              </p:txBody>
            </p:sp>
          </p:grpSp>
          <p:grpSp>
            <p:nvGrpSpPr>
              <p:cNvPr id="20" name="iṣļíḑe">
                <a:extLst>
                  <a:ext uri="{FF2B5EF4-FFF2-40B4-BE49-F238E27FC236}">
                    <a16:creationId xmlns="" xmlns:a16="http://schemas.microsoft.com/office/drawing/2014/main" id="{16F3A48E-9E88-40E6-8199-0AF4EC98A107}"/>
                  </a:ext>
                </a:extLst>
              </p:cNvPr>
              <p:cNvGrpSpPr/>
              <p:nvPr/>
            </p:nvGrpSpPr>
            <p:grpSpPr>
              <a:xfrm>
                <a:off x="8321053" y="2785813"/>
                <a:ext cx="610706" cy="610706"/>
                <a:chOff x="7816434" y="2226744"/>
                <a:chExt cx="610706" cy="610706"/>
              </a:xfrm>
            </p:grpSpPr>
            <p:sp>
              <p:nvSpPr>
                <p:cNvPr id="22" name="iṥ1ïdé">
                  <a:extLst>
                    <a:ext uri="{FF2B5EF4-FFF2-40B4-BE49-F238E27FC236}">
                      <a16:creationId xmlns="" xmlns:a16="http://schemas.microsoft.com/office/drawing/2014/main" id="{EA8F8B04-88E3-4971-9714-EA2C619A7275}"/>
                    </a:ext>
                  </a:extLst>
                </p:cNvPr>
                <p:cNvSpPr/>
                <p:nvPr/>
              </p:nvSpPr>
              <p:spPr>
                <a:xfrm rot="5400000" flipH="1">
                  <a:off x="7816434" y="2226744"/>
                  <a:ext cx="610706" cy="610706"/>
                </a:xfrm>
                <a:prstGeom prst="ellipse">
                  <a:avLst/>
                </a:prstGeom>
                <a:solidFill>
                  <a:schemeClr val="accent2"/>
                </a:solidFill>
                <a:ln>
                  <a:noFill/>
                </a:ln>
                <a:effectLst>
                  <a:innerShdw dist="25400" dir="5400000">
                    <a:schemeClr val="tx1">
                      <a:alpha val="15000"/>
                    </a:schemeClr>
                  </a:innerShdw>
                </a:effectLst>
              </p:spPr>
              <p:style>
                <a:lnRef idx="2">
                  <a:schemeClr val="dk1"/>
                </a:lnRef>
                <a:fillRef idx="1">
                  <a:schemeClr val="lt1"/>
                </a:fillRef>
                <a:effectRef idx="0">
                  <a:schemeClr val="dk1"/>
                </a:effectRef>
                <a:fontRef idx="minor">
                  <a:schemeClr val="dk1"/>
                </a:fontRef>
              </p:style>
              <p:txBody>
                <a:bodyPr wrap="square" lIns="91440" tIns="45720" rIns="91440" bIns="45720" anchor="ctr">
                  <a:normAutofit/>
                </a:bodyPr>
                <a:lstStyle/>
                <a:p>
                  <a:pPr algn="ctr"/>
                  <a:endParaRPr>
                    <a:solidFill>
                      <a:schemeClr val="tx1"/>
                    </a:solidFill>
                    <a:cs typeface="+mn-ea"/>
                    <a:sym typeface="+mn-lt"/>
                  </a:endParaRPr>
                </a:p>
              </p:txBody>
            </p:sp>
            <p:sp>
              <p:nvSpPr>
                <p:cNvPr id="23" name="îş1îḍê">
                  <a:extLst>
                    <a:ext uri="{FF2B5EF4-FFF2-40B4-BE49-F238E27FC236}">
                      <a16:creationId xmlns="" xmlns:a16="http://schemas.microsoft.com/office/drawing/2014/main" id="{0EAE5B6A-32C1-4DE6-809B-C6CDE690A7D9}"/>
                    </a:ext>
                  </a:extLst>
                </p:cNvPr>
                <p:cNvSpPr/>
                <p:nvPr/>
              </p:nvSpPr>
              <p:spPr bwMode="auto">
                <a:xfrm>
                  <a:off x="8012819" y="2396818"/>
                  <a:ext cx="215809" cy="289064"/>
                </a:xfrm>
                <a:custGeom>
                  <a:avLst/>
                  <a:gdLst>
                    <a:gd name="T0" fmla="*/ 77224192 w 21600"/>
                    <a:gd name="T1" fmla="*/ 125025245 h 21599"/>
                    <a:gd name="T2" fmla="*/ 77224192 w 21600"/>
                    <a:gd name="T3" fmla="*/ 78033134 h 21599"/>
                    <a:gd name="T4" fmla="*/ 44921634 w 21600"/>
                    <a:gd name="T5" fmla="*/ 13585 h 21599"/>
                    <a:gd name="T6" fmla="*/ 44320615 w 21600"/>
                    <a:gd name="T7" fmla="*/ 0 h 21599"/>
                    <a:gd name="T8" fmla="*/ 43731413 w 21600"/>
                    <a:gd name="T9" fmla="*/ 25904 h 21599"/>
                    <a:gd name="T10" fmla="*/ 11433478 w 21600"/>
                    <a:gd name="T11" fmla="*/ 78046720 h 21599"/>
                    <a:gd name="T12" fmla="*/ 11433478 w 21600"/>
                    <a:gd name="T13" fmla="*/ 125025245 h 21599"/>
                    <a:gd name="T14" fmla="*/ 0 w 21600"/>
                    <a:gd name="T15" fmla="*/ 125025245 h 21599"/>
                    <a:gd name="T16" fmla="*/ 0 w 21600"/>
                    <a:gd name="T17" fmla="*/ 286394996 h 21599"/>
                    <a:gd name="T18" fmla="*/ 88962056 w 21600"/>
                    <a:gd name="T19" fmla="*/ 286394996 h 21599"/>
                    <a:gd name="T20" fmla="*/ 88962056 w 21600"/>
                    <a:gd name="T21" fmla="*/ 125025245 h 21599"/>
                    <a:gd name="T22" fmla="*/ 77224192 w 21600"/>
                    <a:gd name="T23" fmla="*/ 125025245 h 21599"/>
                    <a:gd name="T24" fmla="*/ 54575753 w 21600"/>
                    <a:gd name="T25" fmla="*/ 256813289 h 21599"/>
                    <a:gd name="T26" fmla="*/ 34402734 w 21600"/>
                    <a:gd name="T27" fmla="*/ 256813289 h 21599"/>
                    <a:gd name="T28" fmla="*/ 39340846 w 21600"/>
                    <a:gd name="T29" fmla="*/ 204648719 h 21599"/>
                    <a:gd name="T30" fmla="*/ 34402734 w 21600"/>
                    <a:gd name="T31" fmla="*/ 183712973 h 21599"/>
                    <a:gd name="T32" fmla="*/ 44489207 w 21600"/>
                    <a:gd name="T33" fmla="*/ 159340789 h 21599"/>
                    <a:gd name="T34" fmla="*/ 54575753 w 21600"/>
                    <a:gd name="T35" fmla="*/ 183712973 h 21599"/>
                    <a:gd name="T36" fmla="*/ 49600606 w 21600"/>
                    <a:gd name="T37" fmla="*/ 204701804 h 21599"/>
                    <a:gd name="T38" fmla="*/ 54575753 w 21600"/>
                    <a:gd name="T39" fmla="*/ 256813289 h 21599"/>
                    <a:gd name="T40" fmla="*/ 61062386 w 21600"/>
                    <a:gd name="T41" fmla="*/ 125025245 h 21599"/>
                    <a:gd name="T42" fmla="*/ 27590661 w 21600"/>
                    <a:gd name="T43" fmla="*/ 125025245 h 21599"/>
                    <a:gd name="T44" fmla="*/ 27590661 w 21600"/>
                    <a:gd name="T45" fmla="*/ 78046720 h 21599"/>
                    <a:gd name="T46" fmla="*/ 43727311 w 21600"/>
                    <a:gd name="T47" fmla="*/ 39062860 h 21599"/>
                    <a:gd name="T48" fmla="*/ 44518023 w 21600"/>
                    <a:gd name="T49" fmla="*/ 39036945 h 21599"/>
                    <a:gd name="T50" fmla="*/ 44921634 w 21600"/>
                    <a:gd name="T51" fmla="*/ 39062860 h 21599"/>
                    <a:gd name="T52" fmla="*/ 61062386 w 21600"/>
                    <a:gd name="T53" fmla="*/ 78033134 h 21599"/>
                    <a:gd name="T54" fmla="*/ 61062386 w 21600"/>
                    <a:gd name="T55" fmla="*/ 125025245 h 21599"/>
                    <a:gd name="T56" fmla="*/ 61062386 w 21600"/>
                    <a:gd name="T57" fmla="*/ 125025245 h 215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1600" h="21599">
                      <a:moveTo>
                        <a:pt x="18750" y="9429"/>
                      </a:moveTo>
                      <a:lnTo>
                        <a:pt x="18750" y="5885"/>
                      </a:lnTo>
                      <a:cubicBezTo>
                        <a:pt x="18750" y="2636"/>
                        <a:pt x="15238" y="1"/>
                        <a:pt x="10907" y="1"/>
                      </a:cubicBezTo>
                      <a:cubicBezTo>
                        <a:pt x="10853" y="1"/>
                        <a:pt x="10814" y="-1"/>
                        <a:pt x="10761" y="0"/>
                      </a:cubicBezTo>
                      <a:cubicBezTo>
                        <a:pt x="10718" y="0"/>
                        <a:pt x="10662" y="2"/>
                        <a:pt x="10618" y="2"/>
                      </a:cubicBezTo>
                      <a:cubicBezTo>
                        <a:pt x="6286" y="2"/>
                        <a:pt x="2776" y="2636"/>
                        <a:pt x="2776" y="5886"/>
                      </a:cubicBezTo>
                      <a:lnTo>
                        <a:pt x="2776" y="9429"/>
                      </a:lnTo>
                      <a:lnTo>
                        <a:pt x="0" y="9429"/>
                      </a:lnTo>
                      <a:lnTo>
                        <a:pt x="0" y="21599"/>
                      </a:lnTo>
                      <a:lnTo>
                        <a:pt x="21600" y="21599"/>
                      </a:lnTo>
                      <a:lnTo>
                        <a:pt x="21600" y="9429"/>
                      </a:lnTo>
                      <a:lnTo>
                        <a:pt x="18750" y="9429"/>
                      </a:lnTo>
                      <a:close/>
                      <a:moveTo>
                        <a:pt x="13251" y="19368"/>
                      </a:moveTo>
                      <a:lnTo>
                        <a:pt x="8353" y="19368"/>
                      </a:lnTo>
                      <a:lnTo>
                        <a:pt x="9552" y="15434"/>
                      </a:lnTo>
                      <a:cubicBezTo>
                        <a:pt x="8835" y="15113"/>
                        <a:pt x="8353" y="14527"/>
                        <a:pt x="8353" y="13855"/>
                      </a:cubicBezTo>
                      <a:cubicBezTo>
                        <a:pt x="8353" y="12840"/>
                        <a:pt x="9449" y="12017"/>
                        <a:pt x="10802" y="12017"/>
                      </a:cubicBezTo>
                      <a:cubicBezTo>
                        <a:pt x="12154" y="12017"/>
                        <a:pt x="13251" y="12840"/>
                        <a:pt x="13251" y="13855"/>
                      </a:cubicBezTo>
                      <a:cubicBezTo>
                        <a:pt x="13251" y="14530"/>
                        <a:pt x="12765" y="15118"/>
                        <a:pt x="12043" y="15438"/>
                      </a:cubicBezTo>
                      <a:lnTo>
                        <a:pt x="13251" y="19368"/>
                      </a:lnTo>
                      <a:close/>
                      <a:moveTo>
                        <a:pt x="14826" y="9429"/>
                      </a:moveTo>
                      <a:lnTo>
                        <a:pt x="6699" y="9429"/>
                      </a:lnTo>
                      <a:lnTo>
                        <a:pt x="6699" y="5886"/>
                      </a:lnTo>
                      <a:cubicBezTo>
                        <a:pt x="6699" y="4265"/>
                        <a:pt x="8457" y="2946"/>
                        <a:pt x="10617" y="2946"/>
                      </a:cubicBezTo>
                      <a:cubicBezTo>
                        <a:pt x="10679" y="2946"/>
                        <a:pt x="10809" y="2944"/>
                        <a:pt x="10809" y="2944"/>
                      </a:cubicBezTo>
                      <a:cubicBezTo>
                        <a:pt x="10809" y="2944"/>
                        <a:pt x="10874" y="2946"/>
                        <a:pt x="10907" y="2946"/>
                      </a:cubicBezTo>
                      <a:cubicBezTo>
                        <a:pt x="13067" y="2946"/>
                        <a:pt x="14826" y="4264"/>
                        <a:pt x="14826" y="5885"/>
                      </a:cubicBezTo>
                      <a:lnTo>
                        <a:pt x="14826" y="9429"/>
                      </a:lnTo>
                      <a:close/>
                      <a:moveTo>
                        <a:pt x="14826" y="9429"/>
                      </a:moveTo>
                    </a:path>
                  </a:pathLst>
                </a:custGeom>
                <a:solidFill>
                  <a:schemeClr val="bg1"/>
                </a:solidFill>
                <a:ln>
                  <a:noFill/>
                </a:ln>
              </p:spPr>
              <p:txBody>
                <a:bodyPr wrap="square" lIns="91440" tIns="45720" rIns="91440" bIns="45720" anchor="ctr">
                  <a:normAutofit fontScale="62500" lnSpcReduction="20000"/>
                </a:bodyPr>
                <a:lstStyle/>
                <a:p>
                  <a:pPr algn="ctr"/>
                  <a:endParaRPr>
                    <a:cs typeface="+mn-ea"/>
                    <a:sym typeface="+mn-lt"/>
                  </a:endParaRPr>
                </a:p>
              </p:txBody>
            </p:sp>
          </p:grpSp>
          <p:sp>
            <p:nvSpPr>
              <p:cNvPr id="21" name="iŝ1îḓe">
                <a:extLst>
                  <a:ext uri="{FF2B5EF4-FFF2-40B4-BE49-F238E27FC236}">
                    <a16:creationId xmlns="" xmlns:a16="http://schemas.microsoft.com/office/drawing/2014/main" id="{24EFB963-8D86-416C-8874-4A0EC3485DBC}"/>
                  </a:ext>
                </a:extLst>
              </p:cNvPr>
              <p:cNvSpPr txBox="1"/>
              <p:nvPr/>
            </p:nvSpPr>
            <p:spPr bwMode="auto">
              <a:xfrm>
                <a:off x="6744913" y="2879516"/>
                <a:ext cx="1665086"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eaLnBrk="1" hangingPunct="1">
                  <a:lnSpc>
                    <a:spcPct val="100000"/>
                  </a:lnSpc>
                  <a:spcBef>
                    <a:spcPct val="0"/>
                  </a:spcBef>
                </a:pPr>
                <a:r>
                  <a:rPr lang="en-US" altLang="zh-CN" sz="1400">
                    <a:cs typeface="+mn-ea"/>
                    <a:sym typeface="+mn-lt"/>
                  </a:rPr>
                  <a:t>…T</a:t>
                </a:r>
                <a:r>
                  <a:rPr lang="en-US" altLang="zh-CN" sz="100">
                    <a:cs typeface="+mn-ea"/>
                    <a:sym typeface="+mn-lt"/>
                  </a:rPr>
                  <a:t> </a:t>
                </a:r>
                <a:r>
                  <a:rPr lang="en-US" altLang="zh-CN" sz="1400">
                    <a:cs typeface="+mn-ea"/>
                    <a:sym typeface="+mn-lt"/>
                  </a:rPr>
                  <a:t>ext</a:t>
                </a:r>
                <a:endParaRPr lang="en-US" altLang="zh-CN" sz="1400" dirty="0">
                  <a:cs typeface="+mn-ea"/>
                  <a:sym typeface="+mn-lt"/>
                </a:endParaRPr>
              </a:p>
            </p:txBody>
          </p:sp>
        </p:grpSp>
        <p:pic>
          <p:nvPicPr>
            <p:cNvPr id="3" name="图片 2">
              <a:extLst>
                <a:ext uri="{FF2B5EF4-FFF2-40B4-BE49-F238E27FC236}">
                  <a16:creationId xmlns="" xmlns:a16="http://schemas.microsoft.com/office/drawing/2014/main" id="{8C6ED6C9-7790-4464-B207-8CCA340245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11715" y="3031831"/>
              <a:ext cx="5860171" cy="5860171"/>
            </a:xfrm>
            <a:prstGeom prst="rect">
              <a:avLst/>
            </a:prstGeom>
          </p:spPr>
        </p:pic>
      </p:grpSp>
    </p:spTree>
    <p:custDataLst>
      <p:tags r:id="rId1"/>
    </p:custDataLst>
    <p:extLst>
      <p:ext uri="{BB962C8B-B14F-4D97-AF65-F5344CB8AC3E}">
        <p14:creationId xmlns:p14="http://schemas.microsoft.com/office/powerpoint/2010/main" val="214782384"/>
      </p:ext>
    </p:extLst>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9177E38C-CA9F-4D4F-B206-3EBAE721D2E6}"/>
              </a:ext>
            </a:extLst>
          </p:cNvPr>
          <p:cNvGrpSpPr/>
          <p:nvPr/>
        </p:nvGrpSpPr>
        <p:grpSpPr>
          <a:xfrm>
            <a:off x="666750" y="1914044"/>
            <a:ext cx="10858499" cy="3270731"/>
            <a:chOff x="666750" y="1914044"/>
            <a:chExt cx="10858499" cy="3270731"/>
          </a:xfrm>
        </p:grpSpPr>
        <p:grpSp>
          <p:nvGrpSpPr>
            <p:cNvPr id="4" name="ïşḻíḓê">
              <a:extLst>
                <a:ext uri="{FF2B5EF4-FFF2-40B4-BE49-F238E27FC236}">
                  <a16:creationId xmlns="" xmlns:a16="http://schemas.microsoft.com/office/drawing/2014/main" id="{609B95C0-5C34-409F-B0A2-11069D9D6053}"/>
                </a:ext>
              </a:extLst>
            </p:cNvPr>
            <p:cNvGrpSpPr/>
            <p:nvPr/>
          </p:nvGrpSpPr>
          <p:grpSpPr>
            <a:xfrm>
              <a:off x="4808500" y="2460625"/>
              <a:ext cx="2575000" cy="2724150"/>
              <a:chOff x="4202075" y="1504950"/>
              <a:chExt cx="2575000" cy="2724150"/>
            </a:xfrm>
          </p:grpSpPr>
          <p:sp>
            <p:nvSpPr>
              <p:cNvPr id="20" name="iṣḻíḓê">
                <a:extLst>
                  <a:ext uri="{FF2B5EF4-FFF2-40B4-BE49-F238E27FC236}">
                    <a16:creationId xmlns="" xmlns:a16="http://schemas.microsoft.com/office/drawing/2014/main" id="{7FC25D2F-0AF9-4E39-A8D9-5B8E8ED3454D}"/>
                  </a:ext>
                </a:extLst>
              </p:cNvPr>
              <p:cNvSpPr/>
              <p:nvPr/>
            </p:nvSpPr>
            <p:spPr bwMode="auto">
              <a:xfrm>
                <a:off x="4202075" y="1578322"/>
                <a:ext cx="2575000" cy="2574998"/>
              </a:xfrm>
              <a:prstGeom prst="ellipse">
                <a:avLst/>
              </a:prstGeom>
              <a:solidFill>
                <a:schemeClr val="bg1"/>
              </a:solidFill>
              <a:ln w="76200">
                <a:solidFill>
                  <a:schemeClr val="bg1">
                    <a:lumMod val="75000"/>
                  </a:schemeClr>
                </a:solidFill>
                <a:round/>
              </a:ln>
            </p:spPr>
            <p:txBody>
              <a:bodyPr rot="0" spcFirstLastPara="0" vert="horz" wrap="square" lIns="91440" tIns="45720" rIns="91440" bIns="45720" anchor="ctr" anchorCtr="1" forceAA="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en-US" altLang="zh-CN" sz="3600" i="1" dirty="0">
                  <a:cs typeface="+mn-ea"/>
                  <a:sym typeface="+mn-lt"/>
                </a:endParaRPr>
              </a:p>
            </p:txBody>
          </p:sp>
          <p:sp>
            <p:nvSpPr>
              <p:cNvPr id="21" name="iṣľïḋè">
                <a:extLst>
                  <a:ext uri="{FF2B5EF4-FFF2-40B4-BE49-F238E27FC236}">
                    <a16:creationId xmlns="" xmlns:a16="http://schemas.microsoft.com/office/drawing/2014/main" id="{A448AA00-0FB1-4253-AD7E-740D926627FF}"/>
                  </a:ext>
                </a:extLst>
              </p:cNvPr>
              <p:cNvSpPr/>
              <p:nvPr/>
            </p:nvSpPr>
            <p:spPr bwMode="auto">
              <a:xfrm rot="1775122" flipH="1">
                <a:off x="5275558" y="1504950"/>
                <a:ext cx="242673" cy="267705"/>
              </a:xfrm>
              <a:custGeom>
                <a:avLst/>
                <a:gdLst>
                  <a:gd name="connsiteX0" fmla="*/ 73048 w 251088"/>
                  <a:gd name="connsiteY0" fmla="*/ 36731 h 276989"/>
                  <a:gd name="connsiteX1" fmla="*/ 0 w 251088"/>
                  <a:gd name="connsiteY1" fmla="*/ 0 h 276989"/>
                  <a:gd name="connsiteX2" fmla="*/ 0 w 251088"/>
                  <a:gd name="connsiteY2" fmla="*/ 150529 h 276989"/>
                  <a:gd name="connsiteX3" fmla="*/ 9937 w 251088"/>
                  <a:gd name="connsiteY3" fmla="*/ 199750 h 276989"/>
                  <a:gd name="connsiteX4" fmla="*/ 126464 w 251088"/>
                  <a:gd name="connsiteY4" fmla="*/ 276988 h 276989"/>
                  <a:gd name="connsiteX5" fmla="*/ 242990 w 251088"/>
                  <a:gd name="connsiteY5" fmla="*/ 199749 h 276989"/>
                  <a:gd name="connsiteX6" fmla="*/ 251088 w 251088"/>
                  <a:gd name="connsiteY6" fmla="*/ 159638 h 276989"/>
                  <a:gd name="connsiteX7" fmla="*/ 188098 w 251088"/>
                  <a:gd name="connsiteY7" fmla="*/ 109958 h 276989"/>
                  <a:gd name="connsiteX8" fmla="*/ 73048 w 251088"/>
                  <a:gd name="connsiteY8" fmla="*/ 36731 h 27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088" h="276989">
                    <a:moveTo>
                      <a:pt x="73048" y="36731"/>
                    </a:moveTo>
                    <a:lnTo>
                      <a:pt x="0" y="0"/>
                    </a:lnTo>
                    <a:lnTo>
                      <a:pt x="0" y="150529"/>
                    </a:lnTo>
                    <a:lnTo>
                      <a:pt x="9937" y="199750"/>
                    </a:lnTo>
                    <a:cubicBezTo>
                      <a:pt x="29136" y="245139"/>
                      <a:pt x="74081" y="276988"/>
                      <a:pt x="126464" y="276988"/>
                    </a:cubicBezTo>
                    <a:cubicBezTo>
                      <a:pt x="178847" y="276989"/>
                      <a:pt x="223791" y="245139"/>
                      <a:pt x="242990" y="199749"/>
                    </a:cubicBezTo>
                    <a:lnTo>
                      <a:pt x="251088" y="159638"/>
                    </a:lnTo>
                    <a:lnTo>
                      <a:pt x="188098" y="109958"/>
                    </a:lnTo>
                    <a:cubicBezTo>
                      <a:pt x="151400" y="83893"/>
                      <a:pt x="113036" y="59433"/>
                      <a:pt x="73048" y="36731"/>
                    </a:cubicBezTo>
                    <a:close/>
                  </a:path>
                </a:pathLst>
              </a:custGeom>
              <a:solidFill>
                <a:schemeClr val="accent1">
                  <a:lumMod val="100000"/>
                </a:schemeClr>
              </a:solidFill>
              <a:ln w="19050">
                <a:noFill/>
                <a:round/>
              </a:ln>
            </p:spPr>
            <p:txBody>
              <a:bodyPr wrap="square" lIns="91440" tIns="45720" rIns="91440" bIns="45720" anchor="ctr">
                <a:normAutofit fontScale="77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sp>
            <p:nvSpPr>
              <p:cNvPr id="22" name="ïşļidê">
                <a:extLst>
                  <a:ext uri="{FF2B5EF4-FFF2-40B4-BE49-F238E27FC236}">
                    <a16:creationId xmlns="" xmlns:a16="http://schemas.microsoft.com/office/drawing/2014/main" id="{661B4029-DA6A-4722-BF88-CD70C5D2859F}"/>
                  </a:ext>
                </a:extLst>
              </p:cNvPr>
              <p:cNvSpPr/>
              <p:nvPr/>
            </p:nvSpPr>
            <p:spPr bwMode="auto">
              <a:xfrm rot="1775122" flipH="1">
                <a:off x="5448710" y="1524632"/>
                <a:ext cx="244451" cy="601880"/>
              </a:xfrm>
              <a:custGeom>
                <a:avLst/>
                <a:gdLst>
                  <a:gd name="connsiteX0" fmla="*/ 252927 w 252928"/>
                  <a:gd name="connsiteY0" fmla="*/ 93736 h 622752"/>
                  <a:gd name="connsiteX1" fmla="*/ 204135 w 252928"/>
                  <a:gd name="connsiteY1" fmla="*/ 69201 h 622752"/>
                  <a:gd name="connsiteX2" fmla="*/ 79143 w 252928"/>
                  <a:gd name="connsiteY2" fmla="*/ 21452 h 622752"/>
                  <a:gd name="connsiteX3" fmla="*/ 0 w 252928"/>
                  <a:gd name="connsiteY3" fmla="*/ 0 h 622752"/>
                  <a:gd name="connsiteX4" fmla="*/ 1 w 252928"/>
                  <a:gd name="connsiteY4" fmla="*/ 370274 h 622752"/>
                  <a:gd name="connsiteX5" fmla="*/ 0 w 252928"/>
                  <a:gd name="connsiteY5" fmla="*/ 370277 h 622752"/>
                  <a:gd name="connsiteX6" fmla="*/ 0 w 252928"/>
                  <a:gd name="connsiteY6" fmla="*/ 496288 h 622752"/>
                  <a:gd name="connsiteX7" fmla="*/ 126464 w 252928"/>
                  <a:gd name="connsiteY7" fmla="*/ 622752 h 622752"/>
                  <a:gd name="connsiteX8" fmla="*/ 252928 w 252928"/>
                  <a:gd name="connsiteY8" fmla="*/ 496288 h 622752"/>
                  <a:gd name="connsiteX9" fmla="*/ 252928 w 252928"/>
                  <a:gd name="connsiteY9" fmla="*/ 244265 h 622752"/>
                  <a:gd name="connsiteX10" fmla="*/ 252927 w 252928"/>
                  <a:gd name="connsiteY10" fmla="*/ 244260 h 622752"/>
                  <a:gd name="connsiteX11" fmla="*/ 252927 w 252928"/>
                  <a:gd name="connsiteY11" fmla="*/ 93736 h 622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28" h="622752">
                    <a:moveTo>
                      <a:pt x="252927" y="93736"/>
                    </a:moveTo>
                    <a:lnTo>
                      <a:pt x="204135" y="69201"/>
                    </a:lnTo>
                    <a:cubicBezTo>
                      <a:pt x="162945" y="51046"/>
                      <a:pt x="121230" y="35143"/>
                      <a:pt x="79143" y="21452"/>
                    </a:cubicBezTo>
                    <a:lnTo>
                      <a:pt x="0" y="0"/>
                    </a:lnTo>
                    <a:lnTo>
                      <a:pt x="1" y="370274"/>
                    </a:lnTo>
                    <a:lnTo>
                      <a:pt x="0" y="370277"/>
                    </a:lnTo>
                    <a:lnTo>
                      <a:pt x="0" y="496288"/>
                    </a:lnTo>
                    <a:cubicBezTo>
                      <a:pt x="0" y="566132"/>
                      <a:pt x="56620" y="622752"/>
                      <a:pt x="126464" y="622752"/>
                    </a:cubicBezTo>
                    <a:cubicBezTo>
                      <a:pt x="196308" y="622752"/>
                      <a:pt x="252928" y="566132"/>
                      <a:pt x="252928" y="496288"/>
                    </a:cubicBezTo>
                    <a:lnTo>
                      <a:pt x="252928" y="244265"/>
                    </a:lnTo>
                    <a:lnTo>
                      <a:pt x="252927" y="244260"/>
                    </a:lnTo>
                    <a:lnTo>
                      <a:pt x="252927" y="93736"/>
                    </a:lnTo>
                    <a:close/>
                  </a:path>
                </a:pathLst>
              </a:custGeom>
              <a:solidFill>
                <a:schemeClr val="accent2"/>
              </a:solidFill>
              <a:ln w="19050">
                <a:noFill/>
                <a:rou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sp>
            <p:nvSpPr>
              <p:cNvPr id="23" name="ïšḻîḋe">
                <a:extLst>
                  <a:ext uri="{FF2B5EF4-FFF2-40B4-BE49-F238E27FC236}">
                    <a16:creationId xmlns="" xmlns:a16="http://schemas.microsoft.com/office/drawing/2014/main" id="{EABCCB5A-37CC-427C-AD5F-1FDAF3731F26}"/>
                  </a:ext>
                </a:extLst>
              </p:cNvPr>
              <p:cNvSpPr/>
              <p:nvPr/>
            </p:nvSpPr>
            <p:spPr bwMode="auto">
              <a:xfrm rot="1775122" flipH="1">
                <a:off x="5700816" y="1617433"/>
                <a:ext cx="244451" cy="518418"/>
              </a:xfrm>
              <a:custGeom>
                <a:avLst/>
                <a:gdLst>
                  <a:gd name="connsiteX0" fmla="*/ 252928 w 252928"/>
                  <a:gd name="connsiteY0" fmla="*/ 39658 h 536396"/>
                  <a:gd name="connsiteX1" fmla="*/ 204843 w 252928"/>
                  <a:gd name="connsiteY1" fmla="*/ 26625 h 536396"/>
                  <a:gd name="connsiteX2" fmla="*/ 76292 w 252928"/>
                  <a:gd name="connsiteY2" fmla="*/ 5153 h 536396"/>
                  <a:gd name="connsiteX3" fmla="*/ 0 w 252928"/>
                  <a:gd name="connsiteY3" fmla="*/ 0 h 536396"/>
                  <a:gd name="connsiteX4" fmla="*/ 0 w 252928"/>
                  <a:gd name="connsiteY4" fmla="*/ 139902 h 536396"/>
                  <a:gd name="connsiteX5" fmla="*/ 0 w 252928"/>
                  <a:gd name="connsiteY5" fmla="*/ 139903 h 536396"/>
                  <a:gd name="connsiteX6" fmla="*/ 0 w 252928"/>
                  <a:gd name="connsiteY6" fmla="*/ 409932 h 536396"/>
                  <a:gd name="connsiteX7" fmla="*/ 126464 w 252928"/>
                  <a:gd name="connsiteY7" fmla="*/ 536396 h 536396"/>
                  <a:gd name="connsiteX8" fmla="*/ 242990 w 252928"/>
                  <a:gd name="connsiteY8" fmla="*/ 459157 h 536396"/>
                  <a:gd name="connsiteX9" fmla="*/ 252928 w 252928"/>
                  <a:gd name="connsiteY9" fmla="*/ 409935 h 536396"/>
                  <a:gd name="connsiteX10" fmla="*/ 252928 w 252928"/>
                  <a:gd name="connsiteY10" fmla="*/ 39658 h 536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928" h="536396">
                    <a:moveTo>
                      <a:pt x="252928" y="39658"/>
                    </a:moveTo>
                    <a:lnTo>
                      <a:pt x="204843" y="26625"/>
                    </a:lnTo>
                    <a:cubicBezTo>
                      <a:pt x="162163" y="17313"/>
                      <a:pt x="119262" y="10169"/>
                      <a:pt x="76292" y="5153"/>
                    </a:cubicBezTo>
                    <a:lnTo>
                      <a:pt x="0" y="0"/>
                    </a:lnTo>
                    <a:lnTo>
                      <a:pt x="0" y="139902"/>
                    </a:lnTo>
                    <a:lnTo>
                      <a:pt x="0" y="139903"/>
                    </a:lnTo>
                    <a:lnTo>
                      <a:pt x="0" y="409932"/>
                    </a:lnTo>
                    <a:cubicBezTo>
                      <a:pt x="0" y="479776"/>
                      <a:pt x="56620" y="536396"/>
                      <a:pt x="126464" y="536396"/>
                    </a:cubicBezTo>
                    <a:cubicBezTo>
                      <a:pt x="178847" y="536396"/>
                      <a:pt x="223792" y="504547"/>
                      <a:pt x="242990" y="459157"/>
                    </a:cubicBezTo>
                    <a:lnTo>
                      <a:pt x="252928" y="409935"/>
                    </a:lnTo>
                    <a:lnTo>
                      <a:pt x="252928" y="39658"/>
                    </a:lnTo>
                    <a:close/>
                  </a:path>
                </a:pathLst>
              </a:custGeom>
              <a:solidFill>
                <a:schemeClr val="accent1"/>
              </a:solidFill>
              <a:ln w="19050">
                <a:noFill/>
                <a:rou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sp>
            <p:nvSpPr>
              <p:cNvPr id="24" name="íşļidé">
                <a:extLst>
                  <a:ext uri="{FF2B5EF4-FFF2-40B4-BE49-F238E27FC236}">
                    <a16:creationId xmlns="" xmlns:a16="http://schemas.microsoft.com/office/drawing/2014/main" id="{E3D5AC59-C7FE-4AC1-BE14-B825A2D0A0F6}"/>
                  </a:ext>
                </a:extLst>
              </p:cNvPr>
              <p:cNvSpPr/>
              <p:nvPr/>
            </p:nvSpPr>
            <p:spPr bwMode="auto">
              <a:xfrm rot="1775122" flipH="1">
                <a:off x="5978725" y="1751712"/>
                <a:ext cx="244452" cy="261101"/>
              </a:xfrm>
              <a:custGeom>
                <a:avLst/>
                <a:gdLst>
                  <a:gd name="connsiteX0" fmla="*/ 252929 w 252929"/>
                  <a:gd name="connsiteY0" fmla="*/ 3790 h 270156"/>
                  <a:gd name="connsiteX1" fmla="*/ 200259 w 252929"/>
                  <a:gd name="connsiteY1" fmla="*/ 232 h 270156"/>
                  <a:gd name="connsiteX2" fmla="*/ 71799 w 252929"/>
                  <a:gd name="connsiteY2" fmla="*/ 4031 h 270156"/>
                  <a:gd name="connsiteX3" fmla="*/ 0 w 252929"/>
                  <a:gd name="connsiteY3" fmla="*/ 13106 h 270156"/>
                  <a:gd name="connsiteX4" fmla="*/ 0 w 252929"/>
                  <a:gd name="connsiteY4" fmla="*/ 143692 h 270156"/>
                  <a:gd name="connsiteX5" fmla="*/ 126465 w 252929"/>
                  <a:gd name="connsiteY5" fmla="*/ 270156 h 270156"/>
                  <a:gd name="connsiteX6" fmla="*/ 242991 w 252929"/>
                  <a:gd name="connsiteY6" fmla="*/ 192917 h 270156"/>
                  <a:gd name="connsiteX7" fmla="*/ 252929 w 252929"/>
                  <a:gd name="connsiteY7" fmla="*/ 143693 h 270156"/>
                  <a:gd name="connsiteX8" fmla="*/ 252929 w 252929"/>
                  <a:gd name="connsiteY8" fmla="*/ 3790 h 27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929" h="270156">
                    <a:moveTo>
                      <a:pt x="252929" y="3790"/>
                    </a:moveTo>
                    <a:lnTo>
                      <a:pt x="200259" y="232"/>
                    </a:lnTo>
                    <a:cubicBezTo>
                      <a:pt x="157305" y="-572"/>
                      <a:pt x="114434" y="708"/>
                      <a:pt x="71799" y="4031"/>
                    </a:cubicBezTo>
                    <a:lnTo>
                      <a:pt x="0" y="13106"/>
                    </a:lnTo>
                    <a:lnTo>
                      <a:pt x="0" y="143692"/>
                    </a:lnTo>
                    <a:cubicBezTo>
                      <a:pt x="1" y="213536"/>
                      <a:pt x="56621" y="270156"/>
                      <a:pt x="126465" y="270156"/>
                    </a:cubicBezTo>
                    <a:cubicBezTo>
                      <a:pt x="178848" y="270156"/>
                      <a:pt x="223792" y="238307"/>
                      <a:pt x="242991" y="192917"/>
                    </a:cubicBezTo>
                    <a:lnTo>
                      <a:pt x="252929" y="143693"/>
                    </a:lnTo>
                    <a:lnTo>
                      <a:pt x="252929" y="3790"/>
                    </a:lnTo>
                    <a:close/>
                  </a:path>
                </a:pathLst>
              </a:custGeom>
              <a:solidFill>
                <a:schemeClr val="accent2"/>
              </a:solidFill>
              <a:ln w="19050">
                <a:noFill/>
                <a:round/>
              </a:ln>
            </p:spPr>
            <p:txBody>
              <a:bodyPr wrap="square" lIns="91440" tIns="45720" rIns="91440" bIns="45720" anchor="ctr">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sp>
            <p:nvSpPr>
              <p:cNvPr id="25" name="iṣ1îdé">
                <a:extLst>
                  <a:ext uri="{FF2B5EF4-FFF2-40B4-BE49-F238E27FC236}">
                    <a16:creationId xmlns="" xmlns:a16="http://schemas.microsoft.com/office/drawing/2014/main" id="{2E47EC3E-9D8A-4D18-92D0-92E0F6364D50}"/>
                  </a:ext>
                </a:extLst>
              </p:cNvPr>
              <p:cNvSpPr/>
              <p:nvPr/>
            </p:nvSpPr>
            <p:spPr bwMode="auto">
              <a:xfrm rot="1775122" flipH="1">
                <a:off x="5016184" y="3541115"/>
                <a:ext cx="244452" cy="562215"/>
              </a:xfrm>
              <a:custGeom>
                <a:avLst/>
                <a:gdLst>
                  <a:gd name="connsiteX0" fmla="*/ 175690 w 252929"/>
                  <a:gd name="connsiteY0" fmla="*/ 9938 h 581712"/>
                  <a:gd name="connsiteX1" fmla="*/ 126465 w 252929"/>
                  <a:gd name="connsiteY1" fmla="*/ 0 h 581712"/>
                  <a:gd name="connsiteX2" fmla="*/ 1 w 252929"/>
                  <a:gd name="connsiteY2" fmla="*/ 126464 h 581712"/>
                  <a:gd name="connsiteX3" fmla="*/ 1 w 252929"/>
                  <a:gd name="connsiteY3" fmla="*/ 187439 h 581712"/>
                  <a:gd name="connsiteX4" fmla="*/ 1 w 252929"/>
                  <a:gd name="connsiteY4" fmla="*/ 548702 h 581712"/>
                  <a:gd name="connsiteX5" fmla="*/ 15417 w 252929"/>
                  <a:gd name="connsiteY5" fmla="*/ 552880 h 581712"/>
                  <a:gd name="connsiteX6" fmla="*/ 143968 w 252929"/>
                  <a:gd name="connsiteY6" fmla="*/ 574352 h 581712"/>
                  <a:gd name="connsiteX7" fmla="*/ 252928 w 252929"/>
                  <a:gd name="connsiteY7" fmla="*/ 581712 h 581712"/>
                  <a:gd name="connsiteX8" fmla="*/ 252929 w 252929"/>
                  <a:gd name="connsiteY8" fmla="*/ 126464 h 581712"/>
                  <a:gd name="connsiteX9" fmla="*/ 175690 w 252929"/>
                  <a:gd name="connsiteY9" fmla="*/ 9938 h 581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2929" h="581712">
                    <a:moveTo>
                      <a:pt x="175690" y="9938"/>
                    </a:moveTo>
                    <a:cubicBezTo>
                      <a:pt x="160561" y="3539"/>
                      <a:pt x="143926" y="0"/>
                      <a:pt x="126465" y="0"/>
                    </a:cubicBezTo>
                    <a:cubicBezTo>
                      <a:pt x="56621" y="0"/>
                      <a:pt x="0" y="56620"/>
                      <a:pt x="1" y="126464"/>
                    </a:cubicBezTo>
                    <a:lnTo>
                      <a:pt x="1" y="187439"/>
                    </a:lnTo>
                    <a:lnTo>
                      <a:pt x="1" y="548702"/>
                    </a:lnTo>
                    <a:lnTo>
                      <a:pt x="15417" y="552880"/>
                    </a:lnTo>
                    <a:cubicBezTo>
                      <a:pt x="58097" y="562192"/>
                      <a:pt x="100998" y="569336"/>
                      <a:pt x="143968" y="574352"/>
                    </a:cubicBezTo>
                    <a:lnTo>
                      <a:pt x="252928" y="581712"/>
                    </a:lnTo>
                    <a:lnTo>
                      <a:pt x="252929" y="126464"/>
                    </a:lnTo>
                    <a:cubicBezTo>
                      <a:pt x="252929" y="74081"/>
                      <a:pt x="221080" y="29137"/>
                      <a:pt x="175690" y="9938"/>
                    </a:cubicBezTo>
                    <a:close/>
                  </a:path>
                </a:pathLst>
              </a:custGeom>
              <a:solidFill>
                <a:schemeClr val="accent1"/>
              </a:solidFill>
              <a:ln w="19050">
                <a:noFill/>
                <a:rou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sp>
            <p:nvSpPr>
              <p:cNvPr id="26" name="ïśḷiḍé">
                <a:extLst>
                  <a:ext uri="{FF2B5EF4-FFF2-40B4-BE49-F238E27FC236}">
                    <a16:creationId xmlns="" xmlns:a16="http://schemas.microsoft.com/office/drawing/2014/main" id="{4C11061A-7E45-45BE-9534-651B2A8FF577}"/>
                  </a:ext>
                </a:extLst>
              </p:cNvPr>
              <p:cNvSpPr/>
              <p:nvPr/>
            </p:nvSpPr>
            <p:spPr bwMode="auto">
              <a:xfrm rot="1775122" flipH="1">
                <a:off x="5266705" y="3550034"/>
                <a:ext cx="244451" cy="652102"/>
              </a:xfrm>
              <a:custGeom>
                <a:avLst/>
                <a:gdLst>
                  <a:gd name="connsiteX0" fmla="*/ 175689 w 252928"/>
                  <a:gd name="connsiteY0" fmla="*/ 9938 h 674716"/>
                  <a:gd name="connsiteX1" fmla="*/ 126464 w 252928"/>
                  <a:gd name="connsiteY1" fmla="*/ 0 h 674716"/>
                  <a:gd name="connsiteX2" fmla="*/ 0 w 252928"/>
                  <a:gd name="connsiteY2" fmla="*/ 126464 h 674716"/>
                  <a:gd name="connsiteX3" fmla="*/ 0 w 252928"/>
                  <a:gd name="connsiteY3" fmla="*/ 378487 h 674716"/>
                  <a:gd name="connsiteX4" fmla="*/ 1 w 252928"/>
                  <a:gd name="connsiteY4" fmla="*/ 378491 h 674716"/>
                  <a:gd name="connsiteX5" fmla="*/ 1 w 252928"/>
                  <a:gd name="connsiteY5" fmla="*/ 588552 h 674716"/>
                  <a:gd name="connsiteX6" fmla="*/ 16124 w 252928"/>
                  <a:gd name="connsiteY6" fmla="*/ 596660 h 674716"/>
                  <a:gd name="connsiteX7" fmla="*/ 141116 w 252928"/>
                  <a:gd name="connsiteY7" fmla="*/ 644409 h 674716"/>
                  <a:gd name="connsiteX8" fmla="*/ 252928 w 252928"/>
                  <a:gd name="connsiteY8" fmla="*/ 674716 h 674716"/>
                  <a:gd name="connsiteX9" fmla="*/ 252928 w 252928"/>
                  <a:gd name="connsiteY9" fmla="*/ 313453 h 674716"/>
                  <a:gd name="connsiteX10" fmla="*/ 252928 w 252928"/>
                  <a:gd name="connsiteY10" fmla="*/ 126464 h 674716"/>
                  <a:gd name="connsiteX11" fmla="*/ 175689 w 252928"/>
                  <a:gd name="connsiteY11" fmla="*/ 9938 h 6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28" h="674716">
                    <a:moveTo>
                      <a:pt x="175689" y="9938"/>
                    </a:moveTo>
                    <a:cubicBezTo>
                      <a:pt x="160560" y="3539"/>
                      <a:pt x="143925" y="0"/>
                      <a:pt x="126464" y="0"/>
                    </a:cubicBezTo>
                    <a:cubicBezTo>
                      <a:pt x="56620" y="0"/>
                      <a:pt x="0" y="56620"/>
                      <a:pt x="0" y="126464"/>
                    </a:cubicBezTo>
                    <a:lnTo>
                      <a:pt x="0" y="378487"/>
                    </a:lnTo>
                    <a:lnTo>
                      <a:pt x="1" y="378491"/>
                    </a:lnTo>
                    <a:lnTo>
                      <a:pt x="1" y="588552"/>
                    </a:lnTo>
                    <a:lnTo>
                      <a:pt x="16124" y="596660"/>
                    </a:lnTo>
                    <a:cubicBezTo>
                      <a:pt x="57314" y="614816"/>
                      <a:pt x="99029" y="630718"/>
                      <a:pt x="141116" y="644409"/>
                    </a:cubicBezTo>
                    <a:lnTo>
                      <a:pt x="252928" y="674716"/>
                    </a:lnTo>
                    <a:lnTo>
                      <a:pt x="252928" y="313453"/>
                    </a:lnTo>
                    <a:lnTo>
                      <a:pt x="252928" y="126464"/>
                    </a:lnTo>
                    <a:cubicBezTo>
                      <a:pt x="252928" y="74081"/>
                      <a:pt x="221079" y="29137"/>
                      <a:pt x="175689" y="9938"/>
                    </a:cubicBezTo>
                    <a:close/>
                  </a:path>
                </a:pathLst>
              </a:custGeom>
              <a:solidFill>
                <a:schemeClr val="accent2"/>
              </a:solidFill>
              <a:ln w="19050">
                <a:noFill/>
                <a:rou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sp>
            <p:nvSpPr>
              <p:cNvPr id="27" name="ïś1ïḋé">
                <a:extLst>
                  <a:ext uri="{FF2B5EF4-FFF2-40B4-BE49-F238E27FC236}">
                    <a16:creationId xmlns="" xmlns:a16="http://schemas.microsoft.com/office/drawing/2014/main" id="{9BB942B8-996C-4A0B-A8EB-8A45A1192578}"/>
                  </a:ext>
                </a:extLst>
              </p:cNvPr>
              <p:cNvSpPr/>
              <p:nvPr/>
            </p:nvSpPr>
            <p:spPr bwMode="auto">
              <a:xfrm rot="1775122" flipH="1">
                <a:off x="4738800" y="3664293"/>
                <a:ext cx="244451" cy="302765"/>
              </a:xfrm>
              <a:custGeom>
                <a:avLst/>
                <a:gdLst>
                  <a:gd name="connsiteX0" fmla="*/ 175689 w 252928"/>
                  <a:gd name="connsiteY0" fmla="*/ 9939 h 313265"/>
                  <a:gd name="connsiteX1" fmla="*/ 126464 w 252928"/>
                  <a:gd name="connsiteY1" fmla="*/ 1 h 313265"/>
                  <a:gd name="connsiteX2" fmla="*/ 0 w 252928"/>
                  <a:gd name="connsiteY2" fmla="*/ 126464 h 313265"/>
                  <a:gd name="connsiteX3" fmla="*/ 0 w 252928"/>
                  <a:gd name="connsiteY3" fmla="*/ 311682 h 313265"/>
                  <a:gd name="connsiteX4" fmla="*/ 20001 w 252928"/>
                  <a:gd name="connsiteY4" fmla="*/ 313033 h 313265"/>
                  <a:gd name="connsiteX5" fmla="*/ 148461 w 252928"/>
                  <a:gd name="connsiteY5" fmla="*/ 309234 h 313265"/>
                  <a:gd name="connsiteX6" fmla="*/ 252928 w 252928"/>
                  <a:gd name="connsiteY6" fmla="*/ 296031 h 313265"/>
                  <a:gd name="connsiteX7" fmla="*/ 252928 w 252928"/>
                  <a:gd name="connsiteY7" fmla="*/ 126464 h 313265"/>
                  <a:gd name="connsiteX8" fmla="*/ 175689 w 252928"/>
                  <a:gd name="connsiteY8" fmla="*/ 9939 h 313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928" h="313265">
                    <a:moveTo>
                      <a:pt x="175689" y="9939"/>
                    </a:moveTo>
                    <a:cubicBezTo>
                      <a:pt x="160560" y="3539"/>
                      <a:pt x="143925" y="1"/>
                      <a:pt x="126464" y="1"/>
                    </a:cubicBezTo>
                    <a:cubicBezTo>
                      <a:pt x="56620" y="0"/>
                      <a:pt x="0" y="56620"/>
                      <a:pt x="0" y="126464"/>
                    </a:cubicBezTo>
                    <a:lnTo>
                      <a:pt x="0" y="311682"/>
                    </a:lnTo>
                    <a:lnTo>
                      <a:pt x="20001" y="313033"/>
                    </a:lnTo>
                    <a:cubicBezTo>
                      <a:pt x="62956" y="313837"/>
                      <a:pt x="105826" y="312557"/>
                      <a:pt x="148461" y="309234"/>
                    </a:cubicBezTo>
                    <a:lnTo>
                      <a:pt x="252928" y="296031"/>
                    </a:lnTo>
                    <a:lnTo>
                      <a:pt x="252928" y="126464"/>
                    </a:lnTo>
                    <a:cubicBezTo>
                      <a:pt x="252928" y="74081"/>
                      <a:pt x="221079" y="29137"/>
                      <a:pt x="175689" y="9939"/>
                    </a:cubicBezTo>
                    <a:close/>
                  </a:path>
                </a:pathLst>
              </a:custGeom>
              <a:solidFill>
                <a:schemeClr val="accent2"/>
              </a:solidFill>
              <a:ln w="19050">
                <a:noFill/>
                <a:round/>
              </a:ln>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sp>
            <p:nvSpPr>
              <p:cNvPr id="28" name="îşľîḑè">
                <a:extLst>
                  <a:ext uri="{FF2B5EF4-FFF2-40B4-BE49-F238E27FC236}">
                    <a16:creationId xmlns="" xmlns:a16="http://schemas.microsoft.com/office/drawing/2014/main" id="{7103E2AB-2513-486A-A16F-A2843D58B6B4}"/>
                  </a:ext>
                </a:extLst>
              </p:cNvPr>
              <p:cNvSpPr/>
              <p:nvPr/>
            </p:nvSpPr>
            <p:spPr bwMode="auto">
              <a:xfrm rot="1775122" flipH="1">
                <a:off x="5439712" y="3903854"/>
                <a:ext cx="244450" cy="325246"/>
              </a:xfrm>
              <a:custGeom>
                <a:avLst/>
                <a:gdLst>
                  <a:gd name="connsiteX0" fmla="*/ 175689 w 252927"/>
                  <a:gd name="connsiteY0" fmla="*/ 9939 h 336525"/>
                  <a:gd name="connsiteX1" fmla="*/ 126464 w 252927"/>
                  <a:gd name="connsiteY1" fmla="*/ 1 h 336525"/>
                  <a:gd name="connsiteX2" fmla="*/ 0 w 252927"/>
                  <a:gd name="connsiteY2" fmla="*/ 126464 h 336525"/>
                  <a:gd name="connsiteX3" fmla="*/ 0 w 252927"/>
                  <a:gd name="connsiteY3" fmla="*/ 184775 h 336525"/>
                  <a:gd name="connsiteX4" fmla="*/ 32160 w 252927"/>
                  <a:gd name="connsiteY4" fmla="*/ 210140 h 336525"/>
                  <a:gd name="connsiteX5" fmla="*/ 147210 w 252927"/>
                  <a:gd name="connsiteY5" fmla="*/ 283367 h 336525"/>
                  <a:gd name="connsiteX6" fmla="*/ 252927 w 252927"/>
                  <a:gd name="connsiteY6" fmla="*/ 336525 h 336525"/>
                  <a:gd name="connsiteX7" fmla="*/ 252927 w 252927"/>
                  <a:gd name="connsiteY7" fmla="*/ 126460 h 336525"/>
                  <a:gd name="connsiteX8" fmla="*/ 242989 w 252927"/>
                  <a:gd name="connsiteY8" fmla="*/ 77239 h 336525"/>
                  <a:gd name="connsiteX9" fmla="*/ 175689 w 252927"/>
                  <a:gd name="connsiteY9" fmla="*/ 9939 h 336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2927" h="336525">
                    <a:moveTo>
                      <a:pt x="175689" y="9939"/>
                    </a:moveTo>
                    <a:cubicBezTo>
                      <a:pt x="160559" y="3539"/>
                      <a:pt x="143925" y="1"/>
                      <a:pt x="126464" y="1"/>
                    </a:cubicBezTo>
                    <a:cubicBezTo>
                      <a:pt x="56620" y="0"/>
                      <a:pt x="-1" y="56620"/>
                      <a:pt x="0" y="126464"/>
                    </a:cubicBezTo>
                    <a:lnTo>
                      <a:pt x="0" y="184775"/>
                    </a:lnTo>
                    <a:lnTo>
                      <a:pt x="32160" y="210140"/>
                    </a:lnTo>
                    <a:cubicBezTo>
                      <a:pt x="68858" y="236205"/>
                      <a:pt x="107222" y="260665"/>
                      <a:pt x="147210" y="283367"/>
                    </a:cubicBezTo>
                    <a:lnTo>
                      <a:pt x="252927" y="336525"/>
                    </a:lnTo>
                    <a:lnTo>
                      <a:pt x="252927" y="126460"/>
                    </a:lnTo>
                    <a:lnTo>
                      <a:pt x="242989" y="77239"/>
                    </a:lnTo>
                    <a:cubicBezTo>
                      <a:pt x="230191" y="46979"/>
                      <a:pt x="205949" y="22737"/>
                      <a:pt x="175689" y="9939"/>
                    </a:cubicBezTo>
                    <a:close/>
                  </a:path>
                </a:pathLst>
              </a:custGeom>
              <a:solidFill>
                <a:schemeClr val="accent1"/>
              </a:solidFill>
              <a:ln w="19050">
                <a:noFill/>
                <a:round/>
              </a:ln>
            </p:spPr>
            <p:txBody>
              <a:bodyPr wrap="square" lIns="91440" tIns="45720" rIns="91440" bIns="45720" anchor="ctr">
                <a:normAutofit fontScale="92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grpSp>
        <p:cxnSp>
          <p:nvCxnSpPr>
            <p:cNvPr id="5" name="直接连接符 4">
              <a:extLst>
                <a:ext uri="{FF2B5EF4-FFF2-40B4-BE49-F238E27FC236}">
                  <a16:creationId xmlns="" xmlns:a16="http://schemas.microsoft.com/office/drawing/2014/main" id="{32ED026D-E2DE-4D1D-96DF-205E9B712BBF}"/>
                </a:ext>
              </a:extLst>
            </p:cNvPr>
            <p:cNvCxnSpPr>
              <a:stCxn id="20" idx="0"/>
            </p:cNvCxnSpPr>
            <p:nvPr/>
          </p:nvCxnSpPr>
          <p:spPr>
            <a:xfrm flipH="1">
              <a:off x="666750" y="2533997"/>
              <a:ext cx="5429250" cy="0"/>
            </a:xfrm>
            <a:prstGeom prst="line">
              <a:avLst/>
            </a:prstGeom>
            <a:ln w="1905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7" name="iṧľïḓé">
              <a:extLst>
                <a:ext uri="{FF2B5EF4-FFF2-40B4-BE49-F238E27FC236}">
                  <a16:creationId xmlns="" xmlns:a16="http://schemas.microsoft.com/office/drawing/2014/main" id="{19A17217-2AB9-479C-A816-5D3FD3BF8EBE}"/>
                </a:ext>
              </a:extLst>
            </p:cNvPr>
            <p:cNvSpPr txBox="1"/>
            <p:nvPr/>
          </p:nvSpPr>
          <p:spPr bwMode="auto">
            <a:xfrm>
              <a:off x="952428" y="1953939"/>
              <a:ext cx="3530601" cy="55279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pPr>
              <a:r>
                <a:rPr lang="zh-CN" altLang="en-US" sz="2000" b="1" dirty="0">
                  <a:cs typeface="+mn-ea"/>
                  <a:sym typeface="+mn-lt"/>
                </a:rPr>
                <a:t>输入标题</a:t>
              </a:r>
              <a:endParaRPr lang="en-US" altLang="zh-CN" sz="2000" b="1" dirty="0">
                <a:cs typeface="+mn-ea"/>
                <a:sym typeface="+mn-lt"/>
              </a:endParaRPr>
            </a:p>
          </p:txBody>
        </p:sp>
        <p:cxnSp>
          <p:nvCxnSpPr>
            <p:cNvPr id="12" name="直接连接符 11">
              <a:extLst>
                <a:ext uri="{FF2B5EF4-FFF2-40B4-BE49-F238E27FC236}">
                  <a16:creationId xmlns="" xmlns:a16="http://schemas.microsoft.com/office/drawing/2014/main" id="{E82D7308-70DE-4A8C-97FD-CCFB4BE63468}"/>
                </a:ext>
              </a:extLst>
            </p:cNvPr>
            <p:cNvCxnSpPr/>
            <p:nvPr/>
          </p:nvCxnSpPr>
          <p:spPr>
            <a:xfrm flipH="1">
              <a:off x="6095999" y="2533997"/>
              <a:ext cx="5429250" cy="0"/>
            </a:xfrm>
            <a:prstGeom prst="line">
              <a:avLst/>
            </a:prstGeom>
            <a:ln w="1905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4" name="iṩ1îḍé">
              <a:extLst>
                <a:ext uri="{FF2B5EF4-FFF2-40B4-BE49-F238E27FC236}">
                  <a16:creationId xmlns="" xmlns:a16="http://schemas.microsoft.com/office/drawing/2014/main" id="{19A17217-2AB9-479C-A816-5D3FD3BF8EBE}"/>
                </a:ext>
              </a:extLst>
            </p:cNvPr>
            <p:cNvSpPr txBox="1"/>
            <p:nvPr/>
          </p:nvSpPr>
          <p:spPr bwMode="auto">
            <a:xfrm>
              <a:off x="7637195" y="1914044"/>
              <a:ext cx="3530601" cy="55279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sz="2000" b="1" dirty="0">
                  <a:cs typeface="+mn-ea"/>
                  <a:sym typeface="+mn-lt"/>
                </a:rPr>
                <a:t>输入标题</a:t>
              </a:r>
              <a:endParaRPr lang="en-US" altLang="zh-CN" sz="2000" b="1" dirty="0">
                <a:cs typeface="+mn-ea"/>
                <a:sym typeface="+mn-lt"/>
              </a:endParaRPr>
            </a:p>
          </p:txBody>
        </p:sp>
      </p:grpSp>
      <p:grpSp>
        <p:nvGrpSpPr>
          <p:cNvPr id="29" name="组合 28">
            <a:extLst>
              <a:ext uri="{FF2B5EF4-FFF2-40B4-BE49-F238E27FC236}">
                <a16:creationId xmlns="" xmlns:a16="http://schemas.microsoft.com/office/drawing/2014/main" id="{6A2C756C-2392-4BAC-AF2B-416D70989AB4}"/>
              </a:ext>
            </a:extLst>
          </p:cNvPr>
          <p:cNvGrpSpPr/>
          <p:nvPr/>
        </p:nvGrpSpPr>
        <p:grpSpPr>
          <a:xfrm>
            <a:off x="666750" y="2834191"/>
            <a:ext cx="10858499" cy="3071823"/>
            <a:chOff x="666750" y="2834191"/>
            <a:chExt cx="10858499" cy="3071823"/>
          </a:xfrm>
        </p:grpSpPr>
        <p:sp>
          <p:nvSpPr>
            <p:cNvPr id="6" name="íṥľîḋê">
              <a:extLst>
                <a:ext uri="{FF2B5EF4-FFF2-40B4-BE49-F238E27FC236}">
                  <a16:creationId xmlns="" xmlns:a16="http://schemas.microsoft.com/office/drawing/2014/main" id="{BC361E29-216C-442B-A70B-7F495E0959D0}"/>
                </a:ext>
              </a:extLst>
            </p:cNvPr>
            <p:cNvSpPr/>
            <p:nvPr/>
          </p:nvSpPr>
          <p:spPr bwMode="auto">
            <a:xfrm>
              <a:off x="952429" y="2834191"/>
              <a:ext cx="3530601" cy="902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pPr>
              <a:r>
                <a:rPr lang="zh-CN" altLang="en-US" sz="1400" dirty="0">
                  <a:cs typeface="+mn-ea"/>
                  <a:sym typeface="+mn-lt"/>
                </a:rPr>
                <a:t>输入替换内容文本输入替换内容文本输入替换内容文本</a:t>
              </a:r>
              <a:endParaRPr lang="en-US" altLang="zh-CN" sz="1400" dirty="0">
                <a:cs typeface="+mn-ea"/>
                <a:sym typeface="+mn-lt"/>
              </a:endParaRPr>
            </a:p>
            <a:p>
              <a:pPr marL="171450" indent="-171450" algn="r">
                <a:lnSpc>
                  <a:spcPct val="150000"/>
                </a:lnSpc>
                <a:buFont typeface="Arial" panose="020B0604020202020204" pitchFamily="34" charset="0"/>
                <a:buChar char="•"/>
              </a:pPr>
              <a:r>
                <a:rPr lang="en-US" altLang="zh-CN" sz="1400" dirty="0">
                  <a:cs typeface="+mn-ea"/>
                  <a:sym typeface="+mn-lt"/>
                </a:rPr>
                <a:t>……</a:t>
              </a:r>
            </a:p>
          </p:txBody>
        </p:sp>
        <p:sp>
          <p:nvSpPr>
            <p:cNvPr id="8" name="i$ḷïḋê">
              <a:extLst>
                <a:ext uri="{FF2B5EF4-FFF2-40B4-BE49-F238E27FC236}">
                  <a16:creationId xmlns="" xmlns:a16="http://schemas.microsoft.com/office/drawing/2014/main" id="{BC361E29-216C-442B-A70B-7F495E0959D0}"/>
                </a:ext>
              </a:extLst>
            </p:cNvPr>
            <p:cNvSpPr/>
            <p:nvPr/>
          </p:nvSpPr>
          <p:spPr bwMode="auto">
            <a:xfrm>
              <a:off x="952429" y="3918802"/>
              <a:ext cx="3530601" cy="902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pPr>
              <a:r>
                <a:rPr lang="zh-CN" altLang="en-US" sz="1400" dirty="0">
                  <a:cs typeface="+mn-ea"/>
                  <a:sym typeface="+mn-lt"/>
                </a:rPr>
                <a:t>输入替换内容文本输入替换内容文本输入替换内容文本</a:t>
              </a:r>
              <a:endParaRPr lang="en-US" altLang="zh-CN" sz="1400" dirty="0">
                <a:cs typeface="+mn-ea"/>
                <a:sym typeface="+mn-lt"/>
              </a:endParaRPr>
            </a:p>
            <a:p>
              <a:pPr marL="171450" indent="-171450" algn="r">
                <a:lnSpc>
                  <a:spcPct val="150000"/>
                </a:lnSpc>
                <a:buFont typeface="Arial" panose="020B0604020202020204" pitchFamily="34" charset="0"/>
                <a:buChar char="•"/>
              </a:pPr>
              <a:r>
                <a:rPr lang="en-US" altLang="zh-CN" sz="1400" dirty="0">
                  <a:cs typeface="+mn-ea"/>
                  <a:sym typeface="+mn-lt"/>
                </a:rPr>
                <a:t>……</a:t>
              </a:r>
            </a:p>
          </p:txBody>
        </p:sp>
        <p:sp>
          <p:nvSpPr>
            <p:cNvPr id="9" name="iŝľíḓê">
              <a:extLst>
                <a:ext uri="{FF2B5EF4-FFF2-40B4-BE49-F238E27FC236}">
                  <a16:creationId xmlns="" xmlns:a16="http://schemas.microsoft.com/office/drawing/2014/main" id="{BC361E29-216C-442B-A70B-7F495E0959D0}"/>
                </a:ext>
              </a:extLst>
            </p:cNvPr>
            <p:cNvSpPr/>
            <p:nvPr/>
          </p:nvSpPr>
          <p:spPr bwMode="auto">
            <a:xfrm>
              <a:off x="952429" y="5003412"/>
              <a:ext cx="3530601" cy="902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pPr>
              <a:r>
                <a:rPr lang="zh-CN" altLang="en-US" sz="1400" dirty="0">
                  <a:cs typeface="+mn-ea"/>
                  <a:sym typeface="+mn-lt"/>
                </a:rPr>
                <a:t>输入替换内容文本输入替换内容文本输入替换内容文本</a:t>
              </a:r>
              <a:endParaRPr lang="en-US" altLang="zh-CN" sz="1400" dirty="0">
                <a:cs typeface="+mn-ea"/>
                <a:sym typeface="+mn-lt"/>
              </a:endParaRPr>
            </a:p>
            <a:p>
              <a:pPr marL="171450" indent="-171450" algn="r">
                <a:lnSpc>
                  <a:spcPct val="150000"/>
                </a:lnSpc>
                <a:buFont typeface="Arial" panose="020B0604020202020204" pitchFamily="34" charset="0"/>
                <a:buChar char="•"/>
              </a:pPr>
              <a:r>
                <a:rPr lang="en-US" altLang="zh-CN" sz="1400" dirty="0">
                  <a:cs typeface="+mn-ea"/>
                  <a:sym typeface="+mn-lt"/>
                </a:rPr>
                <a:t>……</a:t>
              </a:r>
            </a:p>
          </p:txBody>
        </p:sp>
        <p:cxnSp>
          <p:nvCxnSpPr>
            <p:cNvPr id="10" name="直接连接符 9">
              <a:extLst>
                <a:ext uri="{FF2B5EF4-FFF2-40B4-BE49-F238E27FC236}">
                  <a16:creationId xmlns="" xmlns:a16="http://schemas.microsoft.com/office/drawing/2014/main" id="{6E82A1B2-1A94-4994-8B94-6F936160DFA3}"/>
                </a:ext>
              </a:extLst>
            </p:cNvPr>
            <p:cNvCxnSpPr/>
            <p:nvPr/>
          </p:nvCxnSpPr>
          <p:spPr>
            <a:xfrm>
              <a:off x="666750" y="3821496"/>
              <a:ext cx="3302001" cy="0"/>
            </a:xfrm>
            <a:prstGeom prst="line">
              <a:avLst/>
            </a:prstGeom>
            <a:ln w="3175" cap="rnd">
              <a:solidFill>
                <a:schemeClr val="bg1">
                  <a:lumMod val="8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 xmlns:a16="http://schemas.microsoft.com/office/drawing/2014/main" id="{E2936D24-4348-4ED0-BA2D-EB88DAD9A6F0}"/>
                </a:ext>
              </a:extLst>
            </p:cNvPr>
            <p:cNvCxnSpPr/>
            <p:nvPr/>
          </p:nvCxnSpPr>
          <p:spPr>
            <a:xfrm>
              <a:off x="666750" y="4831760"/>
              <a:ext cx="3302001" cy="0"/>
            </a:xfrm>
            <a:prstGeom prst="line">
              <a:avLst/>
            </a:prstGeom>
            <a:ln w="3175" cap="rnd">
              <a:solidFill>
                <a:schemeClr val="bg1">
                  <a:lumMod val="85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13" name="iṡḷiḑe">
              <a:extLst>
                <a:ext uri="{FF2B5EF4-FFF2-40B4-BE49-F238E27FC236}">
                  <a16:creationId xmlns="" xmlns:a16="http://schemas.microsoft.com/office/drawing/2014/main" id="{BC361E29-216C-442B-A70B-7F495E0959D0}"/>
                </a:ext>
              </a:extLst>
            </p:cNvPr>
            <p:cNvSpPr/>
            <p:nvPr/>
          </p:nvSpPr>
          <p:spPr bwMode="auto">
            <a:xfrm>
              <a:off x="7637195" y="2834191"/>
              <a:ext cx="3530601" cy="902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400" dirty="0">
                  <a:cs typeface="+mn-ea"/>
                  <a:sym typeface="+mn-lt"/>
                </a:rPr>
                <a:t>输入替换内容文本输入替换内容文本输入替换内容文本</a:t>
              </a:r>
              <a:endParaRPr lang="en-US" altLang="zh-CN" sz="1400" dirty="0">
                <a:cs typeface="+mn-ea"/>
                <a:sym typeface="+mn-lt"/>
              </a:endParaRPr>
            </a:p>
            <a:p>
              <a:pPr marL="171450" indent="-171450">
                <a:lnSpc>
                  <a:spcPct val="150000"/>
                </a:lnSpc>
                <a:buFont typeface="Arial" panose="020B0604020202020204" pitchFamily="34" charset="0"/>
                <a:buChar char="•"/>
              </a:pPr>
              <a:r>
                <a:rPr lang="en-US" altLang="zh-CN" sz="1400" dirty="0">
                  <a:cs typeface="+mn-ea"/>
                  <a:sym typeface="+mn-lt"/>
                </a:rPr>
                <a:t>……</a:t>
              </a:r>
            </a:p>
          </p:txBody>
        </p:sp>
        <p:sp>
          <p:nvSpPr>
            <p:cNvPr id="15" name="is1ïďé">
              <a:extLst>
                <a:ext uri="{FF2B5EF4-FFF2-40B4-BE49-F238E27FC236}">
                  <a16:creationId xmlns="" xmlns:a16="http://schemas.microsoft.com/office/drawing/2014/main" id="{BC361E29-216C-442B-A70B-7F495E0959D0}"/>
                </a:ext>
              </a:extLst>
            </p:cNvPr>
            <p:cNvSpPr/>
            <p:nvPr/>
          </p:nvSpPr>
          <p:spPr bwMode="auto">
            <a:xfrm>
              <a:off x="7637195" y="3918802"/>
              <a:ext cx="3530601" cy="902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400" dirty="0">
                  <a:cs typeface="+mn-ea"/>
                  <a:sym typeface="+mn-lt"/>
                </a:rPr>
                <a:t>输入替换内容文本输入替换内容文本输入替换内容文本</a:t>
              </a:r>
              <a:endParaRPr lang="en-US" altLang="zh-CN" sz="1400" dirty="0">
                <a:cs typeface="+mn-ea"/>
                <a:sym typeface="+mn-lt"/>
              </a:endParaRPr>
            </a:p>
            <a:p>
              <a:pPr marL="171450" indent="-171450">
                <a:lnSpc>
                  <a:spcPct val="150000"/>
                </a:lnSpc>
                <a:buFont typeface="Arial" panose="020B0604020202020204" pitchFamily="34" charset="0"/>
                <a:buChar char="•"/>
              </a:pPr>
              <a:r>
                <a:rPr lang="en-US" altLang="zh-CN" sz="1400" dirty="0">
                  <a:cs typeface="+mn-ea"/>
                  <a:sym typeface="+mn-lt"/>
                </a:rPr>
                <a:t>……</a:t>
              </a:r>
            </a:p>
          </p:txBody>
        </p:sp>
        <p:sp>
          <p:nvSpPr>
            <p:cNvPr id="16" name="i$ľíḑe">
              <a:extLst>
                <a:ext uri="{FF2B5EF4-FFF2-40B4-BE49-F238E27FC236}">
                  <a16:creationId xmlns="" xmlns:a16="http://schemas.microsoft.com/office/drawing/2014/main" id="{BC361E29-216C-442B-A70B-7F495E0959D0}"/>
                </a:ext>
              </a:extLst>
            </p:cNvPr>
            <p:cNvSpPr/>
            <p:nvPr/>
          </p:nvSpPr>
          <p:spPr bwMode="auto">
            <a:xfrm>
              <a:off x="7637195" y="5003412"/>
              <a:ext cx="3530601" cy="902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400" dirty="0">
                  <a:cs typeface="+mn-ea"/>
                  <a:sym typeface="+mn-lt"/>
                </a:rPr>
                <a:t>输入替换内容文本输入替换内容文本输入替换内容文本</a:t>
              </a:r>
              <a:endParaRPr lang="en-US" altLang="zh-CN" sz="1400" dirty="0">
                <a:cs typeface="+mn-ea"/>
                <a:sym typeface="+mn-lt"/>
              </a:endParaRPr>
            </a:p>
            <a:p>
              <a:pPr marL="171450" indent="-171450">
                <a:lnSpc>
                  <a:spcPct val="150000"/>
                </a:lnSpc>
                <a:buFont typeface="Arial" panose="020B0604020202020204" pitchFamily="34" charset="0"/>
                <a:buChar char="•"/>
              </a:pPr>
              <a:r>
                <a:rPr lang="en-US" altLang="zh-CN" sz="1400" dirty="0">
                  <a:cs typeface="+mn-ea"/>
                  <a:sym typeface="+mn-lt"/>
                </a:rPr>
                <a:t>……</a:t>
              </a:r>
            </a:p>
          </p:txBody>
        </p:sp>
        <p:cxnSp>
          <p:nvCxnSpPr>
            <p:cNvPr id="17" name="直接连接符 16">
              <a:extLst>
                <a:ext uri="{FF2B5EF4-FFF2-40B4-BE49-F238E27FC236}">
                  <a16:creationId xmlns="" xmlns:a16="http://schemas.microsoft.com/office/drawing/2014/main" id="{F7165081-EBE9-44D4-AB96-5BDFEA627F39}"/>
                </a:ext>
              </a:extLst>
            </p:cNvPr>
            <p:cNvCxnSpPr/>
            <p:nvPr/>
          </p:nvCxnSpPr>
          <p:spPr>
            <a:xfrm>
              <a:off x="8223248" y="3821496"/>
              <a:ext cx="3302001" cy="0"/>
            </a:xfrm>
            <a:prstGeom prst="line">
              <a:avLst/>
            </a:prstGeom>
            <a:ln w="3175" cap="rnd">
              <a:solidFill>
                <a:schemeClr val="bg1">
                  <a:lumMod val="8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 xmlns:a16="http://schemas.microsoft.com/office/drawing/2014/main" id="{8C07E292-2FE4-4C09-A31C-BF058E03F712}"/>
                </a:ext>
              </a:extLst>
            </p:cNvPr>
            <p:cNvCxnSpPr/>
            <p:nvPr/>
          </p:nvCxnSpPr>
          <p:spPr>
            <a:xfrm>
              <a:off x="8223248" y="4831760"/>
              <a:ext cx="3302001" cy="0"/>
            </a:xfrm>
            <a:prstGeom prst="line">
              <a:avLst/>
            </a:prstGeom>
            <a:ln w="3175" cap="rnd">
              <a:solidFill>
                <a:schemeClr val="bg1">
                  <a:lumMod val="85000"/>
                </a:schemeClr>
              </a:solidFill>
              <a:prstDash val="dash"/>
              <a:round/>
            </a:ln>
          </p:spPr>
          <p:style>
            <a:lnRef idx="1">
              <a:schemeClr val="accent1"/>
            </a:lnRef>
            <a:fillRef idx="0">
              <a:schemeClr val="accent1"/>
            </a:fillRef>
            <a:effectRef idx="0">
              <a:schemeClr val="accent1"/>
            </a:effectRef>
            <a:fontRef idx="minor">
              <a:schemeClr val="tx1"/>
            </a:fontRef>
          </p:style>
        </p:cxnSp>
      </p:grpSp>
      <p:sp>
        <p:nvSpPr>
          <p:cNvPr id="19" name="îṧḷîḑê">
            <a:extLst>
              <a:ext uri="{FF2B5EF4-FFF2-40B4-BE49-F238E27FC236}">
                <a16:creationId xmlns="" xmlns:a16="http://schemas.microsoft.com/office/drawing/2014/main" id="{DD9AB7A6-5F71-4B37-AEAA-37EAD193E0E9}"/>
              </a:ext>
            </a:extLst>
          </p:cNvPr>
          <p:cNvSpPr/>
          <p:nvPr/>
        </p:nvSpPr>
        <p:spPr>
          <a:xfrm>
            <a:off x="5750394" y="3473450"/>
            <a:ext cx="691212" cy="698500"/>
          </a:xfrm>
          <a:custGeom>
            <a:avLst/>
            <a:gdLst>
              <a:gd name="connsiteX0" fmla="*/ 215485 w 588980"/>
              <a:gd name="connsiteY0" fmla="*/ 230145 h 595191"/>
              <a:gd name="connsiteX1" fmla="*/ 374451 w 588980"/>
              <a:gd name="connsiteY1" fmla="*/ 230145 h 595191"/>
              <a:gd name="connsiteX2" fmla="*/ 399290 w 588980"/>
              <a:gd name="connsiteY2" fmla="*/ 254944 h 595191"/>
              <a:gd name="connsiteX3" fmla="*/ 398296 w 588980"/>
              <a:gd name="connsiteY3" fmla="*/ 407708 h 595191"/>
              <a:gd name="connsiteX4" fmla="*/ 373458 w 588980"/>
              <a:gd name="connsiteY4" fmla="*/ 431516 h 595191"/>
              <a:gd name="connsiteX5" fmla="*/ 354581 w 588980"/>
              <a:gd name="connsiteY5" fmla="*/ 422588 h 595191"/>
              <a:gd name="connsiteX6" fmla="*/ 345639 w 588980"/>
              <a:gd name="connsiteY6" fmla="*/ 571384 h 595191"/>
              <a:gd name="connsiteX7" fmla="*/ 319807 w 588980"/>
              <a:gd name="connsiteY7" fmla="*/ 595191 h 595191"/>
              <a:gd name="connsiteX8" fmla="*/ 270129 w 588980"/>
              <a:gd name="connsiteY8" fmla="*/ 595191 h 595191"/>
              <a:gd name="connsiteX9" fmla="*/ 244297 w 588980"/>
              <a:gd name="connsiteY9" fmla="*/ 571384 h 595191"/>
              <a:gd name="connsiteX10" fmla="*/ 234362 w 588980"/>
              <a:gd name="connsiteY10" fmla="*/ 422588 h 595191"/>
              <a:gd name="connsiteX11" fmla="*/ 215485 w 588980"/>
              <a:gd name="connsiteY11" fmla="*/ 431516 h 595191"/>
              <a:gd name="connsiteX12" fmla="*/ 191639 w 588980"/>
              <a:gd name="connsiteY12" fmla="*/ 407708 h 595191"/>
              <a:gd name="connsiteX13" fmla="*/ 190646 w 588980"/>
              <a:gd name="connsiteY13" fmla="*/ 253952 h 595191"/>
              <a:gd name="connsiteX14" fmla="*/ 215485 w 588980"/>
              <a:gd name="connsiteY14" fmla="*/ 230145 h 595191"/>
              <a:gd name="connsiteX15" fmla="*/ 445064 w 588980"/>
              <a:gd name="connsiteY15" fmla="*/ 118974 h 595191"/>
              <a:gd name="connsiteX16" fmla="*/ 570122 w 588980"/>
              <a:gd name="connsiteY16" fmla="*/ 118974 h 595191"/>
              <a:gd name="connsiteX17" fmla="*/ 588980 w 588980"/>
              <a:gd name="connsiteY17" fmla="*/ 138814 h 595191"/>
              <a:gd name="connsiteX18" fmla="*/ 588980 w 588980"/>
              <a:gd name="connsiteY18" fmla="*/ 258845 h 595191"/>
              <a:gd name="connsiteX19" fmla="*/ 570122 w 588980"/>
              <a:gd name="connsiteY19" fmla="*/ 277693 h 595191"/>
              <a:gd name="connsiteX20" fmla="*/ 555234 w 588980"/>
              <a:gd name="connsiteY20" fmla="*/ 270749 h 595191"/>
              <a:gd name="connsiteX21" fmla="*/ 547294 w 588980"/>
              <a:gd name="connsiteY21" fmla="*/ 387804 h 595191"/>
              <a:gd name="connsiteX22" fmla="*/ 527444 w 588980"/>
              <a:gd name="connsiteY22" fmla="*/ 405660 h 595191"/>
              <a:gd name="connsiteX23" fmla="*/ 487743 w 588980"/>
              <a:gd name="connsiteY23" fmla="*/ 405660 h 595191"/>
              <a:gd name="connsiteX24" fmla="*/ 467892 w 588980"/>
              <a:gd name="connsiteY24" fmla="*/ 387804 h 595191"/>
              <a:gd name="connsiteX25" fmla="*/ 460944 w 588980"/>
              <a:gd name="connsiteY25" fmla="*/ 270749 h 595191"/>
              <a:gd name="connsiteX26" fmla="*/ 446056 w 588980"/>
              <a:gd name="connsiteY26" fmla="*/ 277693 h 595191"/>
              <a:gd name="connsiteX27" fmla="*/ 426206 w 588980"/>
              <a:gd name="connsiteY27" fmla="*/ 258845 h 595191"/>
              <a:gd name="connsiteX28" fmla="*/ 426206 w 588980"/>
              <a:gd name="connsiteY28" fmla="*/ 138814 h 595191"/>
              <a:gd name="connsiteX29" fmla="*/ 445064 w 588980"/>
              <a:gd name="connsiteY29" fmla="*/ 118974 h 595191"/>
              <a:gd name="connsiteX30" fmla="*/ 19865 w 588980"/>
              <a:gd name="connsiteY30" fmla="*/ 118974 h 595191"/>
              <a:gd name="connsiteX31" fmla="*/ 145017 w 588980"/>
              <a:gd name="connsiteY31" fmla="*/ 118974 h 595191"/>
              <a:gd name="connsiteX32" fmla="*/ 163889 w 588980"/>
              <a:gd name="connsiteY32" fmla="*/ 138814 h 595191"/>
              <a:gd name="connsiteX33" fmla="*/ 162896 w 588980"/>
              <a:gd name="connsiteY33" fmla="*/ 258845 h 595191"/>
              <a:gd name="connsiteX34" fmla="*/ 144024 w 588980"/>
              <a:gd name="connsiteY34" fmla="*/ 277693 h 595191"/>
              <a:gd name="connsiteX35" fmla="*/ 129125 w 588980"/>
              <a:gd name="connsiteY35" fmla="*/ 270749 h 595191"/>
              <a:gd name="connsiteX36" fmla="*/ 121178 w 588980"/>
              <a:gd name="connsiteY36" fmla="*/ 387804 h 595191"/>
              <a:gd name="connsiteX37" fmla="*/ 102306 w 588980"/>
              <a:gd name="connsiteY37" fmla="*/ 405660 h 595191"/>
              <a:gd name="connsiteX38" fmla="*/ 62576 w 588980"/>
              <a:gd name="connsiteY38" fmla="*/ 405660 h 595191"/>
              <a:gd name="connsiteX39" fmla="*/ 42710 w 588980"/>
              <a:gd name="connsiteY39" fmla="*/ 387804 h 595191"/>
              <a:gd name="connsiteX40" fmla="*/ 34764 w 588980"/>
              <a:gd name="connsiteY40" fmla="*/ 270749 h 595191"/>
              <a:gd name="connsiteX41" fmla="*/ 19865 w 588980"/>
              <a:gd name="connsiteY41" fmla="*/ 277693 h 595191"/>
              <a:gd name="connsiteX42" fmla="*/ 993 w 588980"/>
              <a:gd name="connsiteY42" fmla="*/ 258845 h 595191"/>
              <a:gd name="connsiteX43" fmla="*/ 0 w 588980"/>
              <a:gd name="connsiteY43" fmla="*/ 138814 h 595191"/>
              <a:gd name="connsiteX44" fmla="*/ 19865 w 588980"/>
              <a:gd name="connsiteY44" fmla="*/ 118974 h 595191"/>
              <a:gd name="connsiteX45" fmla="*/ 294968 w 588980"/>
              <a:gd name="connsiteY45" fmla="*/ 78361 h 595191"/>
              <a:gd name="connsiteX46" fmla="*/ 362499 w 588980"/>
              <a:gd name="connsiteY46" fmla="*/ 145812 h 595191"/>
              <a:gd name="connsiteX47" fmla="*/ 294968 w 588980"/>
              <a:gd name="connsiteY47" fmla="*/ 213263 h 595191"/>
              <a:gd name="connsiteX48" fmla="*/ 227437 w 588980"/>
              <a:gd name="connsiteY48" fmla="*/ 145812 h 595191"/>
              <a:gd name="connsiteX49" fmla="*/ 294968 w 588980"/>
              <a:gd name="connsiteY49" fmla="*/ 78361 h 595191"/>
              <a:gd name="connsiteX50" fmla="*/ 508071 w 588980"/>
              <a:gd name="connsiteY50" fmla="*/ 0 h 595191"/>
              <a:gd name="connsiteX51" fmla="*/ 561267 w 588980"/>
              <a:gd name="connsiteY51" fmla="*/ 53037 h 595191"/>
              <a:gd name="connsiteX52" fmla="*/ 508071 w 588980"/>
              <a:gd name="connsiteY52" fmla="*/ 106074 h 595191"/>
              <a:gd name="connsiteX53" fmla="*/ 454875 w 588980"/>
              <a:gd name="connsiteY53" fmla="*/ 53037 h 595191"/>
              <a:gd name="connsiteX54" fmla="*/ 508071 w 588980"/>
              <a:gd name="connsiteY54" fmla="*/ 0 h 595191"/>
              <a:gd name="connsiteX55" fmla="*/ 81945 w 588980"/>
              <a:gd name="connsiteY55" fmla="*/ 0 h 595191"/>
              <a:gd name="connsiteX56" fmla="*/ 135062 w 588980"/>
              <a:gd name="connsiteY56" fmla="*/ 53037 h 595191"/>
              <a:gd name="connsiteX57" fmla="*/ 81945 w 588980"/>
              <a:gd name="connsiteY57" fmla="*/ 106074 h 595191"/>
              <a:gd name="connsiteX58" fmla="*/ 28828 w 588980"/>
              <a:gd name="connsiteY58" fmla="*/ 53037 h 595191"/>
              <a:gd name="connsiteX59" fmla="*/ 81945 w 588980"/>
              <a:gd name="connsiteY59"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88980" h="595191">
                <a:moveTo>
                  <a:pt x="215485" y="230145"/>
                </a:moveTo>
                <a:cubicBezTo>
                  <a:pt x="226413" y="230145"/>
                  <a:pt x="374451" y="230145"/>
                  <a:pt x="374451" y="230145"/>
                </a:cubicBezTo>
                <a:cubicBezTo>
                  <a:pt x="388361" y="230145"/>
                  <a:pt x="399290" y="241057"/>
                  <a:pt x="399290" y="254944"/>
                </a:cubicBezTo>
                <a:lnTo>
                  <a:pt x="398296" y="407708"/>
                </a:lnTo>
                <a:cubicBezTo>
                  <a:pt x="398296" y="420604"/>
                  <a:pt x="387367" y="431516"/>
                  <a:pt x="373458" y="431516"/>
                </a:cubicBezTo>
                <a:cubicBezTo>
                  <a:pt x="366503" y="431516"/>
                  <a:pt x="359548" y="428540"/>
                  <a:pt x="354581" y="422588"/>
                </a:cubicBezTo>
                <a:lnTo>
                  <a:pt x="345639" y="571384"/>
                </a:lnTo>
                <a:cubicBezTo>
                  <a:pt x="344645" y="584279"/>
                  <a:pt x="333716" y="595191"/>
                  <a:pt x="319807" y="595191"/>
                </a:cubicBezTo>
                <a:lnTo>
                  <a:pt x="270129" y="595191"/>
                </a:lnTo>
                <a:cubicBezTo>
                  <a:pt x="256220" y="595191"/>
                  <a:pt x="245291" y="585271"/>
                  <a:pt x="244297" y="571384"/>
                </a:cubicBezTo>
                <a:lnTo>
                  <a:pt x="234362" y="422588"/>
                </a:lnTo>
                <a:cubicBezTo>
                  <a:pt x="230388" y="428540"/>
                  <a:pt x="223433" y="431516"/>
                  <a:pt x="215485" y="431516"/>
                </a:cubicBezTo>
                <a:cubicBezTo>
                  <a:pt x="202568" y="431516"/>
                  <a:pt x="191639" y="420604"/>
                  <a:pt x="191639" y="407708"/>
                </a:cubicBezTo>
                <a:lnTo>
                  <a:pt x="190646" y="253952"/>
                </a:lnTo>
                <a:cubicBezTo>
                  <a:pt x="190646" y="241057"/>
                  <a:pt x="201575" y="230145"/>
                  <a:pt x="215485" y="230145"/>
                </a:cubicBezTo>
                <a:close/>
                <a:moveTo>
                  <a:pt x="445064" y="118974"/>
                </a:moveTo>
                <a:cubicBezTo>
                  <a:pt x="445064" y="118974"/>
                  <a:pt x="562182" y="118974"/>
                  <a:pt x="570122" y="118974"/>
                </a:cubicBezTo>
                <a:cubicBezTo>
                  <a:pt x="581040" y="118974"/>
                  <a:pt x="588980" y="127902"/>
                  <a:pt x="588980" y="138814"/>
                </a:cubicBezTo>
                <a:lnTo>
                  <a:pt x="588980" y="258845"/>
                </a:lnTo>
                <a:cubicBezTo>
                  <a:pt x="588980" y="268765"/>
                  <a:pt x="580047" y="277693"/>
                  <a:pt x="570122" y="277693"/>
                </a:cubicBezTo>
                <a:cubicBezTo>
                  <a:pt x="564167" y="277693"/>
                  <a:pt x="558212" y="274717"/>
                  <a:pt x="555234" y="270749"/>
                </a:cubicBezTo>
                <a:lnTo>
                  <a:pt x="547294" y="387804"/>
                </a:lnTo>
                <a:cubicBezTo>
                  <a:pt x="546302" y="397724"/>
                  <a:pt x="538361" y="405660"/>
                  <a:pt x="527444" y="405660"/>
                </a:cubicBezTo>
                <a:lnTo>
                  <a:pt x="487743" y="405660"/>
                </a:lnTo>
                <a:cubicBezTo>
                  <a:pt x="477817" y="405660"/>
                  <a:pt x="468885" y="397724"/>
                  <a:pt x="467892" y="387804"/>
                </a:cubicBezTo>
                <a:lnTo>
                  <a:pt x="460944" y="270749"/>
                </a:lnTo>
                <a:cubicBezTo>
                  <a:pt x="456974" y="274717"/>
                  <a:pt x="452012" y="277693"/>
                  <a:pt x="446056" y="277693"/>
                </a:cubicBezTo>
                <a:cubicBezTo>
                  <a:pt x="435139" y="277693"/>
                  <a:pt x="426206" y="268765"/>
                  <a:pt x="426206" y="258845"/>
                </a:cubicBezTo>
                <a:lnTo>
                  <a:pt x="426206" y="138814"/>
                </a:lnTo>
                <a:cubicBezTo>
                  <a:pt x="426206" y="127902"/>
                  <a:pt x="435139" y="118974"/>
                  <a:pt x="445064" y="118974"/>
                </a:cubicBezTo>
                <a:close/>
                <a:moveTo>
                  <a:pt x="19865" y="118974"/>
                </a:moveTo>
                <a:cubicBezTo>
                  <a:pt x="27811" y="118974"/>
                  <a:pt x="145017" y="118974"/>
                  <a:pt x="145017" y="118974"/>
                </a:cubicBezTo>
                <a:cubicBezTo>
                  <a:pt x="154950" y="118974"/>
                  <a:pt x="163889" y="127902"/>
                  <a:pt x="163889" y="138814"/>
                </a:cubicBezTo>
                <a:lnTo>
                  <a:pt x="162896" y="258845"/>
                </a:lnTo>
                <a:cubicBezTo>
                  <a:pt x="162896" y="268765"/>
                  <a:pt x="154950" y="277693"/>
                  <a:pt x="144024" y="277693"/>
                </a:cubicBezTo>
                <a:cubicBezTo>
                  <a:pt x="138064" y="277693"/>
                  <a:pt x="133098" y="274717"/>
                  <a:pt x="129125" y="270749"/>
                </a:cubicBezTo>
                <a:lnTo>
                  <a:pt x="121178" y="387804"/>
                </a:lnTo>
                <a:cubicBezTo>
                  <a:pt x="121178" y="397724"/>
                  <a:pt x="112239" y="405660"/>
                  <a:pt x="102306" y="405660"/>
                </a:cubicBezTo>
                <a:lnTo>
                  <a:pt x="62576" y="405660"/>
                </a:lnTo>
                <a:cubicBezTo>
                  <a:pt x="51650" y="405660"/>
                  <a:pt x="42710" y="397724"/>
                  <a:pt x="42710" y="387804"/>
                </a:cubicBezTo>
                <a:lnTo>
                  <a:pt x="34764" y="270749"/>
                </a:lnTo>
                <a:cubicBezTo>
                  <a:pt x="30791" y="274717"/>
                  <a:pt x="25825" y="277693"/>
                  <a:pt x="19865" y="277693"/>
                </a:cubicBezTo>
                <a:cubicBezTo>
                  <a:pt x="8939" y="277693"/>
                  <a:pt x="993" y="268765"/>
                  <a:pt x="993" y="258845"/>
                </a:cubicBezTo>
                <a:lnTo>
                  <a:pt x="0" y="138814"/>
                </a:lnTo>
                <a:cubicBezTo>
                  <a:pt x="0" y="127902"/>
                  <a:pt x="8939" y="118974"/>
                  <a:pt x="19865" y="118974"/>
                </a:cubicBezTo>
                <a:close/>
                <a:moveTo>
                  <a:pt x="294968" y="78361"/>
                </a:moveTo>
                <a:cubicBezTo>
                  <a:pt x="332264" y="78361"/>
                  <a:pt x="362499" y="108560"/>
                  <a:pt x="362499" y="145812"/>
                </a:cubicBezTo>
                <a:cubicBezTo>
                  <a:pt x="362499" y="183064"/>
                  <a:pt x="332264" y="213263"/>
                  <a:pt x="294968" y="213263"/>
                </a:cubicBezTo>
                <a:cubicBezTo>
                  <a:pt x="257672" y="213263"/>
                  <a:pt x="227437" y="183064"/>
                  <a:pt x="227437" y="145812"/>
                </a:cubicBezTo>
                <a:cubicBezTo>
                  <a:pt x="227437" y="108560"/>
                  <a:pt x="257672" y="78361"/>
                  <a:pt x="294968" y="78361"/>
                </a:cubicBezTo>
                <a:close/>
                <a:moveTo>
                  <a:pt x="508071" y="0"/>
                </a:moveTo>
                <a:cubicBezTo>
                  <a:pt x="537450" y="0"/>
                  <a:pt x="561267" y="23745"/>
                  <a:pt x="561267" y="53037"/>
                </a:cubicBezTo>
                <a:cubicBezTo>
                  <a:pt x="561267" y="82329"/>
                  <a:pt x="537450" y="106074"/>
                  <a:pt x="508071" y="106074"/>
                </a:cubicBezTo>
                <a:cubicBezTo>
                  <a:pt x="478692" y="106074"/>
                  <a:pt x="454875" y="82329"/>
                  <a:pt x="454875" y="53037"/>
                </a:cubicBezTo>
                <a:cubicBezTo>
                  <a:pt x="454875" y="23745"/>
                  <a:pt x="478692" y="0"/>
                  <a:pt x="508071" y="0"/>
                </a:cubicBezTo>
                <a:close/>
                <a:moveTo>
                  <a:pt x="81945" y="0"/>
                </a:moveTo>
                <a:cubicBezTo>
                  <a:pt x="111281" y="0"/>
                  <a:pt x="135062" y="23745"/>
                  <a:pt x="135062" y="53037"/>
                </a:cubicBezTo>
                <a:cubicBezTo>
                  <a:pt x="135062" y="82329"/>
                  <a:pt x="111281" y="106074"/>
                  <a:pt x="81945" y="106074"/>
                </a:cubicBezTo>
                <a:cubicBezTo>
                  <a:pt x="52609" y="106074"/>
                  <a:pt x="28828" y="82329"/>
                  <a:pt x="28828" y="53037"/>
                </a:cubicBezTo>
                <a:cubicBezTo>
                  <a:pt x="28828" y="23745"/>
                  <a:pt x="52609" y="0"/>
                  <a:pt x="81945" y="0"/>
                </a:cubicBezTo>
                <a:close/>
              </a:path>
            </a:pathLst>
          </a:custGeom>
          <a:solidFill>
            <a:schemeClr val="accent1"/>
          </a:solidFill>
          <a:ln w="3175"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cs typeface="+mn-ea"/>
              <a:sym typeface="+mn-lt"/>
            </a:endParaRPr>
          </a:p>
        </p:txBody>
      </p:sp>
    </p:spTree>
    <p:custDataLst>
      <p:tags r:id="rId1"/>
    </p:custDataLst>
    <p:extLst>
      <p:ext uri="{BB962C8B-B14F-4D97-AF65-F5344CB8AC3E}">
        <p14:creationId xmlns:p14="http://schemas.microsoft.com/office/powerpoint/2010/main" val="1122981106"/>
      </p:ext>
    </p:extLst>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500" fill="hold"/>
                                        <p:tgtEl>
                                          <p:spTgt spid="19"/>
                                        </p:tgtEl>
                                        <p:attrNameLst>
                                          <p:attrName>ppt_x</p:attrName>
                                        </p:attrNameLst>
                                      </p:cBhvr>
                                      <p:tavLst>
                                        <p:tav tm="0">
                                          <p:val>
                                            <p:strVal val="#ppt_x"/>
                                          </p:val>
                                        </p:tav>
                                        <p:tav tm="100000">
                                          <p:val>
                                            <p:strVal val="#ppt_x"/>
                                          </p:val>
                                        </p:tav>
                                      </p:tavLst>
                                    </p:anim>
                                    <p:anim calcmode="lin" valueType="num">
                                      <p:cBhvr additive="base">
                                        <p:cTn id="13" dur="500" fill="hold"/>
                                        <p:tgtEl>
                                          <p:spTgt spid="1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additive="base">
                                        <p:cTn id="17" dur="500" fill="hold"/>
                                        <p:tgtEl>
                                          <p:spTgt spid="29"/>
                                        </p:tgtEl>
                                        <p:attrNameLst>
                                          <p:attrName>ppt_x</p:attrName>
                                        </p:attrNameLst>
                                      </p:cBhvr>
                                      <p:tavLst>
                                        <p:tav tm="0">
                                          <p:val>
                                            <p:strVal val="#ppt_x"/>
                                          </p:val>
                                        </p:tav>
                                        <p:tav tm="100000">
                                          <p:val>
                                            <p:strVal val="#ppt_x"/>
                                          </p:val>
                                        </p:tav>
                                      </p:tavLst>
                                    </p:anim>
                                    <p:anim calcmode="lin" valueType="num">
                                      <p:cBhvr additive="base">
                                        <p:cTn id="1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7DA79604-C3C7-4CF6-BAA7-27ECD3A9D4F7}"/>
              </a:ext>
            </a:extLst>
          </p:cNvPr>
          <p:cNvGrpSpPr/>
          <p:nvPr/>
        </p:nvGrpSpPr>
        <p:grpSpPr>
          <a:xfrm>
            <a:off x="1314333" y="2098072"/>
            <a:ext cx="3326097" cy="3791859"/>
            <a:chOff x="1074490" y="2068091"/>
            <a:chExt cx="3326097" cy="3791859"/>
          </a:xfrm>
        </p:grpSpPr>
        <p:sp>
          <p:nvSpPr>
            <p:cNvPr id="4" name="ïṡḻîḍè">
              <a:extLst>
                <a:ext uri="{FF2B5EF4-FFF2-40B4-BE49-F238E27FC236}">
                  <a16:creationId xmlns="" xmlns:a16="http://schemas.microsoft.com/office/drawing/2014/main" id="{51B7E8F8-4D0A-4AEB-81CE-C4948678EC32}"/>
                </a:ext>
              </a:extLst>
            </p:cNvPr>
            <p:cNvSpPr/>
            <p:nvPr/>
          </p:nvSpPr>
          <p:spPr bwMode="auto">
            <a:xfrm>
              <a:off x="2685315" y="3454541"/>
              <a:ext cx="1715272" cy="1715272"/>
            </a:xfrm>
            <a:custGeom>
              <a:avLst/>
              <a:gdLst>
                <a:gd name="T0" fmla="*/ 894 w 971"/>
                <a:gd name="T1" fmla="*/ 509 h 971"/>
                <a:gd name="T2" fmla="*/ 969 w 971"/>
                <a:gd name="T3" fmla="*/ 442 h 971"/>
                <a:gd name="T4" fmla="*/ 883 w 971"/>
                <a:gd name="T5" fmla="*/ 390 h 971"/>
                <a:gd name="T6" fmla="*/ 938 w 971"/>
                <a:gd name="T7" fmla="*/ 309 h 971"/>
                <a:gd name="T8" fmla="*/ 838 w 971"/>
                <a:gd name="T9" fmla="*/ 279 h 971"/>
                <a:gd name="T10" fmla="*/ 802 w 971"/>
                <a:gd name="T11" fmla="*/ 227 h 971"/>
                <a:gd name="T12" fmla="*/ 813 w 971"/>
                <a:gd name="T13" fmla="*/ 127 h 971"/>
                <a:gd name="T14" fmla="*/ 714 w 971"/>
                <a:gd name="T15" fmla="*/ 146 h 971"/>
                <a:gd name="T16" fmla="*/ 700 w 971"/>
                <a:gd name="T17" fmla="*/ 50 h 971"/>
                <a:gd name="T18" fmla="*/ 606 w 971"/>
                <a:gd name="T19" fmla="*/ 95 h 971"/>
                <a:gd name="T20" fmla="*/ 545 w 971"/>
                <a:gd name="T21" fmla="*/ 81 h 971"/>
                <a:gd name="T22" fmla="*/ 485 w 971"/>
                <a:gd name="T23" fmla="*/ 0 h 971"/>
                <a:gd name="T24" fmla="*/ 425 w 971"/>
                <a:gd name="T25" fmla="*/ 80 h 971"/>
                <a:gd name="T26" fmla="*/ 350 w 971"/>
                <a:gd name="T27" fmla="*/ 19 h 971"/>
                <a:gd name="T28" fmla="*/ 311 w 971"/>
                <a:gd name="T29" fmla="*/ 115 h 971"/>
                <a:gd name="T30" fmla="*/ 256 w 971"/>
                <a:gd name="T31" fmla="*/ 146 h 971"/>
                <a:gd name="T32" fmla="*/ 157 w 971"/>
                <a:gd name="T33" fmla="*/ 126 h 971"/>
                <a:gd name="T34" fmla="*/ 167 w 971"/>
                <a:gd name="T35" fmla="*/ 226 h 971"/>
                <a:gd name="T36" fmla="*/ 70 w 971"/>
                <a:gd name="T37" fmla="*/ 232 h 971"/>
                <a:gd name="T38" fmla="*/ 106 w 971"/>
                <a:gd name="T39" fmla="*/ 329 h 971"/>
                <a:gd name="T40" fmla="*/ 86 w 971"/>
                <a:gd name="T41" fmla="*/ 389 h 971"/>
                <a:gd name="T42" fmla="*/ 0 w 971"/>
                <a:gd name="T43" fmla="*/ 441 h 971"/>
                <a:gd name="T44" fmla="*/ 75 w 971"/>
                <a:gd name="T45" fmla="*/ 508 h 971"/>
                <a:gd name="T46" fmla="*/ 6 w 971"/>
                <a:gd name="T47" fmla="*/ 577 h 971"/>
                <a:gd name="T48" fmla="*/ 98 w 971"/>
                <a:gd name="T49" fmla="*/ 625 h 971"/>
                <a:gd name="T50" fmla="*/ 124 w 971"/>
                <a:gd name="T51" fmla="*/ 683 h 971"/>
                <a:gd name="T52" fmla="*/ 96 w 971"/>
                <a:gd name="T53" fmla="*/ 779 h 971"/>
                <a:gd name="T54" fmla="*/ 196 w 971"/>
                <a:gd name="T55" fmla="*/ 778 h 971"/>
                <a:gd name="T56" fmla="*/ 192 w 971"/>
                <a:gd name="T57" fmla="*/ 876 h 971"/>
                <a:gd name="T58" fmla="*/ 293 w 971"/>
                <a:gd name="T59" fmla="*/ 849 h 971"/>
                <a:gd name="T60" fmla="*/ 351 w 971"/>
                <a:gd name="T61" fmla="*/ 874 h 971"/>
                <a:gd name="T62" fmla="*/ 394 w 971"/>
                <a:gd name="T63" fmla="*/ 965 h 971"/>
                <a:gd name="T64" fmla="*/ 468 w 971"/>
                <a:gd name="T65" fmla="*/ 896 h 971"/>
                <a:gd name="T66" fmla="*/ 531 w 971"/>
                <a:gd name="T67" fmla="*/ 971 h 971"/>
                <a:gd name="T68" fmla="*/ 587 w 971"/>
                <a:gd name="T69" fmla="*/ 884 h 971"/>
                <a:gd name="T70" fmla="*/ 647 w 971"/>
                <a:gd name="T71" fmla="*/ 863 h 971"/>
                <a:gd name="T72" fmla="*/ 740 w 971"/>
                <a:gd name="T73" fmla="*/ 900 h 971"/>
                <a:gd name="T74" fmla="*/ 748 w 971"/>
                <a:gd name="T75" fmla="*/ 800 h 971"/>
                <a:gd name="T76" fmla="*/ 845 w 971"/>
                <a:gd name="T77" fmla="*/ 813 h 971"/>
                <a:gd name="T78" fmla="*/ 828 w 971"/>
                <a:gd name="T79" fmla="*/ 711 h 971"/>
                <a:gd name="T80" fmla="*/ 858 w 971"/>
                <a:gd name="T81" fmla="*/ 655 h 971"/>
                <a:gd name="T82" fmla="*/ 952 w 971"/>
                <a:gd name="T83" fmla="*/ 620 h 971"/>
                <a:gd name="T84" fmla="*/ 891 w 971"/>
                <a:gd name="T85" fmla="*/ 541 h 971"/>
                <a:gd name="T86" fmla="*/ 766 w 971"/>
                <a:gd name="T87" fmla="*/ 641 h 971"/>
                <a:gd name="T88" fmla="*/ 588 w 971"/>
                <a:gd name="T89" fmla="*/ 790 h 971"/>
                <a:gd name="T90" fmla="*/ 357 w 971"/>
                <a:gd name="T91" fmla="*/ 781 h 971"/>
                <a:gd name="T92" fmla="*/ 191 w 971"/>
                <a:gd name="T93" fmla="*/ 618 h 971"/>
                <a:gd name="T94" fmla="*/ 179 w 971"/>
                <a:gd name="T95" fmla="*/ 386 h 971"/>
                <a:gd name="T96" fmla="*/ 326 w 971"/>
                <a:gd name="T97" fmla="*/ 207 h 971"/>
                <a:gd name="T98" fmla="*/ 556 w 971"/>
                <a:gd name="T99" fmla="*/ 173 h 971"/>
                <a:gd name="T100" fmla="*/ 748 w 971"/>
                <a:gd name="T101" fmla="*/ 303 h 971"/>
                <a:gd name="T102" fmla="*/ 803 w 971"/>
                <a:gd name="T103" fmla="*/ 52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71" h="971">
                  <a:moveTo>
                    <a:pt x="891" y="541"/>
                  </a:moveTo>
                  <a:cubicBezTo>
                    <a:pt x="893" y="530"/>
                    <a:pt x="893" y="520"/>
                    <a:pt x="894" y="509"/>
                  </a:cubicBezTo>
                  <a:cubicBezTo>
                    <a:pt x="920" y="502"/>
                    <a:pt x="946" y="494"/>
                    <a:pt x="971" y="485"/>
                  </a:cubicBezTo>
                  <a:cubicBezTo>
                    <a:pt x="971" y="470"/>
                    <a:pt x="970" y="456"/>
                    <a:pt x="969" y="442"/>
                  </a:cubicBezTo>
                  <a:cubicBezTo>
                    <a:pt x="942" y="433"/>
                    <a:pt x="916" y="426"/>
                    <a:pt x="889" y="421"/>
                  </a:cubicBezTo>
                  <a:cubicBezTo>
                    <a:pt x="888" y="411"/>
                    <a:pt x="885" y="400"/>
                    <a:pt x="883" y="390"/>
                  </a:cubicBezTo>
                  <a:cubicBezTo>
                    <a:pt x="880" y="380"/>
                    <a:pt x="878" y="370"/>
                    <a:pt x="874" y="360"/>
                  </a:cubicBezTo>
                  <a:cubicBezTo>
                    <a:pt x="896" y="344"/>
                    <a:pt x="917" y="327"/>
                    <a:pt x="938" y="309"/>
                  </a:cubicBezTo>
                  <a:cubicBezTo>
                    <a:pt x="932" y="296"/>
                    <a:pt x="927" y="283"/>
                    <a:pt x="920" y="270"/>
                  </a:cubicBezTo>
                  <a:cubicBezTo>
                    <a:pt x="893" y="271"/>
                    <a:pt x="865" y="274"/>
                    <a:pt x="838" y="279"/>
                  </a:cubicBezTo>
                  <a:cubicBezTo>
                    <a:pt x="833" y="270"/>
                    <a:pt x="828" y="261"/>
                    <a:pt x="821" y="252"/>
                  </a:cubicBezTo>
                  <a:cubicBezTo>
                    <a:pt x="816" y="244"/>
                    <a:pt x="809" y="235"/>
                    <a:pt x="802" y="227"/>
                  </a:cubicBezTo>
                  <a:cubicBezTo>
                    <a:pt x="817" y="205"/>
                    <a:pt x="831" y="181"/>
                    <a:pt x="843" y="157"/>
                  </a:cubicBezTo>
                  <a:cubicBezTo>
                    <a:pt x="833" y="147"/>
                    <a:pt x="823" y="137"/>
                    <a:pt x="813" y="127"/>
                  </a:cubicBezTo>
                  <a:cubicBezTo>
                    <a:pt x="787" y="139"/>
                    <a:pt x="763" y="151"/>
                    <a:pt x="740" y="165"/>
                  </a:cubicBezTo>
                  <a:cubicBezTo>
                    <a:pt x="731" y="159"/>
                    <a:pt x="723" y="153"/>
                    <a:pt x="714" y="146"/>
                  </a:cubicBezTo>
                  <a:cubicBezTo>
                    <a:pt x="705" y="141"/>
                    <a:pt x="696" y="135"/>
                    <a:pt x="687" y="130"/>
                  </a:cubicBezTo>
                  <a:cubicBezTo>
                    <a:pt x="693" y="104"/>
                    <a:pt x="697" y="77"/>
                    <a:pt x="700" y="50"/>
                  </a:cubicBezTo>
                  <a:cubicBezTo>
                    <a:pt x="687" y="44"/>
                    <a:pt x="674" y="38"/>
                    <a:pt x="661" y="33"/>
                  </a:cubicBezTo>
                  <a:cubicBezTo>
                    <a:pt x="641" y="52"/>
                    <a:pt x="623" y="73"/>
                    <a:pt x="606" y="95"/>
                  </a:cubicBezTo>
                  <a:cubicBezTo>
                    <a:pt x="596" y="92"/>
                    <a:pt x="586" y="89"/>
                    <a:pt x="576" y="86"/>
                  </a:cubicBezTo>
                  <a:cubicBezTo>
                    <a:pt x="566" y="84"/>
                    <a:pt x="555" y="82"/>
                    <a:pt x="545" y="81"/>
                  </a:cubicBezTo>
                  <a:cubicBezTo>
                    <a:pt x="541" y="54"/>
                    <a:pt x="535" y="28"/>
                    <a:pt x="528" y="2"/>
                  </a:cubicBezTo>
                  <a:cubicBezTo>
                    <a:pt x="513" y="0"/>
                    <a:pt x="499" y="0"/>
                    <a:pt x="485" y="0"/>
                  </a:cubicBezTo>
                  <a:cubicBezTo>
                    <a:pt x="474" y="25"/>
                    <a:pt x="464" y="51"/>
                    <a:pt x="457" y="77"/>
                  </a:cubicBezTo>
                  <a:cubicBezTo>
                    <a:pt x="446" y="78"/>
                    <a:pt x="436" y="79"/>
                    <a:pt x="425" y="80"/>
                  </a:cubicBezTo>
                  <a:cubicBezTo>
                    <a:pt x="415" y="82"/>
                    <a:pt x="404" y="84"/>
                    <a:pt x="394" y="86"/>
                  </a:cubicBezTo>
                  <a:cubicBezTo>
                    <a:pt x="381" y="63"/>
                    <a:pt x="366" y="41"/>
                    <a:pt x="350" y="19"/>
                  </a:cubicBezTo>
                  <a:cubicBezTo>
                    <a:pt x="336" y="23"/>
                    <a:pt x="322" y="27"/>
                    <a:pt x="309" y="32"/>
                  </a:cubicBezTo>
                  <a:cubicBezTo>
                    <a:pt x="308" y="60"/>
                    <a:pt x="309" y="88"/>
                    <a:pt x="311" y="115"/>
                  </a:cubicBezTo>
                  <a:cubicBezTo>
                    <a:pt x="301" y="119"/>
                    <a:pt x="292" y="124"/>
                    <a:pt x="283" y="129"/>
                  </a:cubicBezTo>
                  <a:cubicBezTo>
                    <a:pt x="273" y="134"/>
                    <a:pt x="264" y="140"/>
                    <a:pt x="256" y="146"/>
                  </a:cubicBezTo>
                  <a:cubicBezTo>
                    <a:pt x="235" y="129"/>
                    <a:pt x="213" y="113"/>
                    <a:pt x="190" y="99"/>
                  </a:cubicBezTo>
                  <a:cubicBezTo>
                    <a:pt x="178" y="108"/>
                    <a:pt x="167" y="117"/>
                    <a:pt x="157" y="126"/>
                  </a:cubicBezTo>
                  <a:cubicBezTo>
                    <a:pt x="166" y="153"/>
                    <a:pt x="176" y="178"/>
                    <a:pt x="188" y="203"/>
                  </a:cubicBezTo>
                  <a:cubicBezTo>
                    <a:pt x="181" y="210"/>
                    <a:pt x="174" y="218"/>
                    <a:pt x="167" y="226"/>
                  </a:cubicBezTo>
                  <a:cubicBezTo>
                    <a:pt x="161" y="235"/>
                    <a:pt x="154" y="243"/>
                    <a:pt x="148" y="252"/>
                  </a:cubicBezTo>
                  <a:cubicBezTo>
                    <a:pt x="122" y="243"/>
                    <a:pt x="97" y="237"/>
                    <a:pt x="70" y="232"/>
                  </a:cubicBezTo>
                  <a:cubicBezTo>
                    <a:pt x="62" y="244"/>
                    <a:pt x="55" y="256"/>
                    <a:pt x="49" y="269"/>
                  </a:cubicBezTo>
                  <a:cubicBezTo>
                    <a:pt x="67" y="290"/>
                    <a:pt x="86" y="310"/>
                    <a:pt x="106" y="329"/>
                  </a:cubicBezTo>
                  <a:cubicBezTo>
                    <a:pt x="102" y="339"/>
                    <a:pt x="98" y="348"/>
                    <a:pt x="95" y="358"/>
                  </a:cubicBezTo>
                  <a:cubicBezTo>
                    <a:pt x="91" y="369"/>
                    <a:pt x="88" y="379"/>
                    <a:pt x="86" y="389"/>
                  </a:cubicBezTo>
                  <a:cubicBezTo>
                    <a:pt x="59" y="391"/>
                    <a:pt x="32" y="394"/>
                    <a:pt x="6" y="399"/>
                  </a:cubicBezTo>
                  <a:cubicBezTo>
                    <a:pt x="3" y="413"/>
                    <a:pt x="1" y="427"/>
                    <a:pt x="0" y="441"/>
                  </a:cubicBezTo>
                  <a:cubicBezTo>
                    <a:pt x="24" y="454"/>
                    <a:pt x="49" y="466"/>
                    <a:pt x="74" y="476"/>
                  </a:cubicBezTo>
                  <a:cubicBezTo>
                    <a:pt x="74" y="487"/>
                    <a:pt x="74" y="497"/>
                    <a:pt x="75" y="508"/>
                  </a:cubicBezTo>
                  <a:cubicBezTo>
                    <a:pt x="75" y="518"/>
                    <a:pt x="76" y="529"/>
                    <a:pt x="78" y="539"/>
                  </a:cubicBezTo>
                  <a:cubicBezTo>
                    <a:pt x="53" y="551"/>
                    <a:pt x="30" y="563"/>
                    <a:pt x="6" y="577"/>
                  </a:cubicBezTo>
                  <a:cubicBezTo>
                    <a:pt x="9" y="591"/>
                    <a:pt x="12" y="605"/>
                    <a:pt x="16" y="619"/>
                  </a:cubicBezTo>
                  <a:cubicBezTo>
                    <a:pt x="44" y="623"/>
                    <a:pt x="71" y="625"/>
                    <a:pt x="98" y="625"/>
                  </a:cubicBezTo>
                  <a:cubicBezTo>
                    <a:pt x="102" y="635"/>
                    <a:pt x="106" y="645"/>
                    <a:pt x="110" y="654"/>
                  </a:cubicBezTo>
                  <a:cubicBezTo>
                    <a:pt x="114" y="664"/>
                    <a:pt x="119" y="674"/>
                    <a:pt x="124" y="683"/>
                  </a:cubicBezTo>
                  <a:cubicBezTo>
                    <a:pt x="106" y="702"/>
                    <a:pt x="88" y="723"/>
                    <a:pt x="71" y="744"/>
                  </a:cubicBezTo>
                  <a:cubicBezTo>
                    <a:pt x="79" y="756"/>
                    <a:pt x="87" y="768"/>
                    <a:pt x="96" y="779"/>
                  </a:cubicBezTo>
                  <a:cubicBezTo>
                    <a:pt x="123" y="773"/>
                    <a:pt x="149" y="765"/>
                    <a:pt x="174" y="755"/>
                  </a:cubicBezTo>
                  <a:cubicBezTo>
                    <a:pt x="181" y="763"/>
                    <a:pt x="189" y="771"/>
                    <a:pt x="196" y="778"/>
                  </a:cubicBezTo>
                  <a:cubicBezTo>
                    <a:pt x="204" y="786"/>
                    <a:pt x="211" y="793"/>
                    <a:pt x="220" y="800"/>
                  </a:cubicBezTo>
                  <a:cubicBezTo>
                    <a:pt x="209" y="824"/>
                    <a:pt x="200" y="850"/>
                    <a:pt x="192" y="876"/>
                  </a:cubicBezTo>
                  <a:cubicBezTo>
                    <a:pt x="204" y="884"/>
                    <a:pt x="216" y="892"/>
                    <a:pt x="228" y="900"/>
                  </a:cubicBezTo>
                  <a:cubicBezTo>
                    <a:pt x="251" y="884"/>
                    <a:pt x="272" y="867"/>
                    <a:pt x="293" y="849"/>
                  </a:cubicBezTo>
                  <a:cubicBezTo>
                    <a:pt x="302" y="854"/>
                    <a:pt x="311" y="858"/>
                    <a:pt x="321" y="863"/>
                  </a:cubicBezTo>
                  <a:cubicBezTo>
                    <a:pt x="331" y="867"/>
                    <a:pt x="341" y="871"/>
                    <a:pt x="351" y="874"/>
                  </a:cubicBezTo>
                  <a:cubicBezTo>
                    <a:pt x="350" y="901"/>
                    <a:pt x="351" y="928"/>
                    <a:pt x="353" y="955"/>
                  </a:cubicBezTo>
                  <a:cubicBezTo>
                    <a:pt x="366" y="959"/>
                    <a:pt x="380" y="962"/>
                    <a:pt x="394" y="965"/>
                  </a:cubicBezTo>
                  <a:cubicBezTo>
                    <a:pt x="410" y="942"/>
                    <a:pt x="424" y="918"/>
                    <a:pt x="436" y="894"/>
                  </a:cubicBezTo>
                  <a:cubicBezTo>
                    <a:pt x="447" y="895"/>
                    <a:pt x="457" y="896"/>
                    <a:pt x="468" y="896"/>
                  </a:cubicBezTo>
                  <a:cubicBezTo>
                    <a:pt x="479" y="897"/>
                    <a:pt x="489" y="897"/>
                    <a:pt x="500" y="896"/>
                  </a:cubicBezTo>
                  <a:cubicBezTo>
                    <a:pt x="509" y="921"/>
                    <a:pt x="519" y="947"/>
                    <a:pt x="531" y="971"/>
                  </a:cubicBezTo>
                  <a:cubicBezTo>
                    <a:pt x="545" y="969"/>
                    <a:pt x="559" y="967"/>
                    <a:pt x="573" y="965"/>
                  </a:cubicBezTo>
                  <a:cubicBezTo>
                    <a:pt x="580" y="937"/>
                    <a:pt x="584" y="911"/>
                    <a:pt x="587" y="884"/>
                  </a:cubicBezTo>
                  <a:cubicBezTo>
                    <a:pt x="597" y="881"/>
                    <a:pt x="607" y="878"/>
                    <a:pt x="617" y="875"/>
                  </a:cubicBezTo>
                  <a:cubicBezTo>
                    <a:pt x="627" y="871"/>
                    <a:pt x="637" y="867"/>
                    <a:pt x="647" y="863"/>
                  </a:cubicBezTo>
                  <a:cubicBezTo>
                    <a:pt x="664" y="883"/>
                    <a:pt x="683" y="903"/>
                    <a:pt x="703" y="921"/>
                  </a:cubicBezTo>
                  <a:cubicBezTo>
                    <a:pt x="716" y="915"/>
                    <a:pt x="728" y="908"/>
                    <a:pt x="740" y="900"/>
                  </a:cubicBezTo>
                  <a:cubicBezTo>
                    <a:pt x="736" y="873"/>
                    <a:pt x="731" y="846"/>
                    <a:pt x="723" y="820"/>
                  </a:cubicBezTo>
                  <a:cubicBezTo>
                    <a:pt x="732" y="814"/>
                    <a:pt x="740" y="807"/>
                    <a:pt x="748" y="800"/>
                  </a:cubicBezTo>
                  <a:cubicBezTo>
                    <a:pt x="757" y="794"/>
                    <a:pt x="764" y="786"/>
                    <a:pt x="772" y="779"/>
                  </a:cubicBezTo>
                  <a:cubicBezTo>
                    <a:pt x="795" y="792"/>
                    <a:pt x="820" y="803"/>
                    <a:pt x="845" y="813"/>
                  </a:cubicBezTo>
                  <a:cubicBezTo>
                    <a:pt x="855" y="802"/>
                    <a:pt x="864" y="791"/>
                    <a:pt x="872" y="780"/>
                  </a:cubicBezTo>
                  <a:cubicBezTo>
                    <a:pt x="859" y="756"/>
                    <a:pt x="844" y="733"/>
                    <a:pt x="828" y="711"/>
                  </a:cubicBezTo>
                  <a:cubicBezTo>
                    <a:pt x="834" y="702"/>
                    <a:pt x="839" y="693"/>
                    <a:pt x="844" y="684"/>
                  </a:cubicBezTo>
                  <a:cubicBezTo>
                    <a:pt x="849" y="674"/>
                    <a:pt x="854" y="665"/>
                    <a:pt x="858" y="655"/>
                  </a:cubicBezTo>
                  <a:cubicBezTo>
                    <a:pt x="885" y="659"/>
                    <a:pt x="911" y="660"/>
                    <a:pt x="939" y="661"/>
                  </a:cubicBezTo>
                  <a:cubicBezTo>
                    <a:pt x="944" y="647"/>
                    <a:pt x="948" y="634"/>
                    <a:pt x="952" y="620"/>
                  </a:cubicBezTo>
                  <a:cubicBezTo>
                    <a:pt x="931" y="602"/>
                    <a:pt x="908" y="586"/>
                    <a:pt x="886" y="572"/>
                  </a:cubicBezTo>
                  <a:cubicBezTo>
                    <a:pt x="888" y="561"/>
                    <a:pt x="890" y="551"/>
                    <a:pt x="891" y="541"/>
                  </a:cubicBezTo>
                  <a:close/>
                  <a:moveTo>
                    <a:pt x="803" y="529"/>
                  </a:moveTo>
                  <a:cubicBezTo>
                    <a:pt x="798" y="568"/>
                    <a:pt x="785" y="606"/>
                    <a:pt x="766" y="641"/>
                  </a:cubicBezTo>
                  <a:cubicBezTo>
                    <a:pt x="747" y="676"/>
                    <a:pt x="721" y="707"/>
                    <a:pt x="691" y="732"/>
                  </a:cubicBezTo>
                  <a:cubicBezTo>
                    <a:pt x="661" y="758"/>
                    <a:pt x="626" y="778"/>
                    <a:pt x="588" y="790"/>
                  </a:cubicBezTo>
                  <a:cubicBezTo>
                    <a:pt x="551" y="803"/>
                    <a:pt x="511" y="809"/>
                    <a:pt x="472" y="807"/>
                  </a:cubicBezTo>
                  <a:cubicBezTo>
                    <a:pt x="432" y="806"/>
                    <a:pt x="393" y="797"/>
                    <a:pt x="357" y="781"/>
                  </a:cubicBezTo>
                  <a:cubicBezTo>
                    <a:pt x="320" y="765"/>
                    <a:pt x="287" y="743"/>
                    <a:pt x="259" y="715"/>
                  </a:cubicBezTo>
                  <a:cubicBezTo>
                    <a:pt x="230" y="687"/>
                    <a:pt x="207" y="654"/>
                    <a:pt x="191" y="618"/>
                  </a:cubicBezTo>
                  <a:cubicBezTo>
                    <a:pt x="175" y="582"/>
                    <a:pt x="166" y="543"/>
                    <a:pt x="164" y="503"/>
                  </a:cubicBezTo>
                  <a:cubicBezTo>
                    <a:pt x="161" y="464"/>
                    <a:pt x="167" y="424"/>
                    <a:pt x="179" y="386"/>
                  </a:cubicBezTo>
                  <a:cubicBezTo>
                    <a:pt x="191" y="349"/>
                    <a:pt x="211" y="313"/>
                    <a:pt x="236" y="283"/>
                  </a:cubicBezTo>
                  <a:cubicBezTo>
                    <a:pt x="261" y="252"/>
                    <a:pt x="292" y="226"/>
                    <a:pt x="326" y="207"/>
                  </a:cubicBezTo>
                  <a:cubicBezTo>
                    <a:pt x="361" y="187"/>
                    <a:pt x="399" y="174"/>
                    <a:pt x="438" y="168"/>
                  </a:cubicBezTo>
                  <a:cubicBezTo>
                    <a:pt x="477" y="163"/>
                    <a:pt x="517" y="164"/>
                    <a:pt x="556" y="173"/>
                  </a:cubicBezTo>
                  <a:cubicBezTo>
                    <a:pt x="594" y="182"/>
                    <a:pt x="632" y="198"/>
                    <a:pt x="664" y="220"/>
                  </a:cubicBezTo>
                  <a:cubicBezTo>
                    <a:pt x="697" y="242"/>
                    <a:pt x="726" y="271"/>
                    <a:pt x="748" y="303"/>
                  </a:cubicBezTo>
                  <a:cubicBezTo>
                    <a:pt x="771" y="336"/>
                    <a:pt x="787" y="372"/>
                    <a:pt x="797" y="411"/>
                  </a:cubicBezTo>
                  <a:cubicBezTo>
                    <a:pt x="806" y="450"/>
                    <a:pt x="808" y="490"/>
                    <a:pt x="803" y="529"/>
                  </a:cubicBezTo>
                  <a:close/>
                </a:path>
              </a:pathLst>
            </a:custGeom>
            <a:solidFill>
              <a:schemeClr val="accent1"/>
            </a:solidFill>
            <a:ln>
              <a:noFill/>
            </a:ln>
          </p:spPr>
          <p:txBody>
            <a:bodyPr wrap="square" lIns="91440" tIns="45720" rIns="91440" bIns="45720" anchor="ctr">
              <a:normAutofit/>
            </a:bodyPr>
            <a:lstStyle/>
            <a:p>
              <a:pPr algn="ctr"/>
              <a:endParaRPr>
                <a:cs typeface="+mn-ea"/>
                <a:sym typeface="+mn-lt"/>
              </a:endParaRPr>
            </a:p>
          </p:txBody>
        </p:sp>
        <p:sp>
          <p:nvSpPr>
            <p:cNvPr id="5" name="íşļíḍe">
              <a:extLst>
                <a:ext uri="{FF2B5EF4-FFF2-40B4-BE49-F238E27FC236}">
                  <a16:creationId xmlns="" xmlns:a16="http://schemas.microsoft.com/office/drawing/2014/main" id="{4F93B38B-94D1-4B1C-AD9A-0E04114C25CB}"/>
                </a:ext>
              </a:extLst>
            </p:cNvPr>
            <p:cNvSpPr/>
            <p:nvPr/>
          </p:nvSpPr>
          <p:spPr bwMode="auto">
            <a:xfrm>
              <a:off x="1531676" y="2911455"/>
              <a:ext cx="1354961" cy="1354961"/>
            </a:xfrm>
            <a:custGeom>
              <a:avLst/>
              <a:gdLst>
                <a:gd name="T0" fmla="*/ 894 w 971"/>
                <a:gd name="T1" fmla="*/ 509 h 971"/>
                <a:gd name="T2" fmla="*/ 969 w 971"/>
                <a:gd name="T3" fmla="*/ 442 h 971"/>
                <a:gd name="T4" fmla="*/ 883 w 971"/>
                <a:gd name="T5" fmla="*/ 390 h 971"/>
                <a:gd name="T6" fmla="*/ 938 w 971"/>
                <a:gd name="T7" fmla="*/ 309 h 971"/>
                <a:gd name="T8" fmla="*/ 838 w 971"/>
                <a:gd name="T9" fmla="*/ 279 h 971"/>
                <a:gd name="T10" fmla="*/ 802 w 971"/>
                <a:gd name="T11" fmla="*/ 227 h 971"/>
                <a:gd name="T12" fmla="*/ 813 w 971"/>
                <a:gd name="T13" fmla="*/ 127 h 971"/>
                <a:gd name="T14" fmla="*/ 714 w 971"/>
                <a:gd name="T15" fmla="*/ 146 h 971"/>
                <a:gd name="T16" fmla="*/ 700 w 971"/>
                <a:gd name="T17" fmla="*/ 50 h 971"/>
                <a:gd name="T18" fmla="*/ 606 w 971"/>
                <a:gd name="T19" fmla="*/ 95 h 971"/>
                <a:gd name="T20" fmla="*/ 545 w 971"/>
                <a:gd name="T21" fmla="*/ 81 h 971"/>
                <a:gd name="T22" fmla="*/ 485 w 971"/>
                <a:gd name="T23" fmla="*/ 0 h 971"/>
                <a:gd name="T24" fmla="*/ 425 w 971"/>
                <a:gd name="T25" fmla="*/ 80 h 971"/>
                <a:gd name="T26" fmla="*/ 350 w 971"/>
                <a:gd name="T27" fmla="*/ 19 h 971"/>
                <a:gd name="T28" fmla="*/ 311 w 971"/>
                <a:gd name="T29" fmla="*/ 115 h 971"/>
                <a:gd name="T30" fmla="*/ 256 w 971"/>
                <a:gd name="T31" fmla="*/ 146 h 971"/>
                <a:gd name="T32" fmla="*/ 157 w 971"/>
                <a:gd name="T33" fmla="*/ 126 h 971"/>
                <a:gd name="T34" fmla="*/ 167 w 971"/>
                <a:gd name="T35" fmla="*/ 226 h 971"/>
                <a:gd name="T36" fmla="*/ 70 w 971"/>
                <a:gd name="T37" fmla="*/ 232 h 971"/>
                <a:gd name="T38" fmla="*/ 106 w 971"/>
                <a:gd name="T39" fmla="*/ 329 h 971"/>
                <a:gd name="T40" fmla="*/ 86 w 971"/>
                <a:gd name="T41" fmla="*/ 389 h 971"/>
                <a:gd name="T42" fmla="*/ 0 w 971"/>
                <a:gd name="T43" fmla="*/ 441 h 971"/>
                <a:gd name="T44" fmla="*/ 75 w 971"/>
                <a:gd name="T45" fmla="*/ 508 h 971"/>
                <a:gd name="T46" fmla="*/ 6 w 971"/>
                <a:gd name="T47" fmla="*/ 577 h 971"/>
                <a:gd name="T48" fmla="*/ 98 w 971"/>
                <a:gd name="T49" fmla="*/ 625 h 971"/>
                <a:gd name="T50" fmla="*/ 124 w 971"/>
                <a:gd name="T51" fmla="*/ 683 h 971"/>
                <a:gd name="T52" fmla="*/ 96 w 971"/>
                <a:gd name="T53" fmla="*/ 779 h 971"/>
                <a:gd name="T54" fmla="*/ 196 w 971"/>
                <a:gd name="T55" fmla="*/ 778 h 971"/>
                <a:gd name="T56" fmla="*/ 192 w 971"/>
                <a:gd name="T57" fmla="*/ 876 h 971"/>
                <a:gd name="T58" fmla="*/ 293 w 971"/>
                <a:gd name="T59" fmla="*/ 849 h 971"/>
                <a:gd name="T60" fmla="*/ 351 w 971"/>
                <a:gd name="T61" fmla="*/ 874 h 971"/>
                <a:gd name="T62" fmla="*/ 394 w 971"/>
                <a:gd name="T63" fmla="*/ 965 h 971"/>
                <a:gd name="T64" fmla="*/ 468 w 971"/>
                <a:gd name="T65" fmla="*/ 896 h 971"/>
                <a:gd name="T66" fmla="*/ 531 w 971"/>
                <a:gd name="T67" fmla="*/ 971 h 971"/>
                <a:gd name="T68" fmla="*/ 587 w 971"/>
                <a:gd name="T69" fmla="*/ 884 h 971"/>
                <a:gd name="T70" fmla="*/ 647 w 971"/>
                <a:gd name="T71" fmla="*/ 863 h 971"/>
                <a:gd name="T72" fmla="*/ 740 w 971"/>
                <a:gd name="T73" fmla="*/ 900 h 971"/>
                <a:gd name="T74" fmla="*/ 748 w 971"/>
                <a:gd name="T75" fmla="*/ 800 h 971"/>
                <a:gd name="T76" fmla="*/ 845 w 971"/>
                <a:gd name="T77" fmla="*/ 813 h 971"/>
                <a:gd name="T78" fmla="*/ 828 w 971"/>
                <a:gd name="T79" fmla="*/ 711 h 971"/>
                <a:gd name="T80" fmla="*/ 858 w 971"/>
                <a:gd name="T81" fmla="*/ 655 h 971"/>
                <a:gd name="T82" fmla="*/ 952 w 971"/>
                <a:gd name="T83" fmla="*/ 620 h 971"/>
                <a:gd name="T84" fmla="*/ 891 w 971"/>
                <a:gd name="T85" fmla="*/ 541 h 971"/>
                <a:gd name="T86" fmla="*/ 766 w 971"/>
                <a:gd name="T87" fmla="*/ 641 h 971"/>
                <a:gd name="T88" fmla="*/ 588 w 971"/>
                <a:gd name="T89" fmla="*/ 790 h 971"/>
                <a:gd name="T90" fmla="*/ 357 w 971"/>
                <a:gd name="T91" fmla="*/ 781 h 971"/>
                <a:gd name="T92" fmla="*/ 191 w 971"/>
                <a:gd name="T93" fmla="*/ 618 h 971"/>
                <a:gd name="T94" fmla="*/ 179 w 971"/>
                <a:gd name="T95" fmla="*/ 386 h 971"/>
                <a:gd name="T96" fmla="*/ 326 w 971"/>
                <a:gd name="T97" fmla="*/ 207 h 971"/>
                <a:gd name="T98" fmla="*/ 556 w 971"/>
                <a:gd name="T99" fmla="*/ 173 h 971"/>
                <a:gd name="T100" fmla="*/ 748 w 971"/>
                <a:gd name="T101" fmla="*/ 303 h 971"/>
                <a:gd name="T102" fmla="*/ 803 w 971"/>
                <a:gd name="T103" fmla="*/ 52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71" h="971">
                  <a:moveTo>
                    <a:pt x="891" y="541"/>
                  </a:moveTo>
                  <a:cubicBezTo>
                    <a:pt x="893" y="530"/>
                    <a:pt x="893" y="520"/>
                    <a:pt x="894" y="509"/>
                  </a:cubicBezTo>
                  <a:cubicBezTo>
                    <a:pt x="920" y="502"/>
                    <a:pt x="946" y="494"/>
                    <a:pt x="971" y="485"/>
                  </a:cubicBezTo>
                  <a:cubicBezTo>
                    <a:pt x="971" y="470"/>
                    <a:pt x="970" y="456"/>
                    <a:pt x="969" y="442"/>
                  </a:cubicBezTo>
                  <a:cubicBezTo>
                    <a:pt x="942" y="433"/>
                    <a:pt x="916" y="426"/>
                    <a:pt x="889" y="421"/>
                  </a:cubicBezTo>
                  <a:cubicBezTo>
                    <a:pt x="888" y="411"/>
                    <a:pt x="885" y="400"/>
                    <a:pt x="883" y="390"/>
                  </a:cubicBezTo>
                  <a:cubicBezTo>
                    <a:pt x="880" y="380"/>
                    <a:pt x="878" y="370"/>
                    <a:pt x="874" y="360"/>
                  </a:cubicBezTo>
                  <a:cubicBezTo>
                    <a:pt x="896" y="344"/>
                    <a:pt x="917" y="327"/>
                    <a:pt x="938" y="309"/>
                  </a:cubicBezTo>
                  <a:cubicBezTo>
                    <a:pt x="932" y="296"/>
                    <a:pt x="927" y="283"/>
                    <a:pt x="920" y="270"/>
                  </a:cubicBezTo>
                  <a:cubicBezTo>
                    <a:pt x="893" y="271"/>
                    <a:pt x="865" y="274"/>
                    <a:pt x="838" y="279"/>
                  </a:cubicBezTo>
                  <a:cubicBezTo>
                    <a:pt x="833" y="270"/>
                    <a:pt x="828" y="261"/>
                    <a:pt x="821" y="252"/>
                  </a:cubicBezTo>
                  <a:cubicBezTo>
                    <a:pt x="816" y="244"/>
                    <a:pt x="809" y="235"/>
                    <a:pt x="802" y="227"/>
                  </a:cubicBezTo>
                  <a:cubicBezTo>
                    <a:pt x="817" y="205"/>
                    <a:pt x="831" y="181"/>
                    <a:pt x="843" y="157"/>
                  </a:cubicBezTo>
                  <a:cubicBezTo>
                    <a:pt x="833" y="147"/>
                    <a:pt x="823" y="137"/>
                    <a:pt x="813" y="127"/>
                  </a:cubicBezTo>
                  <a:cubicBezTo>
                    <a:pt x="787" y="139"/>
                    <a:pt x="763" y="151"/>
                    <a:pt x="740" y="165"/>
                  </a:cubicBezTo>
                  <a:cubicBezTo>
                    <a:pt x="731" y="159"/>
                    <a:pt x="723" y="153"/>
                    <a:pt x="714" y="146"/>
                  </a:cubicBezTo>
                  <a:cubicBezTo>
                    <a:pt x="705" y="141"/>
                    <a:pt x="696" y="135"/>
                    <a:pt x="687" y="130"/>
                  </a:cubicBezTo>
                  <a:cubicBezTo>
                    <a:pt x="693" y="104"/>
                    <a:pt x="697" y="77"/>
                    <a:pt x="700" y="50"/>
                  </a:cubicBezTo>
                  <a:cubicBezTo>
                    <a:pt x="687" y="44"/>
                    <a:pt x="674" y="38"/>
                    <a:pt x="661" y="33"/>
                  </a:cubicBezTo>
                  <a:cubicBezTo>
                    <a:pt x="641" y="52"/>
                    <a:pt x="623" y="73"/>
                    <a:pt x="606" y="95"/>
                  </a:cubicBezTo>
                  <a:cubicBezTo>
                    <a:pt x="596" y="92"/>
                    <a:pt x="586" y="89"/>
                    <a:pt x="576" y="86"/>
                  </a:cubicBezTo>
                  <a:cubicBezTo>
                    <a:pt x="566" y="84"/>
                    <a:pt x="555" y="82"/>
                    <a:pt x="545" y="81"/>
                  </a:cubicBezTo>
                  <a:cubicBezTo>
                    <a:pt x="541" y="54"/>
                    <a:pt x="535" y="28"/>
                    <a:pt x="528" y="2"/>
                  </a:cubicBezTo>
                  <a:cubicBezTo>
                    <a:pt x="513" y="0"/>
                    <a:pt x="499" y="0"/>
                    <a:pt x="485" y="0"/>
                  </a:cubicBezTo>
                  <a:cubicBezTo>
                    <a:pt x="474" y="25"/>
                    <a:pt x="464" y="51"/>
                    <a:pt x="457" y="77"/>
                  </a:cubicBezTo>
                  <a:cubicBezTo>
                    <a:pt x="446" y="78"/>
                    <a:pt x="436" y="79"/>
                    <a:pt x="425" y="80"/>
                  </a:cubicBezTo>
                  <a:cubicBezTo>
                    <a:pt x="415" y="82"/>
                    <a:pt x="404" y="84"/>
                    <a:pt x="394" y="86"/>
                  </a:cubicBezTo>
                  <a:cubicBezTo>
                    <a:pt x="381" y="63"/>
                    <a:pt x="366" y="41"/>
                    <a:pt x="350" y="19"/>
                  </a:cubicBezTo>
                  <a:cubicBezTo>
                    <a:pt x="336" y="23"/>
                    <a:pt x="322" y="27"/>
                    <a:pt x="309" y="32"/>
                  </a:cubicBezTo>
                  <a:cubicBezTo>
                    <a:pt x="308" y="60"/>
                    <a:pt x="309" y="88"/>
                    <a:pt x="311" y="115"/>
                  </a:cubicBezTo>
                  <a:cubicBezTo>
                    <a:pt x="301" y="119"/>
                    <a:pt x="292" y="124"/>
                    <a:pt x="283" y="129"/>
                  </a:cubicBezTo>
                  <a:cubicBezTo>
                    <a:pt x="273" y="134"/>
                    <a:pt x="264" y="140"/>
                    <a:pt x="256" y="146"/>
                  </a:cubicBezTo>
                  <a:cubicBezTo>
                    <a:pt x="235" y="129"/>
                    <a:pt x="213" y="113"/>
                    <a:pt x="190" y="99"/>
                  </a:cubicBezTo>
                  <a:cubicBezTo>
                    <a:pt x="178" y="108"/>
                    <a:pt x="167" y="117"/>
                    <a:pt x="157" y="126"/>
                  </a:cubicBezTo>
                  <a:cubicBezTo>
                    <a:pt x="166" y="153"/>
                    <a:pt x="176" y="178"/>
                    <a:pt x="188" y="203"/>
                  </a:cubicBezTo>
                  <a:cubicBezTo>
                    <a:pt x="181" y="210"/>
                    <a:pt x="174" y="218"/>
                    <a:pt x="167" y="226"/>
                  </a:cubicBezTo>
                  <a:cubicBezTo>
                    <a:pt x="161" y="235"/>
                    <a:pt x="154" y="243"/>
                    <a:pt x="148" y="252"/>
                  </a:cubicBezTo>
                  <a:cubicBezTo>
                    <a:pt x="122" y="243"/>
                    <a:pt x="97" y="237"/>
                    <a:pt x="70" y="232"/>
                  </a:cubicBezTo>
                  <a:cubicBezTo>
                    <a:pt x="62" y="244"/>
                    <a:pt x="55" y="256"/>
                    <a:pt x="49" y="269"/>
                  </a:cubicBezTo>
                  <a:cubicBezTo>
                    <a:pt x="67" y="290"/>
                    <a:pt x="86" y="310"/>
                    <a:pt x="106" y="329"/>
                  </a:cubicBezTo>
                  <a:cubicBezTo>
                    <a:pt x="102" y="339"/>
                    <a:pt x="98" y="348"/>
                    <a:pt x="95" y="358"/>
                  </a:cubicBezTo>
                  <a:cubicBezTo>
                    <a:pt x="91" y="369"/>
                    <a:pt x="88" y="379"/>
                    <a:pt x="86" y="389"/>
                  </a:cubicBezTo>
                  <a:cubicBezTo>
                    <a:pt x="59" y="391"/>
                    <a:pt x="32" y="394"/>
                    <a:pt x="6" y="399"/>
                  </a:cubicBezTo>
                  <a:cubicBezTo>
                    <a:pt x="3" y="413"/>
                    <a:pt x="1" y="427"/>
                    <a:pt x="0" y="441"/>
                  </a:cubicBezTo>
                  <a:cubicBezTo>
                    <a:pt x="24" y="454"/>
                    <a:pt x="49" y="466"/>
                    <a:pt x="74" y="476"/>
                  </a:cubicBezTo>
                  <a:cubicBezTo>
                    <a:pt x="74" y="487"/>
                    <a:pt x="74" y="497"/>
                    <a:pt x="75" y="508"/>
                  </a:cubicBezTo>
                  <a:cubicBezTo>
                    <a:pt x="75" y="518"/>
                    <a:pt x="76" y="529"/>
                    <a:pt x="78" y="539"/>
                  </a:cubicBezTo>
                  <a:cubicBezTo>
                    <a:pt x="53" y="551"/>
                    <a:pt x="30" y="563"/>
                    <a:pt x="6" y="577"/>
                  </a:cubicBezTo>
                  <a:cubicBezTo>
                    <a:pt x="9" y="591"/>
                    <a:pt x="12" y="605"/>
                    <a:pt x="16" y="619"/>
                  </a:cubicBezTo>
                  <a:cubicBezTo>
                    <a:pt x="44" y="623"/>
                    <a:pt x="71" y="625"/>
                    <a:pt x="98" y="625"/>
                  </a:cubicBezTo>
                  <a:cubicBezTo>
                    <a:pt x="102" y="635"/>
                    <a:pt x="106" y="645"/>
                    <a:pt x="110" y="654"/>
                  </a:cubicBezTo>
                  <a:cubicBezTo>
                    <a:pt x="114" y="664"/>
                    <a:pt x="119" y="674"/>
                    <a:pt x="124" y="683"/>
                  </a:cubicBezTo>
                  <a:cubicBezTo>
                    <a:pt x="106" y="702"/>
                    <a:pt x="88" y="723"/>
                    <a:pt x="71" y="744"/>
                  </a:cubicBezTo>
                  <a:cubicBezTo>
                    <a:pt x="79" y="756"/>
                    <a:pt x="87" y="768"/>
                    <a:pt x="96" y="779"/>
                  </a:cubicBezTo>
                  <a:cubicBezTo>
                    <a:pt x="123" y="773"/>
                    <a:pt x="149" y="765"/>
                    <a:pt x="174" y="755"/>
                  </a:cubicBezTo>
                  <a:cubicBezTo>
                    <a:pt x="181" y="763"/>
                    <a:pt x="189" y="771"/>
                    <a:pt x="196" y="778"/>
                  </a:cubicBezTo>
                  <a:cubicBezTo>
                    <a:pt x="204" y="786"/>
                    <a:pt x="211" y="793"/>
                    <a:pt x="220" y="800"/>
                  </a:cubicBezTo>
                  <a:cubicBezTo>
                    <a:pt x="209" y="824"/>
                    <a:pt x="200" y="850"/>
                    <a:pt x="192" y="876"/>
                  </a:cubicBezTo>
                  <a:cubicBezTo>
                    <a:pt x="204" y="884"/>
                    <a:pt x="216" y="892"/>
                    <a:pt x="228" y="900"/>
                  </a:cubicBezTo>
                  <a:cubicBezTo>
                    <a:pt x="251" y="884"/>
                    <a:pt x="272" y="867"/>
                    <a:pt x="293" y="849"/>
                  </a:cubicBezTo>
                  <a:cubicBezTo>
                    <a:pt x="302" y="854"/>
                    <a:pt x="311" y="858"/>
                    <a:pt x="321" y="863"/>
                  </a:cubicBezTo>
                  <a:cubicBezTo>
                    <a:pt x="331" y="867"/>
                    <a:pt x="341" y="871"/>
                    <a:pt x="351" y="874"/>
                  </a:cubicBezTo>
                  <a:cubicBezTo>
                    <a:pt x="350" y="901"/>
                    <a:pt x="351" y="928"/>
                    <a:pt x="353" y="955"/>
                  </a:cubicBezTo>
                  <a:cubicBezTo>
                    <a:pt x="366" y="959"/>
                    <a:pt x="380" y="962"/>
                    <a:pt x="394" y="965"/>
                  </a:cubicBezTo>
                  <a:cubicBezTo>
                    <a:pt x="410" y="942"/>
                    <a:pt x="424" y="918"/>
                    <a:pt x="436" y="894"/>
                  </a:cubicBezTo>
                  <a:cubicBezTo>
                    <a:pt x="447" y="895"/>
                    <a:pt x="457" y="896"/>
                    <a:pt x="468" y="896"/>
                  </a:cubicBezTo>
                  <a:cubicBezTo>
                    <a:pt x="479" y="897"/>
                    <a:pt x="489" y="897"/>
                    <a:pt x="500" y="896"/>
                  </a:cubicBezTo>
                  <a:cubicBezTo>
                    <a:pt x="509" y="921"/>
                    <a:pt x="519" y="947"/>
                    <a:pt x="531" y="971"/>
                  </a:cubicBezTo>
                  <a:cubicBezTo>
                    <a:pt x="545" y="969"/>
                    <a:pt x="559" y="967"/>
                    <a:pt x="573" y="965"/>
                  </a:cubicBezTo>
                  <a:cubicBezTo>
                    <a:pt x="580" y="937"/>
                    <a:pt x="584" y="911"/>
                    <a:pt x="587" y="884"/>
                  </a:cubicBezTo>
                  <a:cubicBezTo>
                    <a:pt x="597" y="881"/>
                    <a:pt x="607" y="878"/>
                    <a:pt x="617" y="875"/>
                  </a:cubicBezTo>
                  <a:cubicBezTo>
                    <a:pt x="627" y="871"/>
                    <a:pt x="637" y="867"/>
                    <a:pt x="647" y="863"/>
                  </a:cubicBezTo>
                  <a:cubicBezTo>
                    <a:pt x="664" y="883"/>
                    <a:pt x="683" y="903"/>
                    <a:pt x="703" y="921"/>
                  </a:cubicBezTo>
                  <a:cubicBezTo>
                    <a:pt x="716" y="915"/>
                    <a:pt x="728" y="908"/>
                    <a:pt x="740" y="900"/>
                  </a:cubicBezTo>
                  <a:cubicBezTo>
                    <a:pt x="736" y="873"/>
                    <a:pt x="731" y="846"/>
                    <a:pt x="723" y="820"/>
                  </a:cubicBezTo>
                  <a:cubicBezTo>
                    <a:pt x="732" y="814"/>
                    <a:pt x="740" y="807"/>
                    <a:pt x="748" y="800"/>
                  </a:cubicBezTo>
                  <a:cubicBezTo>
                    <a:pt x="757" y="794"/>
                    <a:pt x="764" y="786"/>
                    <a:pt x="772" y="779"/>
                  </a:cubicBezTo>
                  <a:cubicBezTo>
                    <a:pt x="795" y="792"/>
                    <a:pt x="820" y="803"/>
                    <a:pt x="845" y="813"/>
                  </a:cubicBezTo>
                  <a:cubicBezTo>
                    <a:pt x="855" y="802"/>
                    <a:pt x="864" y="791"/>
                    <a:pt x="872" y="780"/>
                  </a:cubicBezTo>
                  <a:cubicBezTo>
                    <a:pt x="859" y="756"/>
                    <a:pt x="844" y="733"/>
                    <a:pt x="828" y="711"/>
                  </a:cubicBezTo>
                  <a:cubicBezTo>
                    <a:pt x="834" y="702"/>
                    <a:pt x="839" y="693"/>
                    <a:pt x="844" y="684"/>
                  </a:cubicBezTo>
                  <a:cubicBezTo>
                    <a:pt x="849" y="674"/>
                    <a:pt x="854" y="665"/>
                    <a:pt x="858" y="655"/>
                  </a:cubicBezTo>
                  <a:cubicBezTo>
                    <a:pt x="885" y="659"/>
                    <a:pt x="911" y="660"/>
                    <a:pt x="939" y="661"/>
                  </a:cubicBezTo>
                  <a:cubicBezTo>
                    <a:pt x="944" y="647"/>
                    <a:pt x="948" y="634"/>
                    <a:pt x="952" y="620"/>
                  </a:cubicBezTo>
                  <a:cubicBezTo>
                    <a:pt x="931" y="602"/>
                    <a:pt x="908" y="586"/>
                    <a:pt x="886" y="572"/>
                  </a:cubicBezTo>
                  <a:cubicBezTo>
                    <a:pt x="888" y="561"/>
                    <a:pt x="890" y="551"/>
                    <a:pt x="891" y="541"/>
                  </a:cubicBezTo>
                  <a:close/>
                  <a:moveTo>
                    <a:pt x="803" y="529"/>
                  </a:moveTo>
                  <a:cubicBezTo>
                    <a:pt x="798" y="568"/>
                    <a:pt x="785" y="606"/>
                    <a:pt x="766" y="641"/>
                  </a:cubicBezTo>
                  <a:cubicBezTo>
                    <a:pt x="747" y="676"/>
                    <a:pt x="721" y="707"/>
                    <a:pt x="691" y="732"/>
                  </a:cubicBezTo>
                  <a:cubicBezTo>
                    <a:pt x="661" y="758"/>
                    <a:pt x="626" y="778"/>
                    <a:pt x="588" y="790"/>
                  </a:cubicBezTo>
                  <a:cubicBezTo>
                    <a:pt x="551" y="803"/>
                    <a:pt x="511" y="809"/>
                    <a:pt x="472" y="807"/>
                  </a:cubicBezTo>
                  <a:cubicBezTo>
                    <a:pt x="432" y="806"/>
                    <a:pt x="393" y="797"/>
                    <a:pt x="357" y="781"/>
                  </a:cubicBezTo>
                  <a:cubicBezTo>
                    <a:pt x="320" y="765"/>
                    <a:pt x="287" y="743"/>
                    <a:pt x="259" y="715"/>
                  </a:cubicBezTo>
                  <a:cubicBezTo>
                    <a:pt x="230" y="687"/>
                    <a:pt x="207" y="654"/>
                    <a:pt x="191" y="618"/>
                  </a:cubicBezTo>
                  <a:cubicBezTo>
                    <a:pt x="175" y="582"/>
                    <a:pt x="166" y="543"/>
                    <a:pt x="164" y="503"/>
                  </a:cubicBezTo>
                  <a:cubicBezTo>
                    <a:pt x="161" y="464"/>
                    <a:pt x="167" y="424"/>
                    <a:pt x="179" y="386"/>
                  </a:cubicBezTo>
                  <a:cubicBezTo>
                    <a:pt x="191" y="349"/>
                    <a:pt x="211" y="313"/>
                    <a:pt x="236" y="283"/>
                  </a:cubicBezTo>
                  <a:cubicBezTo>
                    <a:pt x="261" y="252"/>
                    <a:pt x="292" y="226"/>
                    <a:pt x="326" y="207"/>
                  </a:cubicBezTo>
                  <a:cubicBezTo>
                    <a:pt x="361" y="187"/>
                    <a:pt x="399" y="174"/>
                    <a:pt x="438" y="168"/>
                  </a:cubicBezTo>
                  <a:cubicBezTo>
                    <a:pt x="477" y="163"/>
                    <a:pt x="517" y="164"/>
                    <a:pt x="556" y="173"/>
                  </a:cubicBezTo>
                  <a:cubicBezTo>
                    <a:pt x="594" y="182"/>
                    <a:pt x="632" y="198"/>
                    <a:pt x="664" y="220"/>
                  </a:cubicBezTo>
                  <a:cubicBezTo>
                    <a:pt x="697" y="242"/>
                    <a:pt x="726" y="271"/>
                    <a:pt x="748" y="303"/>
                  </a:cubicBezTo>
                  <a:cubicBezTo>
                    <a:pt x="771" y="336"/>
                    <a:pt x="787" y="372"/>
                    <a:pt x="797" y="411"/>
                  </a:cubicBezTo>
                  <a:cubicBezTo>
                    <a:pt x="806" y="450"/>
                    <a:pt x="808" y="490"/>
                    <a:pt x="803" y="529"/>
                  </a:cubicBezTo>
                  <a:close/>
                </a:path>
              </a:pathLst>
            </a:custGeom>
            <a:solidFill>
              <a:schemeClr val="accent1"/>
            </a:solidFill>
            <a:ln>
              <a:solidFill>
                <a:schemeClr val="accent1"/>
              </a:solidFill>
            </a:ln>
          </p:spPr>
          <p:txBody>
            <a:bodyPr wrap="square" lIns="91440" tIns="45720" rIns="91440" bIns="45720" anchor="ctr">
              <a:normAutofit/>
            </a:bodyPr>
            <a:lstStyle/>
            <a:p>
              <a:pPr algn="ctr"/>
              <a:endParaRPr dirty="0">
                <a:cs typeface="+mn-ea"/>
                <a:sym typeface="+mn-lt"/>
              </a:endParaRPr>
            </a:p>
          </p:txBody>
        </p:sp>
        <p:sp>
          <p:nvSpPr>
            <p:cNvPr id="6" name="íśľïdè">
              <a:extLst>
                <a:ext uri="{FF2B5EF4-FFF2-40B4-BE49-F238E27FC236}">
                  <a16:creationId xmlns="" xmlns:a16="http://schemas.microsoft.com/office/drawing/2014/main" id="{6CFC709E-E24C-4829-9B3F-6BA381F6B944}"/>
                </a:ext>
              </a:extLst>
            </p:cNvPr>
            <p:cNvSpPr/>
            <p:nvPr/>
          </p:nvSpPr>
          <p:spPr bwMode="auto">
            <a:xfrm>
              <a:off x="2517194" y="2174949"/>
              <a:ext cx="1094519" cy="1094519"/>
            </a:xfrm>
            <a:custGeom>
              <a:avLst/>
              <a:gdLst>
                <a:gd name="T0" fmla="*/ 894 w 971"/>
                <a:gd name="T1" fmla="*/ 509 h 971"/>
                <a:gd name="T2" fmla="*/ 969 w 971"/>
                <a:gd name="T3" fmla="*/ 442 h 971"/>
                <a:gd name="T4" fmla="*/ 883 w 971"/>
                <a:gd name="T5" fmla="*/ 390 h 971"/>
                <a:gd name="T6" fmla="*/ 938 w 971"/>
                <a:gd name="T7" fmla="*/ 309 h 971"/>
                <a:gd name="T8" fmla="*/ 838 w 971"/>
                <a:gd name="T9" fmla="*/ 279 h 971"/>
                <a:gd name="T10" fmla="*/ 802 w 971"/>
                <a:gd name="T11" fmla="*/ 227 h 971"/>
                <a:gd name="T12" fmla="*/ 813 w 971"/>
                <a:gd name="T13" fmla="*/ 127 h 971"/>
                <a:gd name="T14" fmla="*/ 714 w 971"/>
                <a:gd name="T15" fmla="*/ 146 h 971"/>
                <a:gd name="T16" fmla="*/ 700 w 971"/>
                <a:gd name="T17" fmla="*/ 50 h 971"/>
                <a:gd name="T18" fmla="*/ 606 w 971"/>
                <a:gd name="T19" fmla="*/ 95 h 971"/>
                <a:gd name="T20" fmla="*/ 545 w 971"/>
                <a:gd name="T21" fmla="*/ 81 h 971"/>
                <a:gd name="T22" fmla="*/ 485 w 971"/>
                <a:gd name="T23" fmla="*/ 0 h 971"/>
                <a:gd name="T24" fmla="*/ 425 w 971"/>
                <a:gd name="T25" fmla="*/ 80 h 971"/>
                <a:gd name="T26" fmla="*/ 350 w 971"/>
                <a:gd name="T27" fmla="*/ 19 h 971"/>
                <a:gd name="T28" fmla="*/ 311 w 971"/>
                <a:gd name="T29" fmla="*/ 115 h 971"/>
                <a:gd name="T30" fmla="*/ 256 w 971"/>
                <a:gd name="T31" fmla="*/ 146 h 971"/>
                <a:gd name="T32" fmla="*/ 157 w 971"/>
                <a:gd name="T33" fmla="*/ 126 h 971"/>
                <a:gd name="T34" fmla="*/ 167 w 971"/>
                <a:gd name="T35" fmla="*/ 226 h 971"/>
                <a:gd name="T36" fmla="*/ 70 w 971"/>
                <a:gd name="T37" fmla="*/ 232 h 971"/>
                <a:gd name="T38" fmla="*/ 106 w 971"/>
                <a:gd name="T39" fmla="*/ 329 h 971"/>
                <a:gd name="T40" fmla="*/ 86 w 971"/>
                <a:gd name="T41" fmla="*/ 389 h 971"/>
                <a:gd name="T42" fmla="*/ 0 w 971"/>
                <a:gd name="T43" fmla="*/ 441 h 971"/>
                <a:gd name="T44" fmla="*/ 75 w 971"/>
                <a:gd name="T45" fmla="*/ 508 h 971"/>
                <a:gd name="T46" fmla="*/ 6 w 971"/>
                <a:gd name="T47" fmla="*/ 577 h 971"/>
                <a:gd name="T48" fmla="*/ 98 w 971"/>
                <a:gd name="T49" fmla="*/ 625 h 971"/>
                <a:gd name="T50" fmla="*/ 124 w 971"/>
                <a:gd name="T51" fmla="*/ 683 h 971"/>
                <a:gd name="T52" fmla="*/ 96 w 971"/>
                <a:gd name="T53" fmla="*/ 779 h 971"/>
                <a:gd name="T54" fmla="*/ 196 w 971"/>
                <a:gd name="T55" fmla="*/ 778 h 971"/>
                <a:gd name="T56" fmla="*/ 192 w 971"/>
                <a:gd name="T57" fmla="*/ 876 h 971"/>
                <a:gd name="T58" fmla="*/ 293 w 971"/>
                <a:gd name="T59" fmla="*/ 849 h 971"/>
                <a:gd name="T60" fmla="*/ 351 w 971"/>
                <a:gd name="T61" fmla="*/ 874 h 971"/>
                <a:gd name="T62" fmla="*/ 394 w 971"/>
                <a:gd name="T63" fmla="*/ 965 h 971"/>
                <a:gd name="T64" fmla="*/ 468 w 971"/>
                <a:gd name="T65" fmla="*/ 896 h 971"/>
                <a:gd name="T66" fmla="*/ 531 w 971"/>
                <a:gd name="T67" fmla="*/ 971 h 971"/>
                <a:gd name="T68" fmla="*/ 587 w 971"/>
                <a:gd name="T69" fmla="*/ 884 h 971"/>
                <a:gd name="T70" fmla="*/ 647 w 971"/>
                <a:gd name="T71" fmla="*/ 863 h 971"/>
                <a:gd name="T72" fmla="*/ 740 w 971"/>
                <a:gd name="T73" fmla="*/ 900 h 971"/>
                <a:gd name="T74" fmla="*/ 748 w 971"/>
                <a:gd name="T75" fmla="*/ 800 h 971"/>
                <a:gd name="T76" fmla="*/ 845 w 971"/>
                <a:gd name="T77" fmla="*/ 813 h 971"/>
                <a:gd name="T78" fmla="*/ 828 w 971"/>
                <a:gd name="T79" fmla="*/ 711 h 971"/>
                <a:gd name="T80" fmla="*/ 858 w 971"/>
                <a:gd name="T81" fmla="*/ 655 h 971"/>
                <a:gd name="T82" fmla="*/ 952 w 971"/>
                <a:gd name="T83" fmla="*/ 620 h 971"/>
                <a:gd name="T84" fmla="*/ 891 w 971"/>
                <a:gd name="T85" fmla="*/ 541 h 971"/>
                <a:gd name="T86" fmla="*/ 766 w 971"/>
                <a:gd name="T87" fmla="*/ 641 h 971"/>
                <a:gd name="T88" fmla="*/ 588 w 971"/>
                <a:gd name="T89" fmla="*/ 790 h 971"/>
                <a:gd name="T90" fmla="*/ 357 w 971"/>
                <a:gd name="T91" fmla="*/ 781 h 971"/>
                <a:gd name="T92" fmla="*/ 191 w 971"/>
                <a:gd name="T93" fmla="*/ 618 h 971"/>
                <a:gd name="T94" fmla="*/ 179 w 971"/>
                <a:gd name="T95" fmla="*/ 386 h 971"/>
                <a:gd name="T96" fmla="*/ 326 w 971"/>
                <a:gd name="T97" fmla="*/ 207 h 971"/>
                <a:gd name="T98" fmla="*/ 556 w 971"/>
                <a:gd name="T99" fmla="*/ 173 h 971"/>
                <a:gd name="T100" fmla="*/ 748 w 971"/>
                <a:gd name="T101" fmla="*/ 303 h 971"/>
                <a:gd name="T102" fmla="*/ 803 w 971"/>
                <a:gd name="T103" fmla="*/ 52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71" h="971">
                  <a:moveTo>
                    <a:pt x="891" y="541"/>
                  </a:moveTo>
                  <a:cubicBezTo>
                    <a:pt x="893" y="530"/>
                    <a:pt x="893" y="520"/>
                    <a:pt x="894" y="509"/>
                  </a:cubicBezTo>
                  <a:cubicBezTo>
                    <a:pt x="920" y="502"/>
                    <a:pt x="946" y="494"/>
                    <a:pt x="971" y="485"/>
                  </a:cubicBezTo>
                  <a:cubicBezTo>
                    <a:pt x="971" y="470"/>
                    <a:pt x="970" y="456"/>
                    <a:pt x="969" y="442"/>
                  </a:cubicBezTo>
                  <a:cubicBezTo>
                    <a:pt x="942" y="433"/>
                    <a:pt x="916" y="426"/>
                    <a:pt x="889" y="421"/>
                  </a:cubicBezTo>
                  <a:cubicBezTo>
                    <a:pt x="888" y="411"/>
                    <a:pt x="885" y="400"/>
                    <a:pt x="883" y="390"/>
                  </a:cubicBezTo>
                  <a:cubicBezTo>
                    <a:pt x="880" y="380"/>
                    <a:pt x="878" y="370"/>
                    <a:pt x="874" y="360"/>
                  </a:cubicBezTo>
                  <a:cubicBezTo>
                    <a:pt x="896" y="344"/>
                    <a:pt x="917" y="327"/>
                    <a:pt x="938" y="309"/>
                  </a:cubicBezTo>
                  <a:cubicBezTo>
                    <a:pt x="932" y="296"/>
                    <a:pt x="927" y="283"/>
                    <a:pt x="920" y="270"/>
                  </a:cubicBezTo>
                  <a:cubicBezTo>
                    <a:pt x="893" y="271"/>
                    <a:pt x="865" y="274"/>
                    <a:pt x="838" y="279"/>
                  </a:cubicBezTo>
                  <a:cubicBezTo>
                    <a:pt x="833" y="270"/>
                    <a:pt x="828" y="261"/>
                    <a:pt x="821" y="252"/>
                  </a:cubicBezTo>
                  <a:cubicBezTo>
                    <a:pt x="816" y="244"/>
                    <a:pt x="809" y="235"/>
                    <a:pt x="802" y="227"/>
                  </a:cubicBezTo>
                  <a:cubicBezTo>
                    <a:pt x="817" y="205"/>
                    <a:pt x="831" y="181"/>
                    <a:pt x="843" y="157"/>
                  </a:cubicBezTo>
                  <a:cubicBezTo>
                    <a:pt x="833" y="147"/>
                    <a:pt x="823" y="137"/>
                    <a:pt x="813" y="127"/>
                  </a:cubicBezTo>
                  <a:cubicBezTo>
                    <a:pt x="787" y="139"/>
                    <a:pt x="763" y="151"/>
                    <a:pt x="740" y="165"/>
                  </a:cubicBezTo>
                  <a:cubicBezTo>
                    <a:pt x="731" y="159"/>
                    <a:pt x="723" y="153"/>
                    <a:pt x="714" y="146"/>
                  </a:cubicBezTo>
                  <a:cubicBezTo>
                    <a:pt x="705" y="141"/>
                    <a:pt x="696" y="135"/>
                    <a:pt x="687" y="130"/>
                  </a:cubicBezTo>
                  <a:cubicBezTo>
                    <a:pt x="693" y="104"/>
                    <a:pt x="697" y="77"/>
                    <a:pt x="700" y="50"/>
                  </a:cubicBezTo>
                  <a:cubicBezTo>
                    <a:pt x="687" y="44"/>
                    <a:pt x="674" y="38"/>
                    <a:pt x="661" y="33"/>
                  </a:cubicBezTo>
                  <a:cubicBezTo>
                    <a:pt x="641" y="52"/>
                    <a:pt x="623" y="73"/>
                    <a:pt x="606" y="95"/>
                  </a:cubicBezTo>
                  <a:cubicBezTo>
                    <a:pt x="596" y="92"/>
                    <a:pt x="586" y="89"/>
                    <a:pt x="576" y="86"/>
                  </a:cubicBezTo>
                  <a:cubicBezTo>
                    <a:pt x="566" y="84"/>
                    <a:pt x="555" y="82"/>
                    <a:pt x="545" y="81"/>
                  </a:cubicBezTo>
                  <a:cubicBezTo>
                    <a:pt x="541" y="54"/>
                    <a:pt x="535" y="28"/>
                    <a:pt x="528" y="2"/>
                  </a:cubicBezTo>
                  <a:cubicBezTo>
                    <a:pt x="513" y="0"/>
                    <a:pt x="499" y="0"/>
                    <a:pt x="485" y="0"/>
                  </a:cubicBezTo>
                  <a:cubicBezTo>
                    <a:pt x="474" y="25"/>
                    <a:pt x="464" y="51"/>
                    <a:pt x="457" y="77"/>
                  </a:cubicBezTo>
                  <a:cubicBezTo>
                    <a:pt x="446" y="78"/>
                    <a:pt x="436" y="79"/>
                    <a:pt x="425" y="80"/>
                  </a:cubicBezTo>
                  <a:cubicBezTo>
                    <a:pt x="415" y="82"/>
                    <a:pt x="404" y="84"/>
                    <a:pt x="394" y="86"/>
                  </a:cubicBezTo>
                  <a:cubicBezTo>
                    <a:pt x="381" y="63"/>
                    <a:pt x="366" y="41"/>
                    <a:pt x="350" y="19"/>
                  </a:cubicBezTo>
                  <a:cubicBezTo>
                    <a:pt x="336" y="23"/>
                    <a:pt x="322" y="27"/>
                    <a:pt x="309" y="32"/>
                  </a:cubicBezTo>
                  <a:cubicBezTo>
                    <a:pt x="308" y="60"/>
                    <a:pt x="309" y="88"/>
                    <a:pt x="311" y="115"/>
                  </a:cubicBezTo>
                  <a:cubicBezTo>
                    <a:pt x="301" y="119"/>
                    <a:pt x="292" y="124"/>
                    <a:pt x="283" y="129"/>
                  </a:cubicBezTo>
                  <a:cubicBezTo>
                    <a:pt x="273" y="134"/>
                    <a:pt x="264" y="140"/>
                    <a:pt x="256" y="146"/>
                  </a:cubicBezTo>
                  <a:cubicBezTo>
                    <a:pt x="235" y="129"/>
                    <a:pt x="213" y="113"/>
                    <a:pt x="190" y="99"/>
                  </a:cubicBezTo>
                  <a:cubicBezTo>
                    <a:pt x="178" y="108"/>
                    <a:pt x="167" y="117"/>
                    <a:pt x="157" y="126"/>
                  </a:cubicBezTo>
                  <a:cubicBezTo>
                    <a:pt x="166" y="153"/>
                    <a:pt x="176" y="178"/>
                    <a:pt x="188" y="203"/>
                  </a:cubicBezTo>
                  <a:cubicBezTo>
                    <a:pt x="181" y="210"/>
                    <a:pt x="174" y="218"/>
                    <a:pt x="167" y="226"/>
                  </a:cubicBezTo>
                  <a:cubicBezTo>
                    <a:pt x="161" y="235"/>
                    <a:pt x="154" y="243"/>
                    <a:pt x="148" y="252"/>
                  </a:cubicBezTo>
                  <a:cubicBezTo>
                    <a:pt x="122" y="243"/>
                    <a:pt x="97" y="237"/>
                    <a:pt x="70" y="232"/>
                  </a:cubicBezTo>
                  <a:cubicBezTo>
                    <a:pt x="62" y="244"/>
                    <a:pt x="55" y="256"/>
                    <a:pt x="49" y="269"/>
                  </a:cubicBezTo>
                  <a:cubicBezTo>
                    <a:pt x="67" y="290"/>
                    <a:pt x="86" y="310"/>
                    <a:pt x="106" y="329"/>
                  </a:cubicBezTo>
                  <a:cubicBezTo>
                    <a:pt x="102" y="339"/>
                    <a:pt x="98" y="348"/>
                    <a:pt x="95" y="358"/>
                  </a:cubicBezTo>
                  <a:cubicBezTo>
                    <a:pt x="91" y="369"/>
                    <a:pt x="88" y="379"/>
                    <a:pt x="86" y="389"/>
                  </a:cubicBezTo>
                  <a:cubicBezTo>
                    <a:pt x="59" y="391"/>
                    <a:pt x="32" y="394"/>
                    <a:pt x="6" y="399"/>
                  </a:cubicBezTo>
                  <a:cubicBezTo>
                    <a:pt x="3" y="413"/>
                    <a:pt x="1" y="427"/>
                    <a:pt x="0" y="441"/>
                  </a:cubicBezTo>
                  <a:cubicBezTo>
                    <a:pt x="24" y="454"/>
                    <a:pt x="49" y="466"/>
                    <a:pt x="74" y="476"/>
                  </a:cubicBezTo>
                  <a:cubicBezTo>
                    <a:pt x="74" y="487"/>
                    <a:pt x="74" y="497"/>
                    <a:pt x="75" y="508"/>
                  </a:cubicBezTo>
                  <a:cubicBezTo>
                    <a:pt x="75" y="518"/>
                    <a:pt x="76" y="529"/>
                    <a:pt x="78" y="539"/>
                  </a:cubicBezTo>
                  <a:cubicBezTo>
                    <a:pt x="53" y="551"/>
                    <a:pt x="30" y="563"/>
                    <a:pt x="6" y="577"/>
                  </a:cubicBezTo>
                  <a:cubicBezTo>
                    <a:pt x="9" y="591"/>
                    <a:pt x="12" y="605"/>
                    <a:pt x="16" y="619"/>
                  </a:cubicBezTo>
                  <a:cubicBezTo>
                    <a:pt x="44" y="623"/>
                    <a:pt x="71" y="625"/>
                    <a:pt x="98" y="625"/>
                  </a:cubicBezTo>
                  <a:cubicBezTo>
                    <a:pt x="102" y="635"/>
                    <a:pt x="106" y="645"/>
                    <a:pt x="110" y="654"/>
                  </a:cubicBezTo>
                  <a:cubicBezTo>
                    <a:pt x="114" y="664"/>
                    <a:pt x="119" y="674"/>
                    <a:pt x="124" y="683"/>
                  </a:cubicBezTo>
                  <a:cubicBezTo>
                    <a:pt x="106" y="702"/>
                    <a:pt x="88" y="723"/>
                    <a:pt x="71" y="744"/>
                  </a:cubicBezTo>
                  <a:cubicBezTo>
                    <a:pt x="79" y="756"/>
                    <a:pt x="87" y="768"/>
                    <a:pt x="96" y="779"/>
                  </a:cubicBezTo>
                  <a:cubicBezTo>
                    <a:pt x="123" y="773"/>
                    <a:pt x="149" y="765"/>
                    <a:pt x="174" y="755"/>
                  </a:cubicBezTo>
                  <a:cubicBezTo>
                    <a:pt x="181" y="763"/>
                    <a:pt x="189" y="771"/>
                    <a:pt x="196" y="778"/>
                  </a:cubicBezTo>
                  <a:cubicBezTo>
                    <a:pt x="204" y="786"/>
                    <a:pt x="211" y="793"/>
                    <a:pt x="220" y="800"/>
                  </a:cubicBezTo>
                  <a:cubicBezTo>
                    <a:pt x="209" y="824"/>
                    <a:pt x="200" y="850"/>
                    <a:pt x="192" y="876"/>
                  </a:cubicBezTo>
                  <a:cubicBezTo>
                    <a:pt x="204" y="884"/>
                    <a:pt x="216" y="892"/>
                    <a:pt x="228" y="900"/>
                  </a:cubicBezTo>
                  <a:cubicBezTo>
                    <a:pt x="251" y="884"/>
                    <a:pt x="272" y="867"/>
                    <a:pt x="293" y="849"/>
                  </a:cubicBezTo>
                  <a:cubicBezTo>
                    <a:pt x="302" y="854"/>
                    <a:pt x="311" y="858"/>
                    <a:pt x="321" y="863"/>
                  </a:cubicBezTo>
                  <a:cubicBezTo>
                    <a:pt x="331" y="867"/>
                    <a:pt x="341" y="871"/>
                    <a:pt x="351" y="874"/>
                  </a:cubicBezTo>
                  <a:cubicBezTo>
                    <a:pt x="350" y="901"/>
                    <a:pt x="351" y="928"/>
                    <a:pt x="353" y="955"/>
                  </a:cubicBezTo>
                  <a:cubicBezTo>
                    <a:pt x="366" y="959"/>
                    <a:pt x="380" y="962"/>
                    <a:pt x="394" y="965"/>
                  </a:cubicBezTo>
                  <a:cubicBezTo>
                    <a:pt x="410" y="942"/>
                    <a:pt x="424" y="918"/>
                    <a:pt x="436" y="894"/>
                  </a:cubicBezTo>
                  <a:cubicBezTo>
                    <a:pt x="447" y="895"/>
                    <a:pt x="457" y="896"/>
                    <a:pt x="468" y="896"/>
                  </a:cubicBezTo>
                  <a:cubicBezTo>
                    <a:pt x="479" y="897"/>
                    <a:pt x="489" y="897"/>
                    <a:pt x="500" y="896"/>
                  </a:cubicBezTo>
                  <a:cubicBezTo>
                    <a:pt x="509" y="921"/>
                    <a:pt x="519" y="947"/>
                    <a:pt x="531" y="971"/>
                  </a:cubicBezTo>
                  <a:cubicBezTo>
                    <a:pt x="545" y="969"/>
                    <a:pt x="559" y="967"/>
                    <a:pt x="573" y="965"/>
                  </a:cubicBezTo>
                  <a:cubicBezTo>
                    <a:pt x="580" y="937"/>
                    <a:pt x="584" y="911"/>
                    <a:pt x="587" y="884"/>
                  </a:cubicBezTo>
                  <a:cubicBezTo>
                    <a:pt x="597" y="881"/>
                    <a:pt x="607" y="878"/>
                    <a:pt x="617" y="875"/>
                  </a:cubicBezTo>
                  <a:cubicBezTo>
                    <a:pt x="627" y="871"/>
                    <a:pt x="637" y="867"/>
                    <a:pt x="647" y="863"/>
                  </a:cubicBezTo>
                  <a:cubicBezTo>
                    <a:pt x="664" y="883"/>
                    <a:pt x="683" y="903"/>
                    <a:pt x="703" y="921"/>
                  </a:cubicBezTo>
                  <a:cubicBezTo>
                    <a:pt x="716" y="915"/>
                    <a:pt x="728" y="908"/>
                    <a:pt x="740" y="900"/>
                  </a:cubicBezTo>
                  <a:cubicBezTo>
                    <a:pt x="736" y="873"/>
                    <a:pt x="731" y="846"/>
                    <a:pt x="723" y="820"/>
                  </a:cubicBezTo>
                  <a:cubicBezTo>
                    <a:pt x="732" y="814"/>
                    <a:pt x="740" y="807"/>
                    <a:pt x="748" y="800"/>
                  </a:cubicBezTo>
                  <a:cubicBezTo>
                    <a:pt x="757" y="794"/>
                    <a:pt x="764" y="786"/>
                    <a:pt x="772" y="779"/>
                  </a:cubicBezTo>
                  <a:cubicBezTo>
                    <a:pt x="795" y="792"/>
                    <a:pt x="820" y="803"/>
                    <a:pt x="845" y="813"/>
                  </a:cubicBezTo>
                  <a:cubicBezTo>
                    <a:pt x="855" y="802"/>
                    <a:pt x="864" y="791"/>
                    <a:pt x="872" y="780"/>
                  </a:cubicBezTo>
                  <a:cubicBezTo>
                    <a:pt x="859" y="756"/>
                    <a:pt x="844" y="733"/>
                    <a:pt x="828" y="711"/>
                  </a:cubicBezTo>
                  <a:cubicBezTo>
                    <a:pt x="834" y="702"/>
                    <a:pt x="839" y="693"/>
                    <a:pt x="844" y="684"/>
                  </a:cubicBezTo>
                  <a:cubicBezTo>
                    <a:pt x="849" y="674"/>
                    <a:pt x="854" y="665"/>
                    <a:pt x="858" y="655"/>
                  </a:cubicBezTo>
                  <a:cubicBezTo>
                    <a:pt x="885" y="659"/>
                    <a:pt x="911" y="660"/>
                    <a:pt x="939" y="661"/>
                  </a:cubicBezTo>
                  <a:cubicBezTo>
                    <a:pt x="944" y="647"/>
                    <a:pt x="948" y="634"/>
                    <a:pt x="952" y="620"/>
                  </a:cubicBezTo>
                  <a:cubicBezTo>
                    <a:pt x="931" y="602"/>
                    <a:pt x="908" y="586"/>
                    <a:pt x="886" y="572"/>
                  </a:cubicBezTo>
                  <a:cubicBezTo>
                    <a:pt x="888" y="561"/>
                    <a:pt x="890" y="551"/>
                    <a:pt x="891" y="541"/>
                  </a:cubicBezTo>
                  <a:close/>
                  <a:moveTo>
                    <a:pt x="803" y="529"/>
                  </a:moveTo>
                  <a:cubicBezTo>
                    <a:pt x="798" y="568"/>
                    <a:pt x="785" y="606"/>
                    <a:pt x="766" y="641"/>
                  </a:cubicBezTo>
                  <a:cubicBezTo>
                    <a:pt x="747" y="676"/>
                    <a:pt x="721" y="707"/>
                    <a:pt x="691" y="732"/>
                  </a:cubicBezTo>
                  <a:cubicBezTo>
                    <a:pt x="661" y="758"/>
                    <a:pt x="626" y="778"/>
                    <a:pt x="588" y="790"/>
                  </a:cubicBezTo>
                  <a:cubicBezTo>
                    <a:pt x="551" y="803"/>
                    <a:pt x="511" y="809"/>
                    <a:pt x="472" y="807"/>
                  </a:cubicBezTo>
                  <a:cubicBezTo>
                    <a:pt x="432" y="806"/>
                    <a:pt x="393" y="797"/>
                    <a:pt x="357" y="781"/>
                  </a:cubicBezTo>
                  <a:cubicBezTo>
                    <a:pt x="320" y="765"/>
                    <a:pt x="287" y="743"/>
                    <a:pt x="259" y="715"/>
                  </a:cubicBezTo>
                  <a:cubicBezTo>
                    <a:pt x="230" y="687"/>
                    <a:pt x="207" y="654"/>
                    <a:pt x="191" y="618"/>
                  </a:cubicBezTo>
                  <a:cubicBezTo>
                    <a:pt x="175" y="582"/>
                    <a:pt x="166" y="543"/>
                    <a:pt x="164" y="503"/>
                  </a:cubicBezTo>
                  <a:cubicBezTo>
                    <a:pt x="161" y="464"/>
                    <a:pt x="167" y="424"/>
                    <a:pt x="179" y="386"/>
                  </a:cubicBezTo>
                  <a:cubicBezTo>
                    <a:pt x="191" y="349"/>
                    <a:pt x="211" y="313"/>
                    <a:pt x="236" y="283"/>
                  </a:cubicBezTo>
                  <a:cubicBezTo>
                    <a:pt x="261" y="252"/>
                    <a:pt x="292" y="226"/>
                    <a:pt x="326" y="207"/>
                  </a:cubicBezTo>
                  <a:cubicBezTo>
                    <a:pt x="361" y="187"/>
                    <a:pt x="399" y="174"/>
                    <a:pt x="438" y="168"/>
                  </a:cubicBezTo>
                  <a:cubicBezTo>
                    <a:pt x="477" y="163"/>
                    <a:pt x="517" y="164"/>
                    <a:pt x="556" y="173"/>
                  </a:cubicBezTo>
                  <a:cubicBezTo>
                    <a:pt x="594" y="182"/>
                    <a:pt x="632" y="198"/>
                    <a:pt x="664" y="220"/>
                  </a:cubicBezTo>
                  <a:cubicBezTo>
                    <a:pt x="697" y="242"/>
                    <a:pt x="726" y="271"/>
                    <a:pt x="748" y="303"/>
                  </a:cubicBezTo>
                  <a:cubicBezTo>
                    <a:pt x="771" y="336"/>
                    <a:pt x="787" y="372"/>
                    <a:pt x="797" y="411"/>
                  </a:cubicBezTo>
                  <a:cubicBezTo>
                    <a:pt x="806" y="450"/>
                    <a:pt x="808" y="490"/>
                    <a:pt x="803" y="529"/>
                  </a:cubicBezTo>
                  <a:close/>
                </a:path>
              </a:pathLst>
            </a:custGeom>
            <a:solidFill>
              <a:schemeClr val="accent1"/>
            </a:solidFill>
            <a:ln>
              <a:solidFill>
                <a:schemeClr val="accent1"/>
              </a:solidFill>
            </a:ln>
          </p:spPr>
          <p:txBody>
            <a:bodyPr wrap="square" lIns="91440" tIns="45720" rIns="91440" bIns="45720" anchor="ctr">
              <a:normAutofit/>
            </a:bodyPr>
            <a:lstStyle/>
            <a:p>
              <a:pPr algn="ctr"/>
              <a:endParaRPr>
                <a:cs typeface="+mn-ea"/>
                <a:sym typeface="+mn-lt"/>
              </a:endParaRPr>
            </a:p>
          </p:txBody>
        </p:sp>
        <p:sp>
          <p:nvSpPr>
            <p:cNvPr id="7" name="íṡļïďê">
              <a:extLst>
                <a:ext uri="{FF2B5EF4-FFF2-40B4-BE49-F238E27FC236}">
                  <a16:creationId xmlns="" xmlns:a16="http://schemas.microsoft.com/office/drawing/2014/main" id="{63E55C47-2C2C-43AC-829E-A29646825500}"/>
                </a:ext>
              </a:extLst>
            </p:cNvPr>
            <p:cNvSpPr/>
            <p:nvPr/>
          </p:nvSpPr>
          <p:spPr bwMode="auto">
            <a:xfrm>
              <a:off x="1074490" y="4186875"/>
              <a:ext cx="1610825" cy="1610825"/>
            </a:xfrm>
            <a:custGeom>
              <a:avLst/>
              <a:gdLst>
                <a:gd name="T0" fmla="*/ 894 w 971"/>
                <a:gd name="T1" fmla="*/ 509 h 971"/>
                <a:gd name="T2" fmla="*/ 969 w 971"/>
                <a:gd name="T3" fmla="*/ 442 h 971"/>
                <a:gd name="T4" fmla="*/ 883 w 971"/>
                <a:gd name="T5" fmla="*/ 390 h 971"/>
                <a:gd name="T6" fmla="*/ 938 w 971"/>
                <a:gd name="T7" fmla="*/ 309 h 971"/>
                <a:gd name="T8" fmla="*/ 838 w 971"/>
                <a:gd name="T9" fmla="*/ 279 h 971"/>
                <a:gd name="T10" fmla="*/ 802 w 971"/>
                <a:gd name="T11" fmla="*/ 227 h 971"/>
                <a:gd name="T12" fmla="*/ 813 w 971"/>
                <a:gd name="T13" fmla="*/ 127 h 971"/>
                <a:gd name="T14" fmla="*/ 714 w 971"/>
                <a:gd name="T15" fmla="*/ 146 h 971"/>
                <a:gd name="T16" fmla="*/ 700 w 971"/>
                <a:gd name="T17" fmla="*/ 50 h 971"/>
                <a:gd name="T18" fmla="*/ 606 w 971"/>
                <a:gd name="T19" fmla="*/ 95 h 971"/>
                <a:gd name="T20" fmla="*/ 545 w 971"/>
                <a:gd name="T21" fmla="*/ 81 h 971"/>
                <a:gd name="T22" fmla="*/ 485 w 971"/>
                <a:gd name="T23" fmla="*/ 0 h 971"/>
                <a:gd name="T24" fmla="*/ 425 w 971"/>
                <a:gd name="T25" fmla="*/ 80 h 971"/>
                <a:gd name="T26" fmla="*/ 350 w 971"/>
                <a:gd name="T27" fmla="*/ 19 h 971"/>
                <a:gd name="T28" fmla="*/ 311 w 971"/>
                <a:gd name="T29" fmla="*/ 115 h 971"/>
                <a:gd name="T30" fmla="*/ 256 w 971"/>
                <a:gd name="T31" fmla="*/ 146 h 971"/>
                <a:gd name="T32" fmla="*/ 157 w 971"/>
                <a:gd name="T33" fmla="*/ 126 h 971"/>
                <a:gd name="T34" fmla="*/ 167 w 971"/>
                <a:gd name="T35" fmla="*/ 226 h 971"/>
                <a:gd name="T36" fmla="*/ 70 w 971"/>
                <a:gd name="T37" fmla="*/ 232 h 971"/>
                <a:gd name="T38" fmla="*/ 106 w 971"/>
                <a:gd name="T39" fmla="*/ 329 h 971"/>
                <a:gd name="T40" fmla="*/ 86 w 971"/>
                <a:gd name="T41" fmla="*/ 389 h 971"/>
                <a:gd name="T42" fmla="*/ 0 w 971"/>
                <a:gd name="T43" fmla="*/ 441 h 971"/>
                <a:gd name="T44" fmla="*/ 75 w 971"/>
                <a:gd name="T45" fmla="*/ 508 h 971"/>
                <a:gd name="T46" fmla="*/ 6 w 971"/>
                <a:gd name="T47" fmla="*/ 577 h 971"/>
                <a:gd name="T48" fmla="*/ 98 w 971"/>
                <a:gd name="T49" fmla="*/ 625 h 971"/>
                <a:gd name="T50" fmla="*/ 124 w 971"/>
                <a:gd name="T51" fmla="*/ 683 h 971"/>
                <a:gd name="T52" fmla="*/ 96 w 971"/>
                <a:gd name="T53" fmla="*/ 779 h 971"/>
                <a:gd name="T54" fmla="*/ 196 w 971"/>
                <a:gd name="T55" fmla="*/ 778 h 971"/>
                <a:gd name="T56" fmla="*/ 192 w 971"/>
                <a:gd name="T57" fmla="*/ 876 h 971"/>
                <a:gd name="T58" fmla="*/ 293 w 971"/>
                <a:gd name="T59" fmla="*/ 849 h 971"/>
                <a:gd name="T60" fmla="*/ 351 w 971"/>
                <a:gd name="T61" fmla="*/ 874 h 971"/>
                <a:gd name="T62" fmla="*/ 394 w 971"/>
                <a:gd name="T63" fmla="*/ 965 h 971"/>
                <a:gd name="T64" fmla="*/ 468 w 971"/>
                <a:gd name="T65" fmla="*/ 896 h 971"/>
                <a:gd name="T66" fmla="*/ 531 w 971"/>
                <a:gd name="T67" fmla="*/ 971 h 971"/>
                <a:gd name="T68" fmla="*/ 587 w 971"/>
                <a:gd name="T69" fmla="*/ 884 h 971"/>
                <a:gd name="T70" fmla="*/ 647 w 971"/>
                <a:gd name="T71" fmla="*/ 863 h 971"/>
                <a:gd name="T72" fmla="*/ 740 w 971"/>
                <a:gd name="T73" fmla="*/ 900 h 971"/>
                <a:gd name="T74" fmla="*/ 748 w 971"/>
                <a:gd name="T75" fmla="*/ 800 h 971"/>
                <a:gd name="T76" fmla="*/ 845 w 971"/>
                <a:gd name="T77" fmla="*/ 813 h 971"/>
                <a:gd name="T78" fmla="*/ 828 w 971"/>
                <a:gd name="T79" fmla="*/ 711 h 971"/>
                <a:gd name="T80" fmla="*/ 858 w 971"/>
                <a:gd name="T81" fmla="*/ 655 h 971"/>
                <a:gd name="T82" fmla="*/ 952 w 971"/>
                <a:gd name="T83" fmla="*/ 620 h 971"/>
                <a:gd name="T84" fmla="*/ 891 w 971"/>
                <a:gd name="T85" fmla="*/ 541 h 971"/>
                <a:gd name="T86" fmla="*/ 766 w 971"/>
                <a:gd name="T87" fmla="*/ 641 h 971"/>
                <a:gd name="T88" fmla="*/ 588 w 971"/>
                <a:gd name="T89" fmla="*/ 790 h 971"/>
                <a:gd name="T90" fmla="*/ 357 w 971"/>
                <a:gd name="T91" fmla="*/ 781 h 971"/>
                <a:gd name="T92" fmla="*/ 191 w 971"/>
                <a:gd name="T93" fmla="*/ 618 h 971"/>
                <a:gd name="T94" fmla="*/ 179 w 971"/>
                <a:gd name="T95" fmla="*/ 386 h 971"/>
                <a:gd name="T96" fmla="*/ 326 w 971"/>
                <a:gd name="T97" fmla="*/ 207 h 971"/>
                <a:gd name="T98" fmla="*/ 556 w 971"/>
                <a:gd name="T99" fmla="*/ 173 h 971"/>
                <a:gd name="T100" fmla="*/ 748 w 971"/>
                <a:gd name="T101" fmla="*/ 303 h 971"/>
                <a:gd name="T102" fmla="*/ 803 w 971"/>
                <a:gd name="T103" fmla="*/ 52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71" h="971">
                  <a:moveTo>
                    <a:pt x="891" y="541"/>
                  </a:moveTo>
                  <a:cubicBezTo>
                    <a:pt x="893" y="530"/>
                    <a:pt x="893" y="520"/>
                    <a:pt x="894" y="509"/>
                  </a:cubicBezTo>
                  <a:cubicBezTo>
                    <a:pt x="920" y="502"/>
                    <a:pt x="946" y="494"/>
                    <a:pt x="971" y="485"/>
                  </a:cubicBezTo>
                  <a:cubicBezTo>
                    <a:pt x="971" y="470"/>
                    <a:pt x="970" y="456"/>
                    <a:pt x="969" y="442"/>
                  </a:cubicBezTo>
                  <a:cubicBezTo>
                    <a:pt x="942" y="433"/>
                    <a:pt x="916" y="426"/>
                    <a:pt x="889" y="421"/>
                  </a:cubicBezTo>
                  <a:cubicBezTo>
                    <a:pt x="888" y="411"/>
                    <a:pt x="885" y="400"/>
                    <a:pt x="883" y="390"/>
                  </a:cubicBezTo>
                  <a:cubicBezTo>
                    <a:pt x="880" y="380"/>
                    <a:pt x="878" y="370"/>
                    <a:pt x="874" y="360"/>
                  </a:cubicBezTo>
                  <a:cubicBezTo>
                    <a:pt x="896" y="344"/>
                    <a:pt x="917" y="327"/>
                    <a:pt x="938" y="309"/>
                  </a:cubicBezTo>
                  <a:cubicBezTo>
                    <a:pt x="932" y="296"/>
                    <a:pt x="927" y="283"/>
                    <a:pt x="920" y="270"/>
                  </a:cubicBezTo>
                  <a:cubicBezTo>
                    <a:pt x="893" y="271"/>
                    <a:pt x="865" y="274"/>
                    <a:pt x="838" y="279"/>
                  </a:cubicBezTo>
                  <a:cubicBezTo>
                    <a:pt x="833" y="270"/>
                    <a:pt x="828" y="261"/>
                    <a:pt x="821" y="252"/>
                  </a:cubicBezTo>
                  <a:cubicBezTo>
                    <a:pt x="816" y="244"/>
                    <a:pt x="809" y="235"/>
                    <a:pt x="802" y="227"/>
                  </a:cubicBezTo>
                  <a:cubicBezTo>
                    <a:pt x="817" y="205"/>
                    <a:pt x="831" y="181"/>
                    <a:pt x="843" y="157"/>
                  </a:cubicBezTo>
                  <a:cubicBezTo>
                    <a:pt x="833" y="147"/>
                    <a:pt x="823" y="137"/>
                    <a:pt x="813" y="127"/>
                  </a:cubicBezTo>
                  <a:cubicBezTo>
                    <a:pt x="787" y="139"/>
                    <a:pt x="763" y="151"/>
                    <a:pt x="740" y="165"/>
                  </a:cubicBezTo>
                  <a:cubicBezTo>
                    <a:pt x="731" y="159"/>
                    <a:pt x="723" y="153"/>
                    <a:pt x="714" y="146"/>
                  </a:cubicBezTo>
                  <a:cubicBezTo>
                    <a:pt x="705" y="141"/>
                    <a:pt x="696" y="135"/>
                    <a:pt x="687" y="130"/>
                  </a:cubicBezTo>
                  <a:cubicBezTo>
                    <a:pt x="693" y="104"/>
                    <a:pt x="697" y="77"/>
                    <a:pt x="700" y="50"/>
                  </a:cubicBezTo>
                  <a:cubicBezTo>
                    <a:pt x="687" y="44"/>
                    <a:pt x="674" y="38"/>
                    <a:pt x="661" y="33"/>
                  </a:cubicBezTo>
                  <a:cubicBezTo>
                    <a:pt x="641" y="52"/>
                    <a:pt x="623" y="73"/>
                    <a:pt x="606" y="95"/>
                  </a:cubicBezTo>
                  <a:cubicBezTo>
                    <a:pt x="596" y="92"/>
                    <a:pt x="586" y="89"/>
                    <a:pt x="576" y="86"/>
                  </a:cubicBezTo>
                  <a:cubicBezTo>
                    <a:pt x="566" y="84"/>
                    <a:pt x="555" y="82"/>
                    <a:pt x="545" y="81"/>
                  </a:cubicBezTo>
                  <a:cubicBezTo>
                    <a:pt x="541" y="54"/>
                    <a:pt x="535" y="28"/>
                    <a:pt x="528" y="2"/>
                  </a:cubicBezTo>
                  <a:cubicBezTo>
                    <a:pt x="513" y="0"/>
                    <a:pt x="499" y="0"/>
                    <a:pt x="485" y="0"/>
                  </a:cubicBezTo>
                  <a:cubicBezTo>
                    <a:pt x="474" y="25"/>
                    <a:pt x="464" y="51"/>
                    <a:pt x="457" y="77"/>
                  </a:cubicBezTo>
                  <a:cubicBezTo>
                    <a:pt x="446" y="78"/>
                    <a:pt x="436" y="79"/>
                    <a:pt x="425" y="80"/>
                  </a:cubicBezTo>
                  <a:cubicBezTo>
                    <a:pt x="415" y="82"/>
                    <a:pt x="404" y="84"/>
                    <a:pt x="394" y="86"/>
                  </a:cubicBezTo>
                  <a:cubicBezTo>
                    <a:pt x="381" y="63"/>
                    <a:pt x="366" y="41"/>
                    <a:pt x="350" y="19"/>
                  </a:cubicBezTo>
                  <a:cubicBezTo>
                    <a:pt x="336" y="23"/>
                    <a:pt x="322" y="27"/>
                    <a:pt x="309" y="32"/>
                  </a:cubicBezTo>
                  <a:cubicBezTo>
                    <a:pt x="308" y="60"/>
                    <a:pt x="309" y="88"/>
                    <a:pt x="311" y="115"/>
                  </a:cubicBezTo>
                  <a:cubicBezTo>
                    <a:pt x="301" y="119"/>
                    <a:pt x="292" y="124"/>
                    <a:pt x="283" y="129"/>
                  </a:cubicBezTo>
                  <a:cubicBezTo>
                    <a:pt x="273" y="134"/>
                    <a:pt x="264" y="140"/>
                    <a:pt x="256" y="146"/>
                  </a:cubicBezTo>
                  <a:cubicBezTo>
                    <a:pt x="235" y="129"/>
                    <a:pt x="213" y="113"/>
                    <a:pt x="190" y="99"/>
                  </a:cubicBezTo>
                  <a:cubicBezTo>
                    <a:pt x="178" y="108"/>
                    <a:pt x="167" y="117"/>
                    <a:pt x="157" y="126"/>
                  </a:cubicBezTo>
                  <a:cubicBezTo>
                    <a:pt x="166" y="153"/>
                    <a:pt x="176" y="178"/>
                    <a:pt x="188" y="203"/>
                  </a:cubicBezTo>
                  <a:cubicBezTo>
                    <a:pt x="181" y="210"/>
                    <a:pt x="174" y="218"/>
                    <a:pt x="167" y="226"/>
                  </a:cubicBezTo>
                  <a:cubicBezTo>
                    <a:pt x="161" y="235"/>
                    <a:pt x="154" y="243"/>
                    <a:pt x="148" y="252"/>
                  </a:cubicBezTo>
                  <a:cubicBezTo>
                    <a:pt x="122" y="243"/>
                    <a:pt x="97" y="237"/>
                    <a:pt x="70" y="232"/>
                  </a:cubicBezTo>
                  <a:cubicBezTo>
                    <a:pt x="62" y="244"/>
                    <a:pt x="55" y="256"/>
                    <a:pt x="49" y="269"/>
                  </a:cubicBezTo>
                  <a:cubicBezTo>
                    <a:pt x="67" y="290"/>
                    <a:pt x="86" y="310"/>
                    <a:pt x="106" y="329"/>
                  </a:cubicBezTo>
                  <a:cubicBezTo>
                    <a:pt x="102" y="339"/>
                    <a:pt x="98" y="348"/>
                    <a:pt x="95" y="358"/>
                  </a:cubicBezTo>
                  <a:cubicBezTo>
                    <a:pt x="91" y="369"/>
                    <a:pt x="88" y="379"/>
                    <a:pt x="86" y="389"/>
                  </a:cubicBezTo>
                  <a:cubicBezTo>
                    <a:pt x="59" y="391"/>
                    <a:pt x="32" y="394"/>
                    <a:pt x="6" y="399"/>
                  </a:cubicBezTo>
                  <a:cubicBezTo>
                    <a:pt x="3" y="413"/>
                    <a:pt x="1" y="427"/>
                    <a:pt x="0" y="441"/>
                  </a:cubicBezTo>
                  <a:cubicBezTo>
                    <a:pt x="24" y="454"/>
                    <a:pt x="49" y="466"/>
                    <a:pt x="74" y="476"/>
                  </a:cubicBezTo>
                  <a:cubicBezTo>
                    <a:pt x="74" y="487"/>
                    <a:pt x="74" y="497"/>
                    <a:pt x="75" y="508"/>
                  </a:cubicBezTo>
                  <a:cubicBezTo>
                    <a:pt x="75" y="518"/>
                    <a:pt x="76" y="529"/>
                    <a:pt x="78" y="539"/>
                  </a:cubicBezTo>
                  <a:cubicBezTo>
                    <a:pt x="53" y="551"/>
                    <a:pt x="30" y="563"/>
                    <a:pt x="6" y="577"/>
                  </a:cubicBezTo>
                  <a:cubicBezTo>
                    <a:pt x="9" y="591"/>
                    <a:pt x="12" y="605"/>
                    <a:pt x="16" y="619"/>
                  </a:cubicBezTo>
                  <a:cubicBezTo>
                    <a:pt x="44" y="623"/>
                    <a:pt x="71" y="625"/>
                    <a:pt x="98" y="625"/>
                  </a:cubicBezTo>
                  <a:cubicBezTo>
                    <a:pt x="102" y="635"/>
                    <a:pt x="106" y="645"/>
                    <a:pt x="110" y="654"/>
                  </a:cubicBezTo>
                  <a:cubicBezTo>
                    <a:pt x="114" y="664"/>
                    <a:pt x="119" y="674"/>
                    <a:pt x="124" y="683"/>
                  </a:cubicBezTo>
                  <a:cubicBezTo>
                    <a:pt x="106" y="702"/>
                    <a:pt x="88" y="723"/>
                    <a:pt x="71" y="744"/>
                  </a:cubicBezTo>
                  <a:cubicBezTo>
                    <a:pt x="79" y="756"/>
                    <a:pt x="87" y="768"/>
                    <a:pt x="96" y="779"/>
                  </a:cubicBezTo>
                  <a:cubicBezTo>
                    <a:pt x="123" y="773"/>
                    <a:pt x="149" y="765"/>
                    <a:pt x="174" y="755"/>
                  </a:cubicBezTo>
                  <a:cubicBezTo>
                    <a:pt x="181" y="763"/>
                    <a:pt x="189" y="771"/>
                    <a:pt x="196" y="778"/>
                  </a:cubicBezTo>
                  <a:cubicBezTo>
                    <a:pt x="204" y="786"/>
                    <a:pt x="211" y="793"/>
                    <a:pt x="220" y="800"/>
                  </a:cubicBezTo>
                  <a:cubicBezTo>
                    <a:pt x="209" y="824"/>
                    <a:pt x="200" y="850"/>
                    <a:pt x="192" y="876"/>
                  </a:cubicBezTo>
                  <a:cubicBezTo>
                    <a:pt x="204" y="884"/>
                    <a:pt x="216" y="892"/>
                    <a:pt x="228" y="900"/>
                  </a:cubicBezTo>
                  <a:cubicBezTo>
                    <a:pt x="251" y="884"/>
                    <a:pt x="272" y="867"/>
                    <a:pt x="293" y="849"/>
                  </a:cubicBezTo>
                  <a:cubicBezTo>
                    <a:pt x="302" y="854"/>
                    <a:pt x="311" y="858"/>
                    <a:pt x="321" y="863"/>
                  </a:cubicBezTo>
                  <a:cubicBezTo>
                    <a:pt x="331" y="867"/>
                    <a:pt x="341" y="871"/>
                    <a:pt x="351" y="874"/>
                  </a:cubicBezTo>
                  <a:cubicBezTo>
                    <a:pt x="350" y="901"/>
                    <a:pt x="351" y="928"/>
                    <a:pt x="353" y="955"/>
                  </a:cubicBezTo>
                  <a:cubicBezTo>
                    <a:pt x="366" y="959"/>
                    <a:pt x="380" y="962"/>
                    <a:pt x="394" y="965"/>
                  </a:cubicBezTo>
                  <a:cubicBezTo>
                    <a:pt x="410" y="942"/>
                    <a:pt x="424" y="918"/>
                    <a:pt x="436" y="894"/>
                  </a:cubicBezTo>
                  <a:cubicBezTo>
                    <a:pt x="447" y="895"/>
                    <a:pt x="457" y="896"/>
                    <a:pt x="468" y="896"/>
                  </a:cubicBezTo>
                  <a:cubicBezTo>
                    <a:pt x="479" y="897"/>
                    <a:pt x="489" y="897"/>
                    <a:pt x="500" y="896"/>
                  </a:cubicBezTo>
                  <a:cubicBezTo>
                    <a:pt x="509" y="921"/>
                    <a:pt x="519" y="947"/>
                    <a:pt x="531" y="971"/>
                  </a:cubicBezTo>
                  <a:cubicBezTo>
                    <a:pt x="545" y="969"/>
                    <a:pt x="559" y="967"/>
                    <a:pt x="573" y="965"/>
                  </a:cubicBezTo>
                  <a:cubicBezTo>
                    <a:pt x="580" y="937"/>
                    <a:pt x="584" y="911"/>
                    <a:pt x="587" y="884"/>
                  </a:cubicBezTo>
                  <a:cubicBezTo>
                    <a:pt x="597" y="881"/>
                    <a:pt x="607" y="878"/>
                    <a:pt x="617" y="875"/>
                  </a:cubicBezTo>
                  <a:cubicBezTo>
                    <a:pt x="627" y="871"/>
                    <a:pt x="637" y="867"/>
                    <a:pt x="647" y="863"/>
                  </a:cubicBezTo>
                  <a:cubicBezTo>
                    <a:pt x="664" y="883"/>
                    <a:pt x="683" y="903"/>
                    <a:pt x="703" y="921"/>
                  </a:cubicBezTo>
                  <a:cubicBezTo>
                    <a:pt x="716" y="915"/>
                    <a:pt x="728" y="908"/>
                    <a:pt x="740" y="900"/>
                  </a:cubicBezTo>
                  <a:cubicBezTo>
                    <a:pt x="736" y="873"/>
                    <a:pt x="731" y="846"/>
                    <a:pt x="723" y="820"/>
                  </a:cubicBezTo>
                  <a:cubicBezTo>
                    <a:pt x="732" y="814"/>
                    <a:pt x="740" y="807"/>
                    <a:pt x="748" y="800"/>
                  </a:cubicBezTo>
                  <a:cubicBezTo>
                    <a:pt x="757" y="794"/>
                    <a:pt x="764" y="786"/>
                    <a:pt x="772" y="779"/>
                  </a:cubicBezTo>
                  <a:cubicBezTo>
                    <a:pt x="795" y="792"/>
                    <a:pt x="820" y="803"/>
                    <a:pt x="845" y="813"/>
                  </a:cubicBezTo>
                  <a:cubicBezTo>
                    <a:pt x="855" y="802"/>
                    <a:pt x="864" y="791"/>
                    <a:pt x="872" y="780"/>
                  </a:cubicBezTo>
                  <a:cubicBezTo>
                    <a:pt x="859" y="756"/>
                    <a:pt x="844" y="733"/>
                    <a:pt x="828" y="711"/>
                  </a:cubicBezTo>
                  <a:cubicBezTo>
                    <a:pt x="834" y="702"/>
                    <a:pt x="839" y="693"/>
                    <a:pt x="844" y="684"/>
                  </a:cubicBezTo>
                  <a:cubicBezTo>
                    <a:pt x="849" y="674"/>
                    <a:pt x="854" y="665"/>
                    <a:pt x="858" y="655"/>
                  </a:cubicBezTo>
                  <a:cubicBezTo>
                    <a:pt x="885" y="659"/>
                    <a:pt x="911" y="660"/>
                    <a:pt x="939" y="661"/>
                  </a:cubicBezTo>
                  <a:cubicBezTo>
                    <a:pt x="944" y="647"/>
                    <a:pt x="948" y="634"/>
                    <a:pt x="952" y="620"/>
                  </a:cubicBezTo>
                  <a:cubicBezTo>
                    <a:pt x="931" y="602"/>
                    <a:pt x="908" y="586"/>
                    <a:pt x="886" y="572"/>
                  </a:cubicBezTo>
                  <a:cubicBezTo>
                    <a:pt x="888" y="561"/>
                    <a:pt x="890" y="551"/>
                    <a:pt x="891" y="541"/>
                  </a:cubicBezTo>
                  <a:close/>
                  <a:moveTo>
                    <a:pt x="803" y="529"/>
                  </a:moveTo>
                  <a:cubicBezTo>
                    <a:pt x="798" y="568"/>
                    <a:pt x="785" y="606"/>
                    <a:pt x="766" y="641"/>
                  </a:cubicBezTo>
                  <a:cubicBezTo>
                    <a:pt x="747" y="676"/>
                    <a:pt x="721" y="707"/>
                    <a:pt x="691" y="732"/>
                  </a:cubicBezTo>
                  <a:cubicBezTo>
                    <a:pt x="661" y="758"/>
                    <a:pt x="626" y="778"/>
                    <a:pt x="588" y="790"/>
                  </a:cubicBezTo>
                  <a:cubicBezTo>
                    <a:pt x="551" y="803"/>
                    <a:pt x="511" y="809"/>
                    <a:pt x="472" y="807"/>
                  </a:cubicBezTo>
                  <a:cubicBezTo>
                    <a:pt x="432" y="806"/>
                    <a:pt x="393" y="797"/>
                    <a:pt x="357" y="781"/>
                  </a:cubicBezTo>
                  <a:cubicBezTo>
                    <a:pt x="320" y="765"/>
                    <a:pt x="287" y="743"/>
                    <a:pt x="259" y="715"/>
                  </a:cubicBezTo>
                  <a:cubicBezTo>
                    <a:pt x="230" y="687"/>
                    <a:pt x="207" y="654"/>
                    <a:pt x="191" y="618"/>
                  </a:cubicBezTo>
                  <a:cubicBezTo>
                    <a:pt x="175" y="582"/>
                    <a:pt x="166" y="543"/>
                    <a:pt x="164" y="503"/>
                  </a:cubicBezTo>
                  <a:cubicBezTo>
                    <a:pt x="161" y="464"/>
                    <a:pt x="167" y="424"/>
                    <a:pt x="179" y="386"/>
                  </a:cubicBezTo>
                  <a:cubicBezTo>
                    <a:pt x="191" y="349"/>
                    <a:pt x="211" y="313"/>
                    <a:pt x="236" y="283"/>
                  </a:cubicBezTo>
                  <a:cubicBezTo>
                    <a:pt x="261" y="252"/>
                    <a:pt x="292" y="226"/>
                    <a:pt x="326" y="207"/>
                  </a:cubicBezTo>
                  <a:cubicBezTo>
                    <a:pt x="361" y="187"/>
                    <a:pt x="399" y="174"/>
                    <a:pt x="438" y="168"/>
                  </a:cubicBezTo>
                  <a:cubicBezTo>
                    <a:pt x="477" y="163"/>
                    <a:pt x="517" y="164"/>
                    <a:pt x="556" y="173"/>
                  </a:cubicBezTo>
                  <a:cubicBezTo>
                    <a:pt x="594" y="182"/>
                    <a:pt x="632" y="198"/>
                    <a:pt x="664" y="220"/>
                  </a:cubicBezTo>
                  <a:cubicBezTo>
                    <a:pt x="697" y="242"/>
                    <a:pt x="726" y="271"/>
                    <a:pt x="748" y="303"/>
                  </a:cubicBezTo>
                  <a:cubicBezTo>
                    <a:pt x="771" y="336"/>
                    <a:pt x="787" y="372"/>
                    <a:pt x="797" y="411"/>
                  </a:cubicBezTo>
                  <a:cubicBezTo>
                    <a:pt x="806" y="450"/>
                    <a:pt x="808" y="490"/>
                    <a:pt x="803" y="529"/>
                  </a:cubicBezTo>
                  <a:close/>
                </a:path>
              </a:pathLst>
            </a:custGeom>
            <a:solidFill>
              <a:schemeClr val="accent1"/>
            </a:solidFill>
            <a:ln>
              <a:solidFill>
                <a:schemeClr val="accent1"/>
              </a:solidFill>
            </a:ln>
          </p:spPr>
          <p:txBody>
            <a:bodyPr wrap="square" lIns="91440" tIns="45720" rIns="91440" bIns="45720" anchor="ctr">
              <a:normAutofit/>
            </a:bodyPr>
            <a:lstStyle/>
            <a:p>
              <a:pPr algn="ctr"/>
              <a:endParaRPr dirty="0">
                <a:cs typeface="+mn-ea"/>
                <a:sym typeface="+mn-lt"/>
              </a:endParaRPr>
            </a:p>
          </p:txBody>
        </p:sp>
        <p:sp>
          <p:nvSpPr>
            <p:cNvPr id="8" name="ïṡḷîḓè">
              <a:extLst>
                <a:ext uri="{FF2B5EF4-FFF2-40B4-BE49-F238E27FC236}">
                  <a16:creationId xmlns="" xmlns:a16="http://schemas.microsoft.com/office/drawing/2014/main" id="{B84C6154-E8D9-4FDF-A4A1-04820FDA4FEC}"/>
                </a:ext>
              </a:extLst>
            </p:cNvPr>
            <p:cNvSpPr/>
            <p:nvPr/>
          </p:nvSpPr>
          <p:spPr bwMode="auto">
            <a:xfrm>
              <a:off x="3644672" y="2906963"/>
              <a:ext cx="450966" cy="450966"/>
            </a:xfrm>
            <a:custGeom>
              <a:avLst/>
              <a:gdLst>
                <a:gd name="T0" fmla="*/ 894 w 971"/>
                <a:gd name="T1" fmla="*/ 509 h 971"/>
                <a:gd name="T2" fmla="*/ 969 w 971"/>
                <a:gd name="T3" fmla="*/ 442 h 971"/>
                <a:gd name="T4" fmla="*/ 883 w 971"/>
                <a:gd name="T5" fmla="*/ 390 h 971"/>
                <a:gd name="T6" fmla="*/ 938 w 971"/>
                <a:gd name="T7" fmla="*/ 309 h 971"/>
                <a:gd name="T8" fmla="*/ 838 w 971"/>
                <a:gd name="T9" fmla="*/ 279 h 971"/>
                <a:gd name="T10" fmla="*/ 802 w 971"/>
                <a:gd name="T11" fmla="*/ 227 h 971"/>
                <a:gd name="T12" fmla="*/ 813 w 971"/>
                <a:gd name="T13" fmla="*/ 127 h 971"/>
                <a:gd name="T14" fmla="*/ 714 w 971"/>
                <a:gd name="T15" fmla="*/ 146 h 971"/>
                <a:gd name="T16" fmla="*/ 700 w 971"/>
                <a:gd name="T17" fmla="*/ 50 h 971"/>
                <a:gd name="T18" fmla="*/ 606 w 971"/>
                <a:gd name="T19" fmla="*/ 95 h 971"/>
                <a:gd name="T20" fmla="*/ 545 w 971"/>
                <a:gd name="T21" fmla="*/ 81 h 971"/>
                <a:gd name="T22" fmla="*/ 485 w 971"/>
                <a:gd name="T23" fmla="*/ 0 h 971"/>
                <a:gd name="T24" fmla="*/ 425 w 971"/>
                <a:gd name="T25" fmla="*/ 80 h 971"/>
                <a:gd name="T26" fmla="*/ 350 w 971"/>
                <a:gd name="T27" fmla="*/ 19 h 971"/>
                <a:gd name="T28" fmla="*/ 311 w 971"/>
                <a:gd name="T29" fmla="*/ 115 h 971"/>
                <a:gd name="T30" fmla="*/ 256 w 971"/>
                <a:gd name="T31" fmla="*/ 146 h 971"/>
                <a:gd name="T32" fmla="*/ 157 w 971"/>
                <a:gd name="T33" fmla="*/ 126 h 971"/>
                <a:gd name="T34" fmla="*/ 167 w 971"/>
                <a:gd name="T35" fmla="*/ 226 h 971"/>
                <a:gd name="T36" fmla="*/ 70 w 971"/>
                <a:gd name="T37" fmla="*/ 232 h 971"/>
                <a:gd name="T38" fmla="*/ 106 w 971"/>
                <a:gd name="T39" fmla="*/ 329 h 971"/>
                <a:gd name="T40" fmla="*/ 86 w 971"/>
                <a:gd name="T41" fmla="*/ 389 h 971"/>
                <a:gd name="T42" fmla="*/ 0 w 971"/>
                <a:gd name="T43" fmla="*/ 441 h 971"/>
                <a:gd name="T44" fmla="*/ 75 w 971"/>
                <a:gd name="T45" fmla="*/ 508 h 971"/>
                <a:gd name="T46" fmla="*/ 6 w 971"/>
                <a:gd name="T47" fmla="*/ 577 h 971"/>
                <a:gd name="T48" fmla="*/ 98 w 971"/>
                <a:gd name="T49" fmla="*/ 625 h 971"/>
                <a:gd name="T50" fmla="*/ 124 w 971"/>
                <a:gd name="T51" fmla="*/ 683 h 971"/>
                <a:gd name="T52" fmla="*/ 96 w 971"/>
                <a:gd name="T53" fmla="*/ 779 h 971"/>
                <a:gd name="T54" fmla="*/ 196 w 971"/>
                <a:gd name="T55" fmla="*/ 778 h 971"/>
                <a:gd name="T56" fmla="*/ 192 w 971"/>
                <a:gd name="T57" fmla="*/ 876 h 971"/>
                <a:gd name="T58" fmla="*/ 293 w 971"/>
                <a:gd name="T59" fmla="*/ 849 h 971"/>
                <a:gd name="T60" fmla="*/ 351 w 971"/>
                <a:gd name="T61" fmla="*/ 874 h 971"/>
                <a:gd name="T62" fmla="*/ 394 w 971"/>
                <a:gd name="T63" fmla="*/ 965 h 971"/>
                <a:gd name="T64" fmla="*/ 468 w 971"/>
                <a:gd name="T65" fmla="*/ 896 h 971"/>
                <a:gd name="T66" fmla="*/ 531 w 971"/>
                <a:gd name="T67" fmla="*/ 971 h 971"/>
                <a:gd name="T68" fmla="*/ 587 w 971"/>
                <a:gd name="T69" fmla="*/ 884 h 971"/>
                <a:gd name="T70" fmla="*/ 647 w 971"/>
                <a:gd name="T71" fmla="*/ 863 h 971"/>
                <a:gd name="T72" fmla="*/ 740 w 971"/>
                <a:gd name="T73" fmla="*/ 900 h 971"/>
                <a:gd name="T74" fmla="*/ 748 w 971"/>
                <a:gd name="T75" fmla="*/ 800 h 971"/>
                <a:gd name="T76" fmla="*/ 845 w 971"/>
                <a:gd name="T77" fmla="*/ 813 h 971"/>
                <a:gd name="T78" fmla="*/ 828 w 971"/>
                <a:gd name="T79" fmla="*/ 711 h 971"/>
                <a:gd name="T80" fmla="*/ 858 w 971"/>
                <a:gd name="T81" fmla="*/ 655 h 971"/>
                <a:gd name="T82" fmla="*/ 952 w 971"/>
                <a:gd name="T83" fmla="*/ 620 h 971"/>
                <a:gd name="T84" fmla="*/ 891 w 971"/>
                <a:gd name="T85" fmla="*/ 541 h 971"/>
                <a:gd name="T86" fmla="*/ 766 w 971"/>
                <a:gd name="T87" fmla="*/ 641 h 971"/>
                <a:gd name="T88" fmla="*/ 588 w 971"/>
                <a:gd name="T89" fmla="*/ 790 h 971"/>
                <a:gd name="T90" fmla="*/ 357 w 971"/>
                <a:gd name="T91" fmla="*/ 781 h 971"/>
                <a:gd name="T92" fmla="*/ 191 w 971"/>
                <a:gd name="T93" fmla="*/ 618 h 971"/>
                <a:gd name="T94" fmla="*/ 179 w 971"/>
                <a:gd name="T95" fmla="*/ 386 h 971"/>
                <a:gd name="T96" fmla="*/ 326 w 971"/>
                <a:gd name="T97" fmla="*/ 207 h 971"/>
                <a:gd name="T98" fmla="*/ 556 w 971"/>
                <a:gd name="T99" fmla="*/ 173 h 971"/>
                <a:gd name="T100" fmla="*/ 748 w 971"/>
                <a:gd name="T101" fmla="*/ 303 h 971"/>
                <a:gd name="T102" fmla="*/ 803 w 971"/>
                <a:gd name="T103" fmla="*/ 52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71" h="971">
                  <a:moveTo>
                    <a:pt x="891" y="541"/>
                  </a:moveTo>
                  <a:cubicBezTo>
                    <a:pt x="893" y="530"/>
                    <a:pt x="893" y="520"/>
                    <a:pt x="894" y="509"/>
                  </a:cubicBezTo>
                  <a:cubicBezTo>
                    <a:pt x="920" y="502"/>
                    <a:pt x="946" y="494"/>
                    <a:pt x="971" y="485"/>
                  </a:cubicBezTo>
                  <a:cubicBezTo>
                    <a:pt x="971" y="470"/>
                    <a:pt x="970" y="456"/>
                    <a:pt x="969" y="442"/>
                  </a:cubicBezTo>
                  <a:cubicBezTo>
                    <a:pt x="942" y="433"/>
                    <a:pt x="916" y="426"/>
                    <a:pt x="889" y="421"/>
                  </a:cubicBezTo>
                  <a:cubicBezTo>
                    <a:pt x="888" y="411"/>
                    <a:pt x="885" y="400"/>
                    <a:pt x="883" y="390"/>
                  </a:cubicBezTo>
                  <a:cubicBezTo>
                    <a:pt x="880" y="380"/>
                    <a:pt x="878" y="370"/>
                    <a:pt x="874" y="360"/>
                  </a:cubicBezTo>
                  <a:cubicBezTo>
                    <a:pt x="896" y="344"/>
                    <a:pt x="917" y="327"/>
                    <a:pt x="938" y="309"/>
                  </a:cubicBezTo>
                  <a:cubicBezTo>
                    <a:pt x="932" y="296"/>
                    <a:pt x="927" y="283"/>
                    <a:pt x="920" y="270"/>
                  </a:cubicBezTo>
                  <a:cubicBezTo>
                    <a:pt x="893" y="271"/>
                    <a:pt x="865" y="274"/>
                    <a:pt x="838" y="279"/>
                  </a:cubicBezTo>
                  <a:cubicBezTo>
                    <a:pt x="833" y="270"/>
                    <a:pt x="828" y="261"/>
                    <a:pt x="821" y="252"/>
                  </a:cubicBezTo>
                  <a:cubicBezTo>
                    <a:pt x="816" y="244"/>
                    <a:pt x="809" y="235"/>
                    <a:pt x="802" y="227"/>
                  </a:cubicBezTo>
                  <a:cubicBezTo>
                    <a:pt x="817" y="205"/>
                    <a:pt x="831" y="181"/>
                    <a:pt x="843" y="157"/>
                  </a:cubicBezTo>
                  <a:cubicBezTo>
                    <a:pt x="833" y="147"/>
                    <a:pt x="823" y="137"/>
                    <a:pt x="813" y="127"/>
                  </a:cubicBezTo>
                  <a:cubicBezTo>
                    <a:pt x="787" y="139"/>
                    <a:pt x="763" y="151"/>
                    <a:pt x="740" y="165"/>
                  </a:cubicBezTo>
                  <a:cubicBezTo>
                    <a:pt x="731" y="159"/>
                    <a:pt x="723" y="153"/>
                    <a:pt x="714" y="146"/>
                  </a:cubicBezTo>
                  <a:cubicBezTo>
                    <a:pt x="705" y="141"/>
                    <a:pt x="696" y="135"/>
                    <a:pt x="687" y="130"/>
                  </a:cubicBezTo>
                  <a:cubicBezTo>
                    <a:pt x="693" y="104"/>
                    <a:pt x="697" y="77"/>
                    <a:pt x="700" y="50"/>
                  </a:cubicBezTo>
                  <a:cubicBezTo>
                    <a:pt x="687" y="44"/>
                    <a:pt x="674" y="38"/>
                    <a:pt x="661" y="33"/>
                  </a:cubicBezTo>
                  <a:cubicBezTo>
                    <a:pt x="641" y="52"/>
                    <a:pt x="623" y="73"/>
                    <a:pt x="606" y="95"/>
                  </a:cubicBezTo>
                  <a:cubicBezTo>
                    <a:pt x="596" y="92"/>
                    <a:pt x="586" y="89"/>
                    <a:pt x="576" y="86"/>
                  </a:cubicBezTo>
                  <a:cubicBezTo>
                    <a:pt x="566" y="84"/>
                    <a:pt x="555" y="82"/>
                    <a:pt x="545" y="81"/>
                  </a:cubicBezTo>
                  <a:cubicBezTo>
                    <a:pt x="541" y="54"/>
                    <a:pt x="535" y="28"/>
                    <a:pt x="528" y="2"/>
                  </a:cubicBezTo>
                  <a:cubicBezTo>
                    <a:pt x="513" y="0"/>
                    <a:pt x="499" y="0"/>
                    <a:pt x="485" y="0"/>
                  </a:cubicBezTo>
                  <a:cubicBezTo>
                    <a:pt x="474" y="25"/>
                    <a:pt x="464" y="51"/>
                    <a:pt x="457" y="77"/>
                  </a:cubicBezTo>
                  <a:cubicBezTo>
                    <a:pt x="446" y="78"/>
                    <a:pt x="436" y="79"/>
                    <a:pt x="425" y="80"/>
                  </a:cubicBezTo>
                  <a:cubicBezTo>
                    <a:pt x="415" y="82"/>
                    <a:pt x="404" y="84"/>
                    <a:pt x="394" y="86"/>
                  </a:cubicBezTo>
                  <a:cubicBezTo>
                    <a:pt x="381" y="63"/>
                    <a:pt x="366" y="41"/>
                    <a:pt x="350" y="19"/>
                  </a:cubicBezTo>
                  <a:cubicBezTo>
                    <a:pt x="336" y="23"/>
                    <a:pt x="322" y="27"/>
                    <a:pt x="309" y="32"/>
                  </a:cubicBezTo>
                  <a:cubicBezTo>
                    <a:pt x="308" y="60"/>
                    <a:pt x="309" y="88"/>
                    <a:pt x="311" y="115"/>
                  </a:cubicBezTo>
                  <a:cubicBezTo>
                    <a:pt x="301" y="119"/>
                    <a:pt x="292" y="124"/>
                    <a:pt x="283" y="129"/>
                  </a:cubicBezTo>
                  <a:cubicBezTo>
                    <a:pt x="273" y="134"/>
                    <a:pt x="264" y="140"/>
                    <a:pt x="256" y="146"/>
                  </a:cubicBezTo>
                  <a:cubicBezTo>
                    <a:pt x="235" y="129"/>
                    <a:pt x="213" y="113"/>
                    <a:pt x="190" y="99"/>
                  </a:cubicBezTo>
                  <a:cubicBezTo>
                    <a:pt x="178" y="108"/>
                    <a:pt x="167" y="117"/>
                    <a:pt x="157" y="126"/>
                  </a:cubicBezTo>
                  <a:cubicBezTo>
                    <a:pt x="166" y="153"/>
                    <a:pt x="176" y="178"/>
                    <a:pt x="188" y="203"/>
                  </a:cubicBezTo>
                  <a:cubicBezTo>
                    <a:pt x="181" y="210"/>
                    <a:pt x="174" y="218"/>
                    <a:pt x="167" y="226"/>
                  </a:cubicBezTo>
                  <a:cubicBezTo>
                    <a:pt x="161" y="235"/>
                    <a:pt x="154" y="243"/>
                    <a:pt x="148" y="252"/>
                  </a:cubicBezTo>
                  <a:cubicBezTo>
                    <a:pt x="122" y="243"/>
                    <a:pt x="97" y="237"/>
                    <a:pt x="70" y="232"/>
                  </a:cubicBezTo>
                  <a:cubicBezTo>
                    <a:pt x="62" y="244"/>
                    <a:pt x="55" y="256"/>
                    <a:pt x="49" y="269"/>
                  </a:cubicBezTo>
                  <a:cubicBezTo>
                    <a:pt x="67" y="290"/>
                    <a:pt x="86" y="310"/>
                    <a:pt x="106" y="329"/>
                  </a:cubicBezTo>
                  <a:cubicBezTo>
                    <a:pt x="102" y="339"/>
                    <a:pt x="98" y="348"/>
                    <a:pt x="95" y="358"/>
                  </a:cubicBezTo>
                  <a:cubicBezTo>
                    <a:pt x="91" y="369"/>
                    <a:pt x="88" y="379"/>
                    <a:pt x="86" y="389"/>
                  </a:cubicBezTo>
                  <a:cubicBezTo>
                    <a:pt x="59" y="391"/>
                    <a:pt x="32" y="394"/>
                    <a:pt x="6" y="399"/>
                  </a:cubicBezTo>
                  <a:cubicBezTo>
                    <a:pt x="3" y="413"/>
                    <a:pt x="1" y="427"/>
                    <a:pt x="0" y="441"/>
                  </a:cubicBezTo>
                  <a:cubicBezTo>
                    <a:pt x="24" y="454"/>
                    <a:pt x="49" y="466"/>
                    <a:pt x="74" y="476"/>
                  </a:cubicBezTo>
                  <a:cubicBezTo>
                    <a:pt x="74" y="487"/>
                    <a:pt x="74" y="497"/>
                    <a:pt x="75" y="508"/>
                  </a:cubicBezTo>
                  <a:cubicBezTo>
                    <a:pt x="75" y="518"/>
                    <a:pt x="76" y="529"/>
                    <a:pt x="78" y="539"/>
                  </a:cubicBezTo>
                  <a:cubicBezTo>
                    <a:pt x="53" y="551"/>
                    <a:pt x="30" y="563"/>
                    <a:pt x="6" y="577"/>
                  </a:cubicBezTo>
                  <a:cubicBezTo>
                    <a:pt x="9" y="591"/>
                    <a:pt x="12" y="605"/>
                    <a:pt x="16" y="619"/>
                  </a:cubicBezTo>
                  <a:cubicBezTo>
                    <a:pt x="44" y="623"/>
                    <a:pt x="71" y="625"/>
                    <a:pt x="98" y="625"/>
                  </a:cubicBezTo>
                  <a:cubicBezTo>
                    <a:pt x="102" y="635"/>
                    <a:pt x="106" y="645"/>
                    <a:pt x="110" y="654"/>
                  </a:cubicBezTo>
                  <a:cubicBezTo>
                    <a:pt x="114" y="664"/>
                    <a:pt x="119" y="674"/>
                    <a:pt x="124" y="683"/>
                  </a:cubicBezTo>
                  <a:cubicBezTo>
                    <a:pt x="106" y="702"/>
                    <a:pt x="88" y="723"/>
                    <a:pt x="71" y="744"/>
                  </a:cubicBezTo>
                  <a:cubicBezTo>
                    <a:pt x="79" y="756"/>
                    <a:pt x="87" y="768"/>
                    <a:pt x="96" y="779"/>
                  </a:cubicBezTo>
                  <a:cubicBezTo>
                    <a:pt x="123" y="773"/>
                    <a:pt x="149" y="765"/>
                    <a:pt x="174" y="755"/>
                  </a:cubicBezTo>
                  <a:cubicBezTo>
                    <a:pt x="181" y="763"/>
                    <a:pt x="189" y="771"/>
                    <a:pt x="196" y="778"/>
                  </a:cubicBezTo>
                  <a:cubicBezTo>
                    <a:pt x="204" y="786"/>
                    <a:pt x="211" y="793"/>
                    <a:pt x="220" y="800"/>
                  </a:cubicBezTo>
                  <a:cubicBezTo>
                    <a:pt x="209" y="824"/>
                    <a:pt x="200" y="850"/>
                    <a:pt x="192" y="876"/>
                  </a:cubicBezTo>
                  <a:cubicBezTo>
                    <a:pt x="204" y="884"/>
                    <a:pt x="216" y="892"/>
                    <a:pt x="228" y="900"/>
                  </a:cubicBezTo>
                  <a:cubicBezTo>
                    <a:pt x="251" y="884"/>
                    <a:pt x="272" y="867"/>
                    <a:pt x="293" y="849"/>
                  </a:cubicBezTo>
                  <a:cubicBezTo>
                    <a:pt x="302" y="854"/>
                    <a:pt x="311" y="858"/>
                    <a:pt x="321" y="863"/>
                  </a:cubicBezTo>
                  <a:cubicBezTo>
                    <a:pt x="331" y="867"/>
                    <a:pt x="341" y="871"/>
                    <a:pt x="351" y="874"/>
                  </a:cubicBezTo>
                  <a:cubicBezTo>
                    <a:pt x="350" y="901"/>
                    <a:pt x="351" y="928"/>
                    <a:pt x="353" y="955"/>
                  </a:cubicBezTo>
                  <a:cubicBezTo>
                    <a:pt x="366" y="959"/>
                    <a:pt x="380" y="962"/>
                    <a:pt x="394" y="965"/>
                  </a:cubicBezTo>
                  <a:cubicBezTo>
                    <a:pt x="410" y="942"/>
                    <a:pt x="424" y="918"/>
                    <a:pt x="436" y="894"/>
                  </a:cubicBezTo>
                  <a:cubicBezTo>
                    <a:pt x="447" y="895"/>
                    <a:pt x="457" y="896"/>
                    <a:pt x="468" y="896"/>
                  </a:cubicBezTo>
                  <a:cubicBezTo>
                    <a:pt x="479" y="897"/>
                    <a:pt x="489" y="897"/>
                    <a:pt x="500" y="896"/>
                  </a:cubicBezTo>
                  <a:cubicBezTo>
                    <a:pt x="509" y="921"/>
                    <a:pt x="519" y="947"/>
                    <a:pt x="531" y="971"/>
                  </a:cubicBezTo>
                  <a:cubicBezTo>
                    <a:pt x="545" y="969"/>
                    <a:pt x="559" y="967"/>
                    <a:pt x="573" y="965"/>
                  </a:cubicBezTo>
                  <a:cubicBezTo>
                    <a:pt x="580" y="937"/>
                    <a:pt x="584" y="911"/>
                    <a:pt x="587" y="884"/>
                  </a:cubicBezTo>
                  <a:cubicBezTo>
                    <a:pt x="597" y="881"/>
                    <a:pt x="607" y="878"/>
                    <a:pt x="617" y="875"/>
                  </a:cubicBezTo>
                  <a:cubicBezTo>
                    <a:pt x="627" y="871"/>
                    <a:pt x="637" y="867"/>
                    <a:pt x="647" y="863"/>
                  </a:cubicBezTo>
                  <a:cubicBezTo>
                    <a:pt x="664" y="883"/>
                    <a:pt x="683" y="903"/>
                    <a:pt x="703" y="921"/>
                  </a:cubicBezTo>
                  <a:cubicBezTo>
                    <a:pt x="716" y="915"/>
                    <a:pt x="728" y="908"/>
                    <a:pt x="740" y="900"/>
                  </a:cubicBezTo>
                  <a:cubicBezTo>
                    <a:pt x="736" y="873"/>
                    <a:pt x="731" y="846"/>
                    <a:pt x="723" y="820"/>
                  </a:cubicBezTo>
                  <a:cubicBezTo>
                    <a:pt x="732" y="814"/>
                    <a:pt x="740" y="807"/>
                    <a:pt x="748" y="800"/>
                  </a:cubicBezTo>
                  <a:cubicBezTo>
                    <a:pt x="757" y="794"/>
                    <a:pt x="764" y="786"/>
                    <a:pt x="772" y="779"/>
                  </a:cubicBezTo>
                  <a:cubicBezTo>
                    <a:pt x="795" y="792"/>
                    <a:pt x="820" y="803"/>
                    <a:pt x="845" y="813"/>
                  </a:cubicBezTo>
                  <a:cubicBezTo>
                    <a:pt x="855" y="802"/>
                    <a:pt x="864" y="791"/>
                    <a:pt x="872" y="780"/>
                  </a:cubicBezTo>
                  <a:cubicBezTo>
                    <a:pt x="859" y="756"/>
                    <a:pt x="844" y="733"/>
                    <a:pt x="828" y="711"/>
                  </a:cubicBezTo>
                  <a:cubicBezTo>
                    <a:pt x="834" y="702"/>
                    <a:pt x="839" y="693"/>
                    <a:pt x="844" y="684"/>
                  </a:cubicBezTo>
                  <a:cubicBezTo>
                    <a:pt x="849" y="674"/>
                    <a:pt x="854" y="665"/>
                    <a:pt x="858" y="655"/>
                  </a:cubicBezTo>
                  <a:cubicBezTo>
                    <a:pt x="885" y="659"/>
                    <a:pt x="911" y="660"/>
                    <a:pt x="939" y="661"/>
                  </a:cubicBezTo>
                  <a:cubicBezTo>
                    <a:pt x="944" y="647"/>
                    <a:pt x="948" y="634"/>
                    <a:pt x="952" y="620"/>
                  </a:cubicBezTo>
                  <a:cubicBezTo>
                    <a:pt x="931" y="602"/>
                    <a:pt x="908" y="586"/>
                    <a:pt x="886" y="572"/>
                  </a:cubicBezTo>
                  <a:cubicBezTo>
                    <a:pt x="888" y="561"/>
                    <a:pt x="890" y="551"/>
                    <a:pt x="891" y="541"/>
                  </a:cubicBezTo>
                  <a:close/>
                  <a:moveTo>
                    <a:pt x="803" y="529"/>
                  </a:moveTo>
                  <a:cubicBezTo>
                    <a:pt x="798" y="568"/>
                    <a:pt x="785" y="606"/>
                    <a:pt x="766" y="641"/>
                  </a:cubicBezTo>
                  <a:cubicBezTo>
                    <a:pt x="747" y="676"/>
                    <a:pt x="721" y="707"/>
                    <a:pt x="691" y="732"/>
                  </a:cubicBezTo>
                  <a:cubicBezTo>
                    <a:pt x="661" y="758"/>
                    <a:pt x="626" y="778"/>
                    <a:pt x="588" y="790"/>
                  </a:cubicBezTo>
                  <a:cubicBezTo>
                    <a:pt x="551" y="803"/>
                    <a:pt x="511" y="809"/>
                    <a:pt x="472" y="807"/>
                  </a:cubicBezTo>
                  <a:cubicBezTo>
                    <a:pt x="432" y="806"/>
                    <a:pt x="393" y="797"/>
                    <a:pt x="357" y="781"/>
                  </a:cubicBezTo>
                  <a:cubicBezTo>
                    <a:pt x="320" y="765"/>
                    <a:pt x="287" y="743"/>
                    <a:pt x="259" y="715"/>
                  </a:cubicBezTo>
                  <a:cubicBezTo>
                    <a:pt x="230" y="687"/>
                    <a:pt x="207" y="654"/>
                    <a:pt x="191" y="618"/>
                  </a:cubicBezTo>
                  <a:cubicBezTo>
                    <a:pt x="175" y="582"/>
                    <a:pt x="166" y="543"/>
                    <a:pt x="164" y="503"/>
                  </a:cubicBezTo>
                  <a:cubicBezTo>
                    <a:pt x="161" y="464"/>
                    <a:pt x="167" y="424"/>
                    <a:pt x="179" y="386"/>
                  </a:cubicBezTo>
                  <a:cubicBezTo>
                    <a:pt x="191" y="349"/>
                    <a:pt x="211" y="313"/>
                    <a:pt x="236" y="283"/>
                  </a:cubicBezTo>
                  <a:cubicBezTo>
                    <a:pt x="261" y="252"/>
                    <a:pt x="292" y="226"/>
                    <a:pt x="326" y="207"/>
                  </a:cubicBezTo>
                  <a:cubicBezTo>
                    <a:pt x="361" y="187"/>
                    <a:pt x="399" y="174"/>
                    <a:pt x="438" y="168"/>
                  </a:cubicBezTo>
                  <a:cubicBezTo>
                    <a:pt x="477" y="163"/>
                    <a:pt x="517" y="164"/>
                    <a:pt x="556" y="173"/>
                  </a:cubicBezTo>
                  <a:cubicBezTo>
                    <a:pt x="594" y="182"/>
                    <a:pt x="632" y="198"/>
                    <a:pt x="664" y="220"/>
                  </a:cubicBezTo>
                  <a:cubicBezTo>
                    <a:pt x="697" y="242"/>
                    <a:pt x="726" y="271"/>
                    <a:pt x="748" y="303"/>
                  </a:cubicBezTo>
                  <a:cubicBezTo>
                    <a:pt x="771" y="336"/>
                    <a:pt x="787" y="372"/>
                    <a:pt x="797" y="411"/>
                  </a:cubicBezTo>
                  <a:cubicBezTo>
                    <a:pt x="806" y="450"/>
                    <a:pt x="808" y="490"/>
                    <a:pt x="803" y="529"/>
                  </a:cubicBezTo>
                  <a:close/>
                </a:path>
              </a:pathLst>
            </a:custGeom>
            <a:solidFill>
              <a:schemeClr val="accent2"/>
            </a:solidFill>
            <a:ln>
              <a:noFill/>
            </a:ln>
          </p:spPr>
          <p:txBody>
            <a:bodyPr wrap="square" lIns="91440" tIns="45720" rIns="91440" bIns="45720" anchor="ctr">
              <a:normAutofit/>
            </a:bodyPr>
            <a:lstStyle/>
            <a:p>
              <a:pPr algn="ctr"/>
              <a:endParaRPr>
                <a:cs typeface="+mn-ea"/>
                <a:sym typeface="+mn-lt"/>
              </a:endParaRPr>
            </a:p>
          </p:txBody>
        </p:sp>
        <p:sp>
          <p:nvSpPr>
            <p:cNvPr id="9" name="îṧľïdè">
              <a:extLst>
                <a:ext uri="{FF2B5EF4-FFF2-40B4-BE49-F238E27FC236}">
                  <a16:creationId xmlns="" xmlns:a16="http://schemas.microsoft.com/office/drawing/2014/main" id="{B4A90103-9A7F-478F-8E1B-DF62F2A17552}"/>
                </a:ext>
              </a:extLst>
            </p:cNvPr>
            <p:cNvSpPr/>
            <p:nvPr/>
          </p:nvSpPr>
          <p:spPr bwMode="auto">
            <a:xfrm>
              <a:off x="2096414" y="2430461"/>
              <a:ext cx="225483" cy="225483"/>
            </a:xfrm>
            <a:custGeom>
              <a:avLst/>
              <a:gdLst>
                <a:gd name="T0" fmla="*/ 894 w 971"/>
                <a:gd name="T1" fmla="*/ 509 h 971"/>
                <a:gd name="T2" fmla="*/ 969 w 971"/>
                <a:gd name="T3" fmla="*/ 442 h 971"/>
                <a:gd name="T4" fmla="*/ 883 w 971"/>
                <a:gd name="T5" fmla="*/ 390 h 971"/>
                <a:gd name="T6" fmla="*/ 938 w 971"/>
                <a:gd name="T7" fmla="*/ 309 h 971"/>
                <a:gd name="T8" fmla="*/ 838 w 971"/>
                <a:gd name="T9" fmla="*/ 279 h 971"/>
                <a:gd name="T10" fmla="*/ 802 w 971"/>
                <a:gd name="T11" fmla="*/ 227 h 971"/>
                <a:gd name="T12" fmla="*/ 813 w 971"/>
                <a:gd name="T13" fmla="*/ 127 h 971"/>
                <a:gd name="T14" fmla="*/ 714 w 971"/>
                <a:gd name="T15" fmla="*/ 146 h 971"/>
                <a:gd name="T16" fmla="*/ 700 w 971"/>
                <a:gd name="T17" fmla="*/ 50 h 971"/>
                <a:gd name="T18" fmla="*/ 606 w 971"/>
                <a:gd name="T19" fmla="*/ 95 h 971"/>
                <a:gd name="T20" fmla="*/ 545 w 971"/>
                <a:gd name="T21" fmla="*/ 81 h 971"/>
                <a:gd name="T22" fmla="*/ 485 w 971"/>
                <a:gd name="T23" fmla="*/ 0 h 971"/>
                <a:gd name="T24" fmla="*/ 425 w 971"/>
                <a:gd name="T25" fmla="*/ 80 h 971"/>
                <a:gd name="T26" fmla="*/ 350 w 971"/>
                <a:gd name="T27" fmla="*/ 19 h 971"/>
                <a:gd name="T28" fmla="*/ 311 w 971"/>
                <a:gd name="T29" fmla="*/ 115 h 971"/>
                <a:gd name="T30" fmla="*/ 256 w 971"/>
                <a:gd name="T31" fmla="*/ 146 h 971"/>
                <a:gd name="T32" fmla="*/ 157 w 971"/>
                <a:gd name="T33" fmla="*/ 126 h 971"/>
                <a:gd name="T34" fmla="*/ 167 w 971"/>
                <a:gd name="T35" fmla="*/ 226 h 971"/>
                <a:gd name="T36" fmla="*/ 70 w 971"/>
                <a:gd name="T37" fmla="*/ 232 h 971"/>
                <a:gd name="T38" fmla="*/ 106 w 971"/>
                <a:gd name="T39" fmla="*/ 329 h 971"/>
                <a:gd name="T40" fmla="*/ 86 w 971"/>
                <a:gd name="T41" fmla="*/ 389 h 971"/>
                <a:gd name="T42" fmla="*/ 0 w 971"/>
                <a:gd name="T43" fmla="*/ 441 h 971"/>
                <a:gd name="T44" fmla="*/ 75 w 971"/>
                <a:gd name="T45" fmla="*/ 508 h 971"/>
                <a:gd name="T46" fmla="*/ 6 w 971"/>
                <a:gd name="T47" fmla="*/ 577 h 971"/>
                <a:gd name="T48" fmla="*/ 98 w 971"/>
                <a:gd name="T49" fmla="*/ 625 h 971"/>
                <a:gd name="T50" fmla="*/ 124 w 971"/>
                <a:gd name="T51" fmla="*/ 683 h 971"/>
                <a:gd name="T52" fmla="*/ 96 w 971"/>
                <a:gd name="T53" fmla="*/ 779 h 971"/>
                <a:gd name="T54" fmla="*/ 196 w 971"/>
                <a:gd name="T55" fmla="*/ 778 h 971"/>
                <a:gd name="T56" fmla="*/ 192 w 971"/>
                <a:gd name="T57" fmla="*/ 876 h 971"/>
                <a:gd name="T58" fmla="*/ 293 w 971"/>
                <a:gd name="T59" fmla="*/ 849 h 971"/>
                <a:gd name="T60" fmla="*/ 351 w 971"/>
                <a:gd name="T61" fmla="*/ 874 h 971"/>
                <a:gd name="T62" fmla="*/ 394 w 971"/>
                <a:gd name="T63" fmla="*/ 965 h 971"/>
                <a:gd name="T64" fmla="*/ 468 w 971"/>
                <a:gd name="T65" fmla="*/ 896 h 971"/>
                <a:gd name="T66" fmla="*/ 531 w 971"/>
                <a:gd name="T67" fmla="*/ 971 h 971"/>
                <a:gd name="T68" fmla="*/ 587 w 971"/>
                <a:gd name="T69" fmla="*/ 884 h 971"/>
                <a:gd name="T70" fmla="*/ 647 w 971"/>
                <a:gd name="T71" fmla="*/ 863 h 971"/>
                <a:gd name="T72" fmla="*/ 740 w 971"/>
                <a:gd name="T73" fmla="*/ 900 h 971"/>
                <a:gd name="T74" fmla="*/ 748 w 971"/>
                <a:gd name="T75" fmla="*/ 800 h 971"/>
                <a:gd name="T76" fmla="*/ 845 w 971"/>
                <a:gd name="T77" fmla="*/ 813 h 971"/>
                <a:gd name="T78" fmla="*/ 828 w 971"/>
                <a:gd name="T79" fmla="*/ 711 h 971"/>
                <a:gd name="T80" fmla="*/ 858 w 971"/>
                <a:gd name="T81" fmla="*/ 655 h 971"/>
                <a:gd name="T82" fmla="*/ 952 w 971"/>
                <a:gd name="T83" fmla="*/ 620 h 971"/>
                <a:gd name="T84" fmla="*/ 891 w 971"/>
                <a:gd name="T85" fmla="*/ 541 h 971"/>
                <a:gd name="T86" fmla="*/ 766 w 971"/>
                <a:gd name="T87" fmla="*/ 641 h 971"/>
                <a:gd name="T88" fmla="*/ 588 w 971"/>
                <a:gd name="T89" fmla="*/ 790 h 971"/>
                <a:gd name="T90" fmla="*/ 357 w 971"/>
                <a:gd name="T91" fmla="*/ 781 h 971"/>
                <a:gd name="T92" fmla="*/ 191 w 971"/>
                <a:gd name="T93" fmla="*/ 618 h 971"/>
                <a:gd name="T94" fmla="*/ 179 w 971"/>
                <a:gd name="T95" fmla="*/ 386 h 971"/>
                <a:gd name="T96" fmla="*/ 326 w 971"/>
                <a:gd name="T97" fmla="*/ 207 h 971"/>
                <a:gd name="T98" fmla="*/ 556 w 971"/>
                <a:gd name="T99" fmla="*/ 173 h 971"/>
                <a:gd name="T100" fmla="*/ 748 w 971"/>
                <a:gd name="T101" fmla="*/ 303 h 971"/>
                <a:gd name="T102" fmla="*/ 803 w 971"/>
                <a:gd name="T103" fmla="*/ 52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71" h="971">
                  <a:moveTo>
                    <a:pt x="891" y="541"/>
                  </a:moveTo>
                  <a:cubicBezTo>
                    <a:pt x="893" y="530"/>
                    <a:pt x="893" y="520"/>
                    <a:pt x="894" y="509"/>
                  </a:cubicBezTo>
                  <a:cubicBezTo>
                    <a:pt x="920" y="502"/>
                    <a:pt x="946" y="494"/>
                    <a:pt x="971" y="485"/>
                  </a:cubicBezTo>
                  <a:cubicBezTo>
                    <a:pt x="971" y="470"/>
                    <a:pt x="970" y="456"/>
                    <a:pt x="969" y="442"/>
                  </a:cubicBezTo>
                  <a:cubicBezTo>
                    <a:pt x="942" y="433"/>
                    <a:pt x="916" y="426"/>
                    <a:pt x="889" y="421"/>
                  </a:cubicBezTo>
                  <a:cubicBezTo>
                    <a:pt x="888" y="411"/>
                    <a:pt x="885" y="400"/>
                    <a:pt x="883" y="390"/>
                  </a:cubicBezTo>
                  <a:cubicBezTo>
                    <a:pt x="880" y="380"/>
                    <a:pt x="878" y="370"/>
                    <a:pt x="874" y="360"/>
                  </a:cubicBezTo>
                  <a:cubicBezTo>
                    <a:pt x="896" y="344"/>
                    <a:pt x="917" y="327"/>
                    <a:pt x="938" y="309"/>
                  </a:cubicBezTo>
                  <a:cubicBezTo>
                    <a:pt x="932" y="296"/>
                    <a:pt x="927" y="283"/>
                    <a:pt x="920" y="270"/>
                  </a:cubicBezTo>
                  <a:cubicBezTo>
                    <a:pt x="893" y="271"/>
                    <a:pt x="865" y="274"/>
                    <a:pt x="838" y="279"/>
                  </a:cubicBezTo>
                  <a:cubicBezTo>
                    <a:pt x="833" y="270"/>
                    <a:pt x="828" y="261"/>
                    <a:pt x="821" y="252"/>
                  </a:cubicBezTo>
                  <a:cubicBezTo>
                    <a:pt x="816" y="244"/>
                    <a:pt x="809" y="235"/>
                    <a:pt x="802" y="227"/>
                  </a:cubicBezTo>
                  <a:cubicBezTo>
                    <a:pt x="817" y="205"/>
                    <a:pt x="831" y="181"/>
                    <a:pt x="843" y="157"/>
                  </a:cubicBezTo>
                  <a:cubicBezTo>
                    <a:pt x="833" y="147"/>
                    <a:pt x="823" y="137"/>
                    <a:pt x="813" y="127"/>
                  </a:cubicBezTo>
                  <a:cubicBezTo>
                    <a:pt x="787" y="139"/>
                    <a:pt x="763" y="151"/>
                    <a:pt x="740" y="165"/>
                  </a:cubicBezTo>
                  <a:cubicBezTo>
                    <a:pt x="731" y="159"/>
                    <a:pt x="723" y="153"/>
                    <a:pt x="714" y="146"/>
                  </a:cubicBezTo>
                  <a:cubicBezTo>
                    <a:pt x="705" y="141"/>
                    <a:pt x="696" y="135"/>
                    <a:pt x="687" y="130"/>
                  </a:cubicBezTo>
                  <a:cubicBezTo>
                    <a:pt x="693" y="104"/>
                    <a:pt x="697" y="77"/>
                    <a:pt x="700" y="50"/>
                  </a:cubicBezTo>
                  <a:cubicBezTo>
                    <a:pt x="687" y="44"/>
                    <a:pt x="674" y="38"/>
                    <a:pt x="661" y="33"/>
                  </a:cubicBezTo>
                  <a:cubicBezTo>
                    <a:pt x="641" y="52"/>
                    <a:pt x="623" y="73"/>
                    <a:pt x="606" y="95"/>
                  </a:cubicBezTo>
                  <a:cubicBezTo>
                    <a:pt x="596" y="92"/>
                    <a:pt x="586" y="89"/>
                    <a:pt x="576" y="86"/>
                  </a:cubicBezTo>
                  <a:cubicBezTo>
                    <a:pt x="566" y="84"/>
                    <a:pt x="555" y="82"/>
                    <a:pt x="545" y="81"/>
                  </a:cubicBezTo>
                  <a:cubicBezTo>
                    <a:pt x="541" y="54"/>
                    <a:pt x="535" y="28"/>
                    <a:pt x="528" y="2"/>
                  </a:cubicBezTo>
                  <a:cubicBezTo>
                    <a:pt x="513" y="0"/>
                    <a:pt x="499" y="0"/>
                    <a:pt x="485" y="0"/>
                  </a:cubicBezTo>
                  <a:cubicBezTo>
                    <a:pt x="474" y="25"/>
                    <a:pt x="464" y="51"/>
                    <a:pt x="457" y="77"/>
                  </a:cubicBezTo>
                  <a:cubicBezTo>
                    <a:pt x="446" y="78"/>
                    <a:pt x="436" y="79"/>
                    <a:pt x="425" y="80"/>
                  </a:cubicBezTo>
                  <a:cubicBezTo>
                    <a:pt x="415" y="82"/>
                    <a:pt x="404" y="84"/>
                    <a:pt x="394" y="86"/>
                  </a:cubicBezTo>
                  <a:cubicBezTo>
                    <a:pt x="381" y="63"/>
                    <a:pt x="366" y="41"/>
                    <a:pt x="350" y="19"/>
                  </a:cubicBezTo>
                  <a:cubicBezTo>
                    <a:pt x="336" y="23"/>
                    <a:pt x="322" y="27"/>
                    <a:pt x="309" y="32"/>
                  </a:cubicBezTo>
                  <a:cubicBezTo>
                    <a:pt x="308" y="60"/>
                    <a:pt x="309" y="88"/>
                    <a:pt x="311" y="115"/>
                  </a:cubicBezTo>
                  <a:cubicBezTo>
                    <a:pt x="301" y="119"/>
                    <a:pt x="292" y="124"/>
                    <a:pt x="283" y="129"/>
                  </a:cubicBezTo>
                  <a:cubicBezTo>
                    <a:pt x="273" y="134"/>
                    <a:pt x="264" y="140"/>
                    <a:pt x="256" y="146"/>
                  </a:cubicBezTo>
                  <a:cubicBezTo>
                    <a:pt x="235" y="129"/>
                    <a:pt x="213" y="113"/>
                    <a:pt x="190" y="99"/>
                  </a:cubicBezTo>
                  <a:cubicBezTo>
                    <a:pt x="178" y="108"/>
                    <a:pt x="167" y="117"/>
                    <a:pt x="157" y="126"/>
                  </a:cubicBezTo>
                  <a:cubicBezTo>
                    <a:pt x="166" y="153"/>
                    <a:pt x="176" y="178"/>
                    <a:pt x="188" y="203"/>
                  </a:cubicBezTo>
                  <a:cubicBezTo>
                    <a:pt x="181" y="210"/>
                    <a:pt x="174" y="218"/>
                    <a:pt x="167" y="226"/>
                  </a:cubicBezTo>
                  <a:cubicBezTo>
                    <a:pt x="161" y="235"/>
                    <a:pt x="154" y="243"/>
                    <a:pt x="148" y="252"/>
                  </a:cubicBezTo>
                  <a:cubicBezTo>
                    <a:pt x="122" y="243"/>
                    <a:pt x="97" y="237"/>
                    <a:pt x="70" y="232"/>
                  </a:cubicBezTo>
                  <a:cubicBezTo>
                    <a:pt x="62" y="244"/>
                    <a:pt x="55" y="256"/>
                    <a:pt x="49" y="269"/>
                  </a:cubicBezTo>
                  <a:cubicBezTo>
                    <a:pt x="67" y="290"/>
                    <a:pt x="86" y="310"/>
                    <a:pt x="106" y="329"/>
                  </a:cubicBezTo>
                  <a:cubicBezTo>
                    <a:pt x="102" y="339"/>
                    <a:pt x="98" y="348"/>
                    <a:pt x="95" y="358"/>
                  </a:cubicBezTo>
                  <a:cubicBezTo>
                    <a:pt x="91" y="369"/>
                    <a:pt x="88" y="379"/>
                    <a:pt x="86" y="389"/>
                  </a:cubicBezTo>
                  <a:cubicBezTo>
                    <a:pt x="59" y="391"/>
                    <a:pt x="32" y="394"/>
                    <a:pt x="6" y="399"/>
                  </a:cubicBezTo>
                  <a:cubicBezTo>
                    <a:pt x="3" y="413"/>
                    <a:pt x="1" y="427"/>
                    <a:pt x="0" y="441"/>
                  </a:cubicBezTo>
                  <a:cubicBezTo>
                    <a:pt x="24" y="454"/>
                    <a:pt x="49" y="466"/>
                    <a:pt x="74" y="476"/>
                  </a:cubicBezTo>
                  <a:cubicBezTo>
                    <a:pt x="74" y="487"/>
                    <a:pt x="74" y="497"/>
                    <a:pt x="75" y="508"/>
                  </a:cubicBezTo>
                  <a:cubicBezTo>
                    <a:pt x="75" y="518"/>
                    <a:pt x="76" y="529"/>
                    <a:pt x="78" y="539"/>
                  </a:cubicBezTo>
                  <a:cubicBezTo>
                    <a:pt x="53" y="551"/>
                    <a:pt x="30" y="563"/>
                    <a:pt x="6" y="577"/>
                  </a:cubicBezTo>
                  <a:cubicBezTo>
                    <a:pt x="9" y="591"/>
                    <a:pt x="12" y="605"/>
                    <a:pt x="16" y="619"/>
                  </a:cubicBezTo>
                  <a:cubicBezTo>
                    <a:pt x="44" y="623"/>
                    <a:pt x="71" y="625"/>
                    <a:pt x="98" y="625"/>
                  </a:cubicBezTo>
                  <a:cubicBezTo>
                    <a:pt x="102" y="635"/>
                    <a:pt x="106" y="645"/>
                    <a:pt x="110" y="654"/>
                  </a:cubicBezTo>
                  <a:cubicBezTo>
                    <a:pt x="114" y="664"/>
                    <a:pt x="119" y="674"/>
                    <a:pt x="124" y="683"/>
                  </a:cubicBezTo>
                  <a:cubicBezTo>
                    <a:pt x="106" y="702"/>
                    <a:pt x="88" y="723"/>
                    <a:pt x="71" y="744"/>
                  </a:cubicBezTo>
                  <a:cubicBezTo>
                    <a:pt x="79" y="756"/>
                    <a:pt x="87" y="768"/>
                    <a:pt x="96" y="779"/>
                  </a:cubicBezTo>
                  <a:cubicBezTo>
                    <a:pt x="123" y="773"/>
                    <a:pt x="149" y="765"/>
                    <a:pt x="174" y="755"/>
                  </a:cubicBezTo>
                  <a:cubicBezTo>
                    <a:pt x="181" y="763"/>
                    <a:pt x="189" y="771"/>
                    <a:pt x="196" y="778"/>
                  </a:cubicBezTo>
                  <a:cubicBezTo>
                    <a:pt x="204" y="786"/>
                    <a:pt x="211" y="793"/>
                    <a:pt x="220" y="800"/>
                  </a:cubicBezTo>
                  <a:cubicBezTo>
                    <a:pt x="209" y="824"/>
                    <a:pt x="200" y="850"/>
                    <a:pt x="192" y="876"/>
                  </a:cubicBezTo>
                  <a:cubicBezTo>
                    <a:pt x="204" y="884"/>
                    <a:pt x="216" y="892"/>
                    <a:pt x="228" y="900"/>
                  </a:cubicBezTo>
                  <a:cubicBezTo>
                    <a:pt x="251" y="884"/>
                    <a:pt x="272" y="867"/>
                    <a:pt x="293" y="849"/>
                  </a:cubicBezTo>
                  <a:cubicBezTo>
                    <a:pt x="302" y="854"/>
                    <a:pt x="311" y="858"/>
                    <a:pt x="321" y="863"/>
                  </a:cubicBezTo>
                  <a:cubicBezTo>
                    <a:pt x="331" y="867"/>
                    <a:pt x="341" y="871"/>
                    <a:pt x="351" y="874"/>
                  </a:cubicBezTo>
                  <a:cubicBezTo>
                    <a:pt x="350" y="901"/>
                    <a:pt x="351" y="928"/>
                    <a:pt x="353" y="955"/>
                  </a:cubicBezTo>
                  <a:cubicBezTo>
                    <a:pt x="366" y="959"/>
                    <a:pt x="380" y="962"/>
                    <a:pt x="394" y="965"/>
                  </a:cubicBezTo>
                  <a:cubicBezTo>
                    <a:pt x="410" y="942"/>
                    <a:pt x="424" y="918"/>
                    <a:pt x="436" y="894"/>
                  </a:cubicBezTo>
                  <a:cubicBezTo>
                    <a:pt x="447" y="895"/>
                    <a:pt x="457" y="896"/>
                    <a:pt x="468" y="896"/>
                  </a:cubicBezTo>
                  <a:cubicBezTo>
                    <a:pt x="479" y="897"/>
                    <a:pt x="489" y="897"/>
                    <a:pt x="500" y="896"/>
                  </a:cubicBezTo>
                  <a:cubicBezTo>
                    <a:pt x="509" y="921"/>
                    <a:pt x="519" y="947"/>
                    <a:pt x="531" y="971"/>
                  </a:cubicBezTo>
                  <a:cubicBezTo>
                    <a:pt x="545" y="969"/>
                    <a:pt x="559" y="967"/>
                    <a:pt x="573" y="965"/>
                  </a:cubicBezTo>
                  <a:cubicBezTo>
                    <a:pt x="580" y="937"/>
                    <a:pt x="584" y="911"/>
                    <a:pt x="587" y="884"/>
                  </a:cubicBezTo>
                  <a:cubicBezTo>
                    <a:pt x="597" y="881"/>
                    <a:pt x="607" y="878"/>
                    <a:pt x="617" y="875"/>
                  </a:cubicBezTo>
                  <a:cubicBezTo>
                    <a:pt x="627" y="871"/>
                    <a:pt x="637" y="867"/>
                    <a:pt x="647" y="863"/>
                  </a:cubicBezTo>
                  <a:cubicBezTo>
                    <a:pt x="664" y="883"/>
                    <a:pt x="683" y="903"/>
                    <a:pt x="703" y="921"/>
                  </a:cubicBezTo>
                  <a:cubicBezTo>
                    <a:pt x="716" y="915"/>
                    <a:pt x="728" y="908"/>
                    <a:pt x="740" y="900"/>
                  </a:cubicBezTo>
                  <a:cubicBezTo>
                    <a:pt x="736" y="873"/>
                    <a:pt x="731" y="846"/>
                    <a:pt x="723" y="820"/>
                  </a:cubicBezTo>
                  <a:cubicBezTo>
                    <a:pt x="732" y="814"/>
                    <a:pt x="740" y="807"/>
                    <a:pt x="748" y="800"/>
                  </a:cubicBezTo>
                  <a:cubicBezTo>
                    <a:pt x="757" y="794"/>
                    <a:pt x="764" y="786"/>
                    <a:pt x="772" y="779"/>
                  </a:cubicBezTo>
                  <a:cubicBezTo>
                    <a:pt x="795" y="792"/>
                    <a:pt x="820" y="803"/>
                    <a:pt x="845" y="813"/>
                  </a:cubicBezTo>
                  <a:cubicBezTo>
                    <a:pt x="855" y="802"/>
                    <a:pt x="864" y="791"/>
                    <a:pt x="872" y="780"/>
                  </a:cubicBezTo>
                  <a:cubicBezTo>
                    <a:pt x="859" y="756"/>
                    <a:pt x="844" y="733"/>
                    <a:pt x="828" y="711"/>
                  </a:cubicBezTo>
                  <a:cubicBezTo>
                    <a:pt x="834" y="702"/>
                    <a:pt x="839" y="693"/>
                    <a:pt x="844" y="684"/>
                  </a:cubicBezTo>
                  <a:cubicBezTo>
                    <a:pt x="849" y="674"/>
                    <a:pt x="854" y="665"/>
                    <a:pt x="858" y="655"/>
                  </a:cubicBezTo>
                  <a:cubicBezTo>
                    <a:pt x="885" y="659"/>
                    <a:pt x="911" y="660"/>
                    <a:pt x="939" y="661"/>
                  </a:cubicBezTo>
                  <a:cubicBezTo>
                    <a:pt x="944" y="647"/>
                    <a:pt x="948" y="634"/>
                    <a:pt x="952" y="620"/>
                  </a:cubicBezTo>
                  <a:cubicBezTo>
                    <a:pt x="931" y="602"/>
                    <a:pt x="908" y="586"/>
                    <a:pt x="886" y="572"/>
                  </a:cubicBezTo>
                  <a:cubicBezTo>
                    <a:pt x="888" y="561"/>
                    <a:pt x="890" y="551"/>
                    <a:pt x="891" y="541"/>
                  </a:cubicBezTo>
                  <a:close/>
                  <a:moveTo>
                    <a:pt x="803" y="529"/>
                  </a:moveTo>
                  <a:cubicBezTo>
                    <a:pt x="798" y="568"/>
                    <a:pt x="785" y="606"/>
                    <a:pt x="766" y="641"/>
                  </a:cubicBezTo>
                  <a:cubicBezTo>
                    <a:pt x="747" y="676"/>
                    <a:pt x="721" y="707"/>
                    <a:pt x="691" y="732"/>
                  </a:cubicBezTo>
                  <a:cubicBezTo>
                    <a:pt x="661" y="758"/>
                    <a:pt x="626" y="778"/>
                    <a:pt x="588" y="790"/>
                  </a:cubicBezTo>
                  <a:cubicBezTo>
                    <a:pt x="551" y="803"/>
                    <a:pt x="511" y="809"/>
                    <a:pt x="472" y="807"/>
                  </a:cubicBezTo>
                  <a:cubicBezTo>
                    <a:pt x="432" y="806"/>
                    <a:pt x="393" y="797"/>
                    <a:pt x="357" y="781"/>
                  </a:cubicBezTo>
                  <a:cubicBezTo>
                    <a:pt x="320" y="765"/>
                    <a:pt x="287" y="743"/>
                    <a:pt x="259" y="715"/>
                  </a:cubicBezTo>
                  <a:cubicBezTo>
                    <a:pt x="230" y="687"/>
                    <a:pt x="207" y="654"/>
                    <a:pt x="191" y="618"/>
                  </a:cubicBezTo>
                  <a:cubicBezTo>
                    <a:pt x="175" y="582"/>
                    <a:pt x="166" y="543"/>
                    <a:pt x="164" y="503"/>
                  </a:cubicBezTo>
                  <a:cubicBezTo>
                    <a:pt x="161" y="464"/>
                    <a:pt x="167" y="424"/>
                    <a:pt x="179" y="386"/>
                  </a:cubicBezTo>
                  <a:cubicBezTo>
                    <a:pt x="191" y="349"/>
                    <a:pt x="211" y="313"/>
                    <a:pt x="236" y="283"/>
                  </a:cubicBezTo>
                  <a:cubicBezTo>
                    <a:pt x="261" y="252"/>
                    <a:pt x="292" y="226"/>
                    <a:pt x="326" y="207"/>
                  </a:cubicBezTo>
                  <a:cubicBezTo>
                    <a:pt x="361" y="187"/>
                    <a:pt x="399" y="174"/>
                    <a:pt x="438" y="168"/>
                  </a:cubicBezTo>
                  <a:cubicBezTo>
                    <a:pt x="477" y="163"/>
                    <a:pt x="517" y="164"/>
                    <a:pt x="556" y="173"/>
                  </a:cubicBezTo>
                  <a:cubicBezTo>
                    <a:pt x="594" y="182"/>
                    <a:pt x="632" y="198"/>
                    <a:pt x="664" y="220"/>
                  </a:cubicBezTo>
                  <a:cubicBezTo>
                    <a:pt x="697" y="242"/>
                    <a:pt x="726" y="271"/>
                    <a:pt x="748" y="303"/>
                  </a:cubicBezTo>
                  <a:cubicBezTo>
                    <a:pt x="771" y="336"/>
                    <a:pt x="787" y="372"/>
                    <a:pt x="797" y="411"/>
                  </a:cubicBezTo>
                  <a:cubicBezTo>
                    <a:pt x="806" y="450"/>
                    <a:pt x="808" y="490"/>
                    <a:pt x="803" y="529"/>
                  </a:cubicBezTo>
                  <a:close/>
                </a:path>
              </a:pathLst>
            </a:custGeom>
            <a:solidFill>
              <a:schemeClr val="accent2"/>
            </a:solidFill>
            <a:ln>
              <a:noFill/>
            </a:ln>
          </p:spPr>
          <p:txBody>
            <a:bodyPr wrap="square" lIns="91440" tIns="45720" rIns="91440" bIns="45720" anchor="ctr">
              <a:normAutofit fontScale="55000" lnSpcReduction="20000"/>
            </a:bodyPr>
            <a:lstStyle/>
            <a:p>
              <a:pPr algn="ctr"/>
              <a:endParaRPr>
                <a:cs typeface="+mn-ea"/>
                <a:sym typeface="+mn-lt"/>
              </a:endParaRPr>
            </a:p>
          </p:txBody>
        </p:sp>
        <p:sp>
          <p:nvSpPr>
            <p:cNvPr id="10" name="îsľiḍé">
              <a:extLst>
                <a:ext uri="{FF2B5EF4-FFF2-40B4-BE49-F238E27FC236}">
                  <a16:creationId xmlns="" xmlns:a16="http://schemas.microsoft.com/office/drawing/2014/main" id="{AD8B19C0-E3A9-4B96-974E-2B42A9BBFD1C}"/>
                </a:ext>
              </a:extLst>
            </p:cNvPr>
            <p:cNvSpPr/>
            <p:nvPr/>
          </p:nvSpPr>
          <p:spPr bwMode="auto">
            <a:xfrm>
              <a:off x="2766459" y="5232063"/>
              <a:ext cx="627887" cy="627887"/>
            </a:xfrm>
            <a:custGeom>
              <a:avLst/>
              <a:gdLst>
                <a:gd name="T0" fmla="*/ 894 w 971"/>
                <a:gd name="T1" fmla="*/ 509 h 971"/>
                <a:gd name="T2" fmla="*/ 969 w 971"/>
                <a:gd name="T3" fmla="*/ 442 h 971"/>
                <a:gd name="T4" fmla="*/ 883 w 971"/>
                <a:gd name="T5" fmla="*/ 390 h 971"/>
                <a:gd name="T6" fmla="*/ 938 w 971"/>
                <a:gd name="T7" fmla="*/ 309 h 971"/>
                <a:gd name="T8" fmla="*/ 838 w 971"/>
                <a:gd name="T9" fmla="*/ 279 h 971"/>
                <a:gd name="T10" fmla="*/ 802 w 971"/>
                <a:gd name="T11" fmla="*/ 227 h 971"/>
                <a:gd name="T12" fmla="*/ 813 w 971"/>
                <a:gd name="T13" fmla="*/ 127 h 971"/>
                <a:gd name="T14" fmla="*/ 714 w 971"/>
                <a:gd name="T15" fmla="*/ 146 h 971"/>
                <a:gd name="T16" fmla="*/ 700 w 971"/>
                <a:gd name="T17" fmla="*/ 50 h 971"/>
                <a:gd name="T18" fmla="*/ 606 w 971"/>
                <a:gd name="T19" fmla="*/ 95 h 971"/>
                <a:gd name="T20" fmla="*/ 545 w 971"/>
                <a:gd name="T21" fmla="*/ 81 h 971"/>
                <a:gd name="T22" fmla="*/ 485 w 971"/>
                <a:gd name="T23" fmla="*/ 0 h 971"/>
                <a:gd name="T24" fmla="*/ 425 w 971"/>
                <a:gd name="T25" fmla="*/ 80 h 971"/>
                <a:gd name="T26" fmla="*/ 350 w 971"/>
                <a:gd name="T27" fmla="*/ 19 h 971"/>
                <a:gd name="T28" fmla="*/ 311 w 971"/>
                <a:gd name="T29" fmla="*/ 115 h 971"/>
                <a:gd name="T30" fmla="*/ 256 w 971"/>
                <a:gd name="T31" fmla="*/ 146 h 971"/>
                <a:gd name="T32" fmla="*/ 157 w 971"/>
                <a:gd name="T33" fmla="*/ 126 h 971"/>
                <a:gd name="T34" fmla="*/ 167 w 971"/>
                <a:gd name="T35" fmla="*/ 226 h 971"/>
                <a:gd name="T36" fmla="*/ 70 w 971"/>
                <a:gd name="T37" fmla="*/ 232 h 971"/>
                <a:gd name="T38" fmla="*/ 106 w 971"/>
                <a:gd name="T39" fmla="*/ 329 h 971"/>
                <a:gd name="T40" fmla="*/ 86 w 971"/>
                <a:gd name="T41" fmla="*/ 389 h 971"/>
                <a:gd name="T42" fmla="*/ 0 w 971"/>
                <a:gd name="T43" fmla="*/ 441 h 971"/>
                <a:gd name="T44" fmla="*/ 75 w 971"/>
                <a:gd name="T45" fmla="*/ 508 h 971"/>
                <a:gd name="T46" fmla="*/ 6 w 971"/>
                <a:gd name="T47" fmla="*/ 577 h 971"/>
                <a:gd name="T48" fmla="*/ 98 w 971"/>
                <a:gd name="T49" fmla="*/ 625 h 971"/>
                <a:gd name="T50" fmla="*/ 124 w 971"/>
                <a:gd name="T51" fmla="*/ 683 h 971"/>
                <a:gd name="T52" fmla="*/ 96 w 971"/>
                <a:gd name="T53" fmla="*/ 779 h 971"/>
                <a:gd name="T54" fmla="*/ 196 w 971"/>
                <a:gd name="T55" fmla="*/ 778 h 971"/>
                <a:gd name="T56" fmla="*/ 192 w 971"/>
                <a:gd name="T57" fmla="*/ 876 h 971"/>
                <a:gd name="T58" fmla="*/ 293 w 971"/>
                <a:gd name="T59" fmla="*/ 849 h 971"/>
                <a:gd name="T60" fmla="*/ 351 w 971"/>
                <a:gd name="T61" fmla="*/ 874 h 971"/>
                <a:gd name="T62" fmla="*/ 394 w 971"/>
                <a:gd name="T63" fmla="*/ 965 h 971"/>
                <a:gd name="T64" fmla="*/ 468 w 971"/>
                <a:gd name="T65" fmla="*/ 896 h 971"/>
                <a:gd name="T66" fmla="*/ 531 w 971"/>
                <a:gd name="T67" fmla="*/ 971 h 971"/>
                <a:gd name="T68" fmla="*/ 587 w 971"/>
                <a:gd name="T69" fmla="*/ 884 h 971"/>
                <a:gd name="T70" fmla="*/ 647 w 971"/>
                <a:gd name="T71" fmla="*/ 863 h 971"/>
                <a:gd name="T72" fmla="*/ 740 w 971"/>
                <a:gd name="T73" fmla="*/ 900 h 971"/>
                <a:gd name="T74" fmla="*/ 748 w 971"/>
                <a:gd name="T75" fmla="*/ 800 h 971"/>
                <a:gd name="T76" fmla="*/ 845 w 971"/>
                <a:gd name="T77" fmla="*/ 813 h 971"/>
                <a:gd name="T78" fmla="*/ 828 w 971"/>
                <a:gd name="T79" fmla="*/ 711 h 971"/>
                <a:gd name="T80" fmla="*/ 858 w 971"/>
                <a:gd name="T81" fmla="*/ 655 h 971"/>
                <a:gd name="T82" fmla="*/ 952 w 971"/>
                <a:gd name="T83" fmla="*/ 620 h 971"/>
                <a:gd name="T84" fmla="*/ 891 w 971"/>
                <a:gd name="T85" fmla="*/ 541 h 971"/>
                <a:gd name="T86" fmla="*/ 766 w 971"/>
                <a:gd name="T87" fmla="*/ 641 h 971"/>
                <a:gd name="T88" fmla="*/ 588 w 971"/>
                <a:gd name="T89" fmla="*/ 790 h 971"/>
                <a:gd name="T90" fmla="*/ 357 w 971"/>
                <a:gd name="T91" fmla="*/ 781 h 971"/>
                <a:gd name="T92" fmla="*/ 191 w 971"/>
                <a:gd name="T93" fmla="*/ 618 h 971"/>
                <a:gd name="T94" fmla="*/ 179 w 971"/>
                <a:gd name="T95" fmla="*/ 386 h 971"/>
                <a:gd name="T96" fmla="*/ 326 w 971"/>
                <a:gd name="T97" fmla="*/ 207 h 971"/>
                <a:gd name="T98" fmla="*/ 556 w 971"/>
                <a:gd name="T99" fmla="*/ 173 h 971"/>
                <a:gd name="T100" fmla="*/ 748 w 971"/>
                <a:gd name="T101" fmla="*/ 303 h 971"/>
                <a:gd name="T102" fmla="*/ 803 w 971"/>
                <a:gd name="T103" fmla="*/ 52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71" h="971">
                  <a:moveTo>
                    <a:pt x="891" y="541"/>
                  </a:moveTo>
                  <a:cubicBezTo>
                    <a:pt x="893" y="530"/>
                    <a:pt x="893" y="520"/>
                    <a:pt x="894" y="509"/>
                  </a:cubicBezTo>
                  <a:cubicBezTo>
                    <a:pt x="920" y="502"/>
                    <a:pt x="946" y="494"/>
                    <a:pt x="971" y="485"/>
                  </a:cubicBezTo>
                  <a:cubicBezTo>
                    <a:pt x="971" y="470"/>
                    <a:pt x="970" y="456"/>
                    <a:pt x="969" y="442"/>
                  </a:cubicBezTo>
                  <a:cubicBezTo>
                    <a:pt x="942" y="433"/>
                    <a:pt x="916" y="426"/>
                    <a:pt x="889" y="421"/>
                  </a:cubicBezTo>
                  <a:cubicBezTo>
                    <a:pt x="888" y="411"/>
                    <a:pt x="885" y="400"/>
                    <a:pt x="883" y="390"/>
                  </a:cubicBezTo>
                  <a:cubicBezTo>
                    <a:pt x="880" y="380"/>
                    <a:pt x="878" y="370"/>
                    <a:pt x="874" y="360"/>
                  </a:cubicBezTo>
                  <a:cubicBezTo>
                    <a:pt x="896" y="344"/>
                    <a:pt x="917" y="327"/>
                    <a:pt x="938" y="309"/>
                  </a:cubicBezTo>
                  <a:cubicBezTo>
                    <a:pt x="932" y="296"/>
                    <a:pt x="927" y="283"/>
                    <a:pt x="920" y="270"/>
                  </a:cubicBezTo>
                  <a:cubicBezTo>
                    <a:pt x="893" y="271"/>
                    <a:pt x="865" y="274"/>
                    <a:pt x="838" y="279"/>
                  </a:cubicBezTo>
                  <a:cubicBezTo>
                    <a:pt x="833" y="270"/>
                    <a:pt x="828" y="261"/>
                    <a:pt x="821" y="252"/>
                  </a:cubicBezTo>
                  <a:cubicBezTo>
                    <a:pt x="816" y="244"/>
                    <a:pt x="809" y="235"/>
                    <a:pt x="802" y="227"/>
                  </a:cubicBezTo>
                  <a:cubicBezTo>
                    <a:pt x="817" y="205"/>
                    <a:pt x="831" y="181"/>
                    <a:pt x="843" y="157"/>
                  </a:cubicBezTo>
                  <a:cubicBezTo>
                    <a:pt x="833" y="147"/>
                    <a:pt x="823" y="137"/>
                    <a:pt x="813" y="127"/>
                  </a:cubicBezTo>
                  <a:cubicBezTo>
                    <a:pt x="787" y="139"/>
                    <a:pt x="763" y="151"/>
                    <a:pt x="740" y="165"/>
                  </a:cubicBezTo>
                  <a:cubicBezTo>
                    <a:pt x="731" y="159"/>
                    <a:pt x="723" y="153"/>
                    <a:pt x="714" y="146"/>
                  </a:cubicBezTo>
                  <a:cubicBezTo>
                    <a:pt x="705" y="141"/>
                    <a:pt x="696" y="135"/>
                    <a:pt x="687" y="130"/>
                  </a:cubicBezTo>
                  <a:cubicBezTo>
                    <a:pt x="693" y="104"/>
                    <a:pt x="697" y="77"/>
                    <a:pt x="700" y="50"/>
                  </a:cubicBezTo>
                  <a:cubicBezTo>
                    <a:pt x="687" y="44"/>
                    <a:pt x="674" y="38"/>
                    <a:pt x="661" y="33"/>
                  </a:cubicBezTo>
                  <a:cubicBezTo>
                    <a:pt x="641" y="52"/>
                    <a:pt x="623" y="73"/>
                    <a:pt x="606" y="95"/>
                  </a:cubicBezTo>
                  <a:cubicBezTo>
                    <a:pt x="596" y="92"/>
                    <a:pt x="586" y="89"/>
                    <a:pt x="576" y="86"/>
                  </a:cubicBezTo>
                  <a:cubicBezTo>
                    <a:pt x="566" y="84"/>
                    <a:pt x="555" y="82"/>
                    <a:pt x="545" y="81"/>
                  </a:cubicBezTo>
                  <a:cubicBezTo>
                    <a:pt x="541" y="54"/>
                    <a:pt x="535" y="28"/>
                    <a:pt x="528" y="2"/>
                  </a:cubicBezTo>
                  <a:cubicBezTo>
                    <a:pt x="513" y="0"/>
                    <a:pt x="499" y="0"/>
                    <a:pt x="485" y="0"/>
                  </a:cubicBezTo>
                  <a:cubicBezTo>
                    <a:pt x="474" y="25"/>
                    <a:pt x="464" y="51"/>
                    <a:pt x="457" y="77"/>
                  </a:cubicBezTo>
                  <a:cubicBezTo>
                    <a:pt x="446" y="78"/>
                    <a:pt x="436" y="79"/>
                    <a:pt x="425" y="80"/>
                  </a:cubicBezTo>
                  <a:cubicBezTo>
                    <a:pt x="415" y="82"/>
                    <a:pt x="404" y="84"/>
                    <a:pt x="394" y="86"/>
                  </a:cubicBezTo>
                  <a:cubicBezTo>
                    <a:pt x="381" y="63"/>
                    <a:pt x="366" y="41"/>
                    <a:pt x="350" y="19"/>
                  </a:cubicBezTo>
                  <a:cubicBezTo>
                    <a:pt x="336" y="23"/>
                    <a:pt x="322" y="27"/>
                    <a:pt x="309" y="32"/>
                  </a:cubicBezTo>
                  <a:cubicBezTo>
                    <a:pt x="308" y="60"/>
                    <a:pt x="309" y="88"/>
                    <a:pt x="311" y="115"/>
                  </a:cubicBezTo>
                  <a:cubicBezTo>
                    <a:pt x="301" y="119"/>
                    <a:pt x="292" y="124"/>
                    <a:pt x="283" y="129"/>
                  </a:cubicBezTo>
                  <a:cubicBezTo>
                    <a:pt x="273" y="134"/>
                    <a:pt x="264" y="140"/>
                    <a:pt x="256" y="146"/>
                  </a:cubicBezTo>
                  <a:cubicBezTo>
                    <a:pt x="235" y="129"/>
                    <a:pt x="213" y="113"/>
                    <a:pt x="190" y="99"/>
                  </a:cubicBezTo>
                  <a:cubicBezTo>
                    <a:pt x="178" y="108"/>
                    <a:pt x="167" y="117"/>
                    <a:pt x="157" y="126"/>
                  </a:cubicBezTo>
                  <a:cubicBezTo>
                    <a:pt x="166" y="153"/>
                    <a:pt x="176" y="178"/>
                    <a:pt x="188" y="203"/>
                  </a:cubicBezTo>
                  <a:cubicBezTo>
                    <a:pt x="181" y="210"/>
                    <a:pt x="174" y="218"/>
                    <a:pt x="167" y="226"/>
                  </a:cubicBezTo>
                  <a:cubicBezTo>
                    <a:pt x="161" y="235"/>
                    <a:pt x="154" y="243"/>
                    <a:pt x="148" y="252"/>
                  </a:cubicBezTo>
                  <a:cubicBezTo>
                    <a:pt x="122" y="243"/>
                    <a:pt x="97" y="237"/>
                    <a:pt x="70" y="232"/>
                  </a:cubicBezTo>
                  <a:cubicBezTo>
                    <a:pt x="62" y="244"/>
                    <a:pt x="55" y="256"/>
                    <a:pt x="49" y="269"/>
                  </a:cubicBezTo>
                  <a:cubicBezTo>
                    <a:pt x="67" y="290"/>
                    <a:pt x="86" y="310"/>
                    <a:pt x="106" y="329"/>
                  </a:cubicBezTo>
                  <a:cubicBezTo>
                    <a:pt x="102" y="339"/>
                    <a:pt x="98" y="348"/>
                    <a:pt x="95" y="358"/>
                  </a:cubicBezTo>
                  <a:cubicBezTo>
                    <a:pt x="91" y="369"/>
                    <a:pt x="88" y="379"/>
                    <a:pt x="86" y="389"/>
                  </a:cubicBezTo>
                  <a:cubicBezTo>
                    <a:pt x="59" y="391"/>
                    <a:pt x="32" y="394"/>
                    <a:pt x="6" y="399"/>
                  </a:cubicBezTo>
                  <a:cubicBezTo>
                    <a:pt x="3" y="413"/>
                    <a:pt x="1" y="427"/>
                    <a:pt x="0" y="441"/>
                  </a:cubicBezTo>
                  <a:cubicBezTo>
                    <a:pt x="24" y="454"/>
                    <a:pt x="49" y="466"/>
                    <a:pt x="74" y="476"/>
                  </a:cubicBezTo>
                  <a:cubicBezTo>
                    <a:pt x="74" y="487"/>
                    <a:pt x="74" y="497"/>
                    <a:pt x="75" y="508"/>
                  </a:cubicBezTo>
                  <a:cubicBezTo>
                    <a:pt x="75" y="518"/>
                    <a:pt x="76" y="529"/>
                    <a:pt x="78" y="539"/>
                  </a:cubicBezTo>
                  <a:cubicBezTo>
                    <a:pt x="53" y="551"/>
                    <a:pt x="30" y="563"/>
                    <a:pt x="6" y="577"/>
                  </a:cubicBezTo>
                  <a:cubicBezTo>
                    <a:pt x="9" y="591"/>
                    <a:pt x="12" y="605"/>
                    <a:pt x="16" y="619"/>
                  </a:cubicBezTo>
                  <a:cubicBezTo>
                    <a:pt x="44" y="623"/>
                    <a:pt x="71" y="625"/>
                    <a:pt x="98" y="625"/>
                  </a:cubicBezTo>
                  <a:cubicBezTo>
                    <a:pt x="102" y="635"/>
                    <a:pt x="106" y="645"/>
                    <a:pt x="110" y="654"/>
                  </a:cubicBezTo>
                  <a:cubicBezTo>
                    <a:pt x="114" y="664"/>
                    <a:pt x="119" y="674"/>
                    <a:pt x="124" y="683"/>
                  </a:cubicBezTo>
                  <a:cubicBezTo>
                    <a:pt x="106" y="702"/>
                    <a:pt x="88" y="723"/>
                    <a:pt x="71" y="744"/>
                  </a:cubicBezTo>
                  <a:cubicBezTo>
                    <a:pt x="79" y="756"/>
                    <a:pt x="87" y="768"/>
                    <a:pt x="96" y="779"/>
                  </a:cubicBezTo>
                  <a:cubicBezTo>
                    <a:pt x="123" y="773"/>
                    <a:pt x="149" y="765"/>
                    <a:pt x="174" y="755"/>
                  </a:cubicBezTo>
                  <a:cubicBezTo>
                    <a:pt x="181" y="763"/>
                    <a:pt x="189" y="771"/>
                    <a:pt x="196" y="778"/>
                  </a:cubicBezTo>
                  <a:cubicBezTo>
                    <a:pt x="204" y="786"/>
                    <a:pt x="211" y="793"/>
                    <a:pt x="220" y="800"/>
                  </a:cubicBezTo>
                  <a:cubicBezTo>
                    <a:pt x="209" y="824"/>
                    <a:pt x="200" y="850"/>
                    <a:pt x="192" y="876"/>
                  </a:cubicBezTo>
                  <a:cubicBezTo>
                    <a:pt x="204" y="884"/>
                    <a:pt x="216" y="892"/>
                    <a:pt x="228" y="900"/>
                  </a:cubicBezTo>
                  <a:cubicBezTo>
                    <a:pt x="251" y="884"/>
                    <a:pt x="272" y="867"/>
                    <a:pt x="293" y="849"/>
                  </a:cubicBezTo>
                  <a:cubicBezTo>
                    <a:pt x="302" y="854"/>
                    <a:pt x="311" y="858"/>
                    <a:pt x="321" y="863"/>
                  </a:cubicBezTo>
                  <a:cubicBezTo>
                    <a:pt x="331" y="867"/>
                    <a:pt x="341" y="871"/>
                    <a:pt x="351" y="874"/>
                  </a:cubicBezTo>
                  <a:cubicBezTo>
                    <a:pt x="350" y="901"/>
                    <a:pt x="351" y="928"/>
                    <a:pt x="353" y="955"/>
                  </a:cubicBezTo>
                  <a:cubicBezTo>
                    <a:pt x="366" y="959"/>
                    <a:pt x="380" y="962"/>
                    <a:pt x="394" y="965"/>
                  </a:cubicBezTo>
                  <a:cubicBezTo>
                    <a:pt x="410" y="942"/>
                    <a:pt x="424" y="918"/>
                    <a:pt x="436" y="894"/>
                  </a:cubicBezTo>
                  <a:cubicBezTo>
                    <a:pt x="447" y="895"/>
                    <a:pt x="457" y="896"/>
                    <a:pt x="468" y="896"/>
                  </a:cubicBezTo>
                  <a:cubicBezTo>
                    <a:pt x="479" y="897"/>
                    <a:pt x="489" y="897"/>
                    <a:pt x="500" y="896"/>
                  </a:cubicBezTo>
                  <a:cubicBezTo>
                    <a:pt x="509" y="921"/>
                    <a:pt x="519" y="947"/>
                    <a:pt x="531" y="971"/>
                  </a:cubicBezTo>
                  <a:cubicBezTo>
                    <a:pt x="545" y="969"/>
                    <a:pt x="559" y="967"/>
                    <a:pt x="573" y="965"/>
                  </a:cubicBezTo>
                  <a:cubicBezTo>
                    <a:pt x="580" y="937"/>
                    <a:pt x="584" y="911"/>
                    <a:pt x="587" y="884"/>
                  </a:cubicBezTo>
                  <a:cubicBezTo>
                    <a:pt x="597" y="881"/>
                    <a:pt x="607" y="878"/>
                    <a:pt x="617" y="875"/>
                  </a:cubicBezTo>
                  <a:cubicBezTo>
                    <a:pt x="627" y="871"/>
                    <a:pt x="637" y="867"/>
                    <a:pt x="647" y="863"/>
                  </a:cubicBezTo>
                  <a:cubicBezTo>
                    <a:pt x="664" y="883"/>
                    <a:pt x="683" y="903"/>
                    <a:pt x="703" y="921"/>
                  </a:cubicBezTo>
                  <a:cubicBezTo>
                    <a:pt x="716" y="915"/>
                    <a:pt x="728" y="908"/>
                    <a:pt x="740" y="900"/>
                  </a:cubicBezTo>
                  <a:cubicBezTo>
                    <a:pt x="736" y="873"/>
                    <a:pt x="731" y="846"/>
                    <a:pt x="723" y="820"/>
                  </a:cubicBezTo>
                  <a:cubicBezTo>
                    <a:pt x="732" y="814"/>
                    <a:pt x="740" y="807"/>
                    <a:pt x="748" y="800"/>
                  </a:cubicBezTo>
                  <a:cubicBezTo>
                    <a:pt x="757" y="794"/>
                    <a:pt x="764" y="786"/>
                    <a:pt x="772" y="779"/>
                  </a:cubicBezTo>
                  <a:cubicBezTo>
                    <a:pt x="795" y="792"/>
                    <a:pt x="820" y="803"/>
                    <a:pt x="845" y="813"/>
                  </a:cubicBezTo>
                  <a:cubicBezTo>
                    <a:pt x="855" y="802"/>
                    <a:pt x="864" y="791"/>
                    <a:pt x="872" y="780"/>
                  </a:cubicBezTo>
                  <a:cubicBezTo>
                    <a:pt x="859" y="756"/>
                    <a:pt x="844" y="733"/>
                    <a:pt x="828" y="711"/>
                  </a:cubicBezTo>
                  <a:cubicBezTo>
                    <a:pt x="834" y="702"/>
                    <a:pt x="839" y="693"/>
                    <a:pt x="844" y="684"/>
                  </a:cubicBezTo>
                  <a:cubicBezTo>
                    <a:pt x="849" y="674"/>
                    <a:pt x="854" y="665"/>
                    <a:pt x="858" y="655"/>
                  </a:cubicBezTo>
                  <a:cubicBezTo>
                    <a:pt x="885" y="659"/>
                    <a:pt x="911" y="660"/>
                    <a:pt x="939" y="661"/>
                  </a:cubicBezTo>
                  <a:cubicBezTo>
                    <a:pt x="944" y="647"/>
                    <a:pt x="948" y="634"/>
                    <a:pt x="952" y="620"/>
                  </a:cubicBezTo>
                  <a:cubicBezTo>
                    <a:pt x="931" y="602"/>
                    <a:pt x="908" y="586"/>
                    <a:pt x="886" y="572"/>
                  </a:cubicBezTo>
                  <a:cubicBezTo>
                    <a:pt x="888" y="561"/>
                    <a:pt x="890" y="551"/>
                    <a:pt x="891" y="541"/>
                  </a:cubicBezTo>
                  <a:close/>
                  <a:moveTo>
                    <a:pt x="803" y="529"/>
                  </a:moveTo>
                  <a:cubicBezTo>
                    <a:pt x="798" y="568"/>
                    <a:pt x="785" y="606"/>
                    <a:pt x="766" y="641"/>
                  </a:cubicBezTo>
                  <a:cubicBezTo>
                    <a:pt x="747" y="676"/>
                    <a:pt x="721" y="707"/>
                    <a:pt x="691" y="732"/>
                  </a:cubicBezTo>
                  <a:cubicBezTo>
                    <a:pt x="661" y="758"/>
                    <a:pt x="626" y="778"/>
                    <a:pt x="588" y="790"/>
                  </a:cubicBezTo>
                  <a:cubicBezTo>
                    <a:pt x="551" y="803"/>
                    <a:pt x="511" y="809"/>
                    <a:pt x="472" y="807"/>
                  </a:cubicBezTo>
                  <a:cubicBezTo>
                    <a:pt x="432" y="806"/>
                    <a:pt x="393" y="797"/>
                    <a:pt x="357" y="781"/>
                  </a:cubicBezTo>
                  <a:cubicBezTo>
                    <a:pt x="320" y="765"/>
                    <a:pt x="287" y="743"/>
                    <a:pt x="259" y="715"/>
                  </a:cubicBezTo>
                  <a:cubicBezTo>
                    <a:pt x="230" y="687"/>
                    <a:pt x="207" y="654"/>
                    <a:pt x="191" y="618"/>
                  </a:cubicBezTo>
                  <a:cubicBezTo>
                    <a:pt x="175" y="582"/>
                    <a:pt x="166" y="543"/>
                    <a:pt x="164" y="503"/>
                  </a:cubicBezTo>
                  <a:cubicBezTo>
                    <a:pt x="161" y="464"/>
                    <a:pt x="167" y="424"/>
                    <a:pt x="179" y="386"/>
                  </a:cubicBezTo>
                  <a:cubicBezTo>
                    <a:pt x="191" y="349"/>
                    <a:pt x="211" y="313"/>
                    <a:pt x="236" y="283"/>
                  </a:cubicBezTo>
                  <a:cubicBezTo>
                    <a:pt x="261" y="252"/>
                    <a:pt x="292" y="226"/>
                    <a:pt x="326" y="207"/>
                  </a:cubicBezTo>
                  <a:cubicBezTo>
                    <a:pt x="361" y="187"/>
                    <a:pt x="399" y="174"/>
                    <a:pt x="438" y="168"/>
                  </a:cubicBezTo>
                  <a:cubicBezTo>
                    <a:pt x="477" y="163"/>
                    <a:pt x="517" y="164"/>
                    <a:pt x="556" y="173"/>
                  </a:cubicBezTo>
                  <a:cubicBezTo>
                    <a:pt x="594" y="182"/>
                    <a:pt x="632" y="198"/>
                    <a:pt x="664" y="220"/>
                  </a:cubicBezTo>
                  <a:cubicBezTo>
                    <a:pt x="697" y="242"/>
                    <a:pt x="726" y="271"/>
                    <a:pt x="748" y="303"/>
                  </a:cubicBezTo>
                  <a:cubicBezTo>
                    <a:pt x="771" y="336"/>
                    <a:pt x="787" y="372"/>
                    <a:pt x="797" y="411"/>
                  </a:cubicBezTo>
                  <a:cubicBezTo>
                    <a:pt x="806" y="450"/>
                    <a:pt x="808" y="490"/>
                    <a:pt x="803" y="529"/>
                  </a:cubicBezTo>
                  <a:close/>
                </a:path>
              </a:pathLst>
            </a:custGeom>
            <a:solidFill>
              <a:schemeClr val="accent2"/>
            </a:solidFill>
            <a:ln>
              <a:noFill/>
            </a:ln>
          </p:spPr>
          <p:txBody>
            <a:bodyPr wrap="square" lIns="91440" tIns="45720" rIns="91440" bIns="45720" anchor="ctr">
              <a:normAutofit/>
            </a:bodyPr>
            <a:lstStyle/>
            <a:p>
              <a:pPr algn="ctr"/>
              <a:endParaRPr>
                <a:cs typeface="+mn-ea"/>
                <a:sym typeface="+mn-lt"/>
              </a:endParaRPr>
            </a:p>
          </p:txBody>
        </p:sp>
        <p:sp>
          <p:nvSpPr>
            <p:cNvPr id="11" name="îṥ1îďe">
              <a:extLst>
                <a:ext uri="{FF2B5EF4-FFF2-40B4-BE49-F238E27FC236}">
                  <a16:creationId xmlns="" xmlns:a16="http://schemas.microsoft.com/office/drawing/2014/main" id="{D2EA4BC6-963D-42E6-A27A-FBEB9A469EC9}"/>
                </a:ext>
              </a:extLst>
            </p:cNvPr>
            <p:cNvSpPr/>
            <p:nvPr/>
          </p:nvSpPr>
          <p:spPr bwMode="auto">
            <a:xfrm>
              <a:off x="3479366" y="2068091"/>
              <a:ext cx="327644" cy="327644"/>
            </a:xfrm>
            <a:custGeom>
              <a:avLst/>
              <a:gdLst>
                <a:gd name="T0" fmla="*/ 894 w 971"/>
                <a:gd name="T1" fmla="*/ 509 h 971"/>
                <a:gd name="T2" fmla="*/ 969 w 971"/>
                <a:gd name="T3" fmla="*/ 442 h 971"/>
                <a:gd name="T4" fmla="*/ 883 w 971"/>
                <a:gd name="T5" fmla="*/ 390 h 971"/>
                <a:gd name="T6" fmla="*/ 938 w 971"/>
                <a:gd name="T7" fmla="*/ 309 h 971"/>
                <a:gd name="T8" fmla="*/ 838 w 971"/>
                <a:gd name="T9" fmla="*/ 279 h 971"/>
                <a:gd name="T10" fmla="*/ 802 w 971"/>
                <a:gd name="T11" fmla="*/ 227 h 971"/>
                <a:gd name="T12" fmla="*/ 813 w 971"/>
                <a:gd name="T13" fmla="*/ 127 h 971"/>
                <a:gd name="T14" fmla="*/ 714 w 971"/>
                <a:gd name="T15" fmla="*/ 146 h 971"/>
                <a:gd name="T16" fmla="*/ 700 w 971"/>
                <a:gd name="T17" fmla="*/ 50 h 971"/>
                <a:gd name="T18" fmla="*/ 606 w 971"/>
                <a:gd name="T19" fmla="*/ 95 h 971"/>
                <a:gd name="T20" fmla="*/ 545 w 971"/>
                <a:gd name="T21" fmla="*/ 81 h 971"/>
                <a:gd name="T22" fmla="*/ 485 w 971"/>
                <a:gd name="T23" fmla="*/ 0 h 971"/>
                <a:gd name="T24" fmla="*/ 425 w 971"/>
                <a:gd name="T25" fmla="*/ 80 h 971"/>
                <a:gd name="T26" fmla="*/ 350 w 971"/>
                <a:gd name="T27" fmla="*/ 19 h 971"/>
                <a:gd name="T28" fmla="*/ 311 w 971"/>
                <a:gd name="T29" fmla="*/ 115 h 971"/>
                <a:gd name="T30" fmla="*/ 256 w 971"/>
                <a:gd name="T31" fmla="*/ 146 h 971"/>
                <a:gd name="T32" fmla="*/ 157 w 971"/>
                <a:gd name="T33" fmla="*/ 126 h 971"/>
                <a:gd name="T34" fmla="*/ 167 w 971"/>
                <a:gd name="T35" fmla="*/ 226 h 971"/>
                <a:gd name="T36" fmla="*/ 70 w 971"/>
                <a:gd name="T37" fmla="*/ 232 h 971"/>
                <a:gd name="T38" fmla="*/ 106 w 971"/>
                <a:gd name="T39" fmla="*/ 329 h 971"/>
                <a:gd name="T40" fmla="*/ 86 w 971"/>
                <a:gd name="T41" fmla="*/ 389 h 971"/>
                <a:gd name="T42" fmla="*/ 0 w 971"/>
                <a:gd name="T43" fmla="*/ 441 h 971"/>
                <a:gd name="T44" fmla="*/ 75 w 971"/>
                <a:gd name="T45" fmla="*/ 508 h 971"/>
                <a:gd name="T46" fmla="*/ 6 w 971"/>
                <a:gd name="T47" fmla="*/ 577 h 971"/>
                <a:gd name="T48" fmla="*/ 98 w 971"/>
                <a:gd name="T49" fmla="*/ 625 h 971"/>
                <a:gd name="T50" fmla="*/ 124 w 971"/>
                <a:gd name="T51" fmla="*/ 683 h 971"/>
                <a:gd name="T52" fmla="*/ 96 w 971"/>
                <a:gd name="T53" fmla="*/ 779 h 971"/>
                <a:gd name="T54" fmla="*/ 196 w 971"/>
                <a:gd name="T55" fmla="*/ 778 h 971"/>
                <a:gd name="T56" fmla="*/ 192 w 971"/>
                <a:gd name="T57" fmla="*/ 876 h 971"/>
                <a:gd name="T58" fmla="*/ 293 w 971"/>
                <a:gd name="T59" fmla="*/ 849 h 971"/>
                <a:gd name="T60" fmla="*/ 351 w 971"/>
                <a:gd name="T61" fmla="*/ 874 h 971"/>
                <a:gd name="T62" fmla="*/ 394 w 971"/>
                <a:gd name="T63" fmla="*/ 965 h 971"/>
                <a:gd name="T64" fmla="*/ 468 w 971"/>
                <a:gd name="T65" fmla="*/ 896 h 971"/>
                <a:gd name="T66" fmla="*/ 531 w 971"/>
                <a:gd name="T67" fmla="*/ 971 h 971"/>
                <a:gd name="T68" fmla="*/ 587 w 971"/>
                <a:gd name="T69" fmla="*/ 884 h 971"/>
                <a:gd name="T70" fmla="*/ 647 w 971"/>
                <a:gd name="T71" fmla="*/ 863 h 971"/>
                <a:gd name="T72" fmla="*/ 740 w 971"/>
                <a:gd name="T73" fmla="*/ 900 h 971"/>
                <a:gd name="T74" fmla="*/ 748 w 971"/>
                <a:gd name="T75" fmla="*/ 800 h 971"/>
                <a:gd name="T76" fmla="*/ 845 w 971"/>
                <a:gd name="T77" fmla="*/ 813 h 971"/>
                <a:gd name="T78" fmla="*/ 828 w 971"/>
                <a:gd name="T79" fmla="*/ 711 h 971"/>
                <a:gd name="T80" fmla="*/ 858 w 971"/>
                <a:gd name="T81" fmla="*/ 655 h 971"/>
                <a:gd name="T82" fmla="*/ 952 w 971"/>
                <a:gd name="T83" fmla="*/ 620 h 971"/>
                <a:gd name="T84" fmla="*/ 891 w 971"/>
                <a:gd name="T85" fmla="*/ 541 h 971"/>
                <a:gd name="T86" fmla="*/ 766 w 971"/>
                <a:gd name="T87" fmla="*/ 641 h 971"/>
                <a:gd name="T88" fmla="*/ 588 w 971"/>
                <a:gd name="T89" fmla="*/ 790 h 971"/>
                <a:gd name="T90" fmla="*/ 357 w 971"/>
                <a:gd name="T91" fmla="*/ 781 h 971"/>
                <a:gd name="T92" fmla="*/ 191 w 971"/>
                <a:gd name="T93" fmla="*/ 618 h 971"/>
                <a:gd name="T94" fmla="*/ 179 w 971"/>
                <a:gd name="T95" fmla="*/ 386 h 971"/>
                <a:gd name="T96" fmla="*/ 326 w 971"/>
                <a:gd name="T97" fmla="*/ 207 h 971"/>
                <a:gd name="T98" fmla="*/ 556 w 971"/>
                <a:gd name="T99" fmla="*/ 173 h 971"/>
                <a:gd name="T100" fmla="*/ 748 w 971"/>
                <a:gd name="T101" fmla="*/ 303 h 971"/>
                <a:gd name="T102" fmla="*/ 803 w 971"/>
                <a:gd name="T103" fmla="*/ 52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71" h="971">
                  <a:moveTo>
                    <a:pt x="891" y="541"/>
                  </a:moveTo>
                  <a:cubicBezTo>
                    <a:pt x="893" y="530"/>
                    <a:pt x="893" y="520"/>
                    <a:pt x="894" y="509"/>
                  </a:cubicBezTo>
                  <a:cubicBezTo>
                    <a:pt x="920" y="502"/>
                    <a:pt x="946" y="494"/>
                    <a:pt x="971" y="485"/>
                  </a:cubicBezTo>
                  <a:cubicBezTo>
                    <a:pt x="971" y="470"/>
                    <a:pt x="970" y="456"/>
                    <a:pt x="969" y="442"/>
                  </a:cubicBezTo>
                  <a:cubicBezTo>
                    <a:pt x="942" y="433"/>
                    <a:pt x="916" y="426"/>
                    <a:pt x="889" y="421"/>
                  </a:cubicBezTo>
                  <a:cubicBezTo>
                    <a:pt x="888" y="411"/>
                    <a:pt x="885" y="400"/>
                    <a:pt x="883" y="390"/>
                  </a:cubicBezTo>
                  <a:cubicBezTo>
                    <a:pt x="880" y="380"/>
                    <a:pt x="878" y="370"/>
                    <a:pt x="874" y="360"/>
                  </a:cubicBezTo>
                  <a:cubicBezTo>
                    <a:pt x="896" y="344"/>
                    <a:pt x="917" y="327"/>
                    <a:pt x="938" y="309"/>
                  </a:cubicBezTo>
                  <a:cubicBezTo>
                    <a:pt x="932" y="296"/>
                    <a:pt x="927" y="283"/>
                    <a:pt x="920" y="270"/>
                  </a:cubicBezTo>
                  <a:cubicBezTo>
                    <a:pt x="893" y="271"/>
                    <a:pt x="865" y="274"/>
                    <a:pt x="838" y="279"/>
                  </a:cubicBezTo>
                  <a:cubicBezTo>
                    <a:pt x="833" y="270"/>
                    <a:pt x="828" y="261"/>
                    <a:pt x="821" y="252"/>
                  </a:cubicBezTo>
                  <a:cubicBezTo>
                    <a:pt x="816" y="244"/>
                    <a:pt x="809" y="235"/>
                    <a:pt x="802" y="227"/>
                  </a:cubicBezTo>
                  <a:cubicBezTo>
                    <a:pt x="817" y="205"/>
                    <a:pt x="831" y="181"/>
                    <a:pt x="843" y="157"/>
                  </a:cubicBezTo>
                  <a:cubicBezTo>
                    <a:pt x="833" y="147"/>
                    <a:pt x="823" y="137"/>
                    <a:pt x="813" y="127"/>
                  </a:cubicBezTo>
                  <a:cubicBezTo>
                    <a:pt x="787" y="139"/>
                    <a:pt x="763" y="151"/>
                    <a:pt x="740" y="165"/>
                  </a:cubicBezTo>
                  <a:cubicBezTo>
                    <a:pt x="731" y="159"/>
                    <a:pt x="723" y="153"/>
                    <a:pt x="714" y="146"/>
                  </a:cubicBezTo>
                  <a:cubicBezTo>
                    <a:pt x="705" y="141"/>
                    <a:pt x="696" y="135"/>
                    <a:pt x="687" y="130"/>
                  </a:cubicBezTo>
                  <a:cubicBezTo>
                    <a:pt x="693" y="104"/>
                    <a:pt x="697" y="77"/>
                    <a:pt x="700" y="50"/>
                  </a:cubicBezTo>
                  <a:cubicBezTo>
                    <a:pt x="687" y="44"/>
                    <a:pt x="674" y="38"/>
                    <a:pt x="661" y="33"/>
                  </a:cubicBezTo>
                  <a:cubicBezTo>
                    <a:pt x="641" y="52"/>
                    <a:pt x="623" y="73"/>
                    <a:pt x="606" y="95"/>
                  </a:cubicBezTo>
                  <a:cubicBezTo>
                    <a:pt x="596" y="92"/>
                    <a:pt x="586" y="89"/>
                    <a:pt x="576" y="86"/>
                  </a:cubicBezTo>
                  <a:cubicBezTo>
                    <a:pt x="566" y="84"/>
                    <a:pt x="555" y="82"/>
                    <a:pt x="545" y="81"/>
                  </a:cubicBezTo>
                  <a:cubicBezTo>
                    <a:pt x="541" y="54"/>
                    <a:pt x="535" y="28"/>
                    <a:pt x="528" y="2"/>
                  </a:cubicBezTo>
                  <a:cubicBezTo>
                    <a:pt x="513" y="0"/>
                    <a:pt x="499" y="0"/>
                    <a:pt x="485" y="0"/>
                  </a:cubicBezTo>
                  <a:cubicBezTo>
                    <a:pt x="474" y="25"/>
                    <a:pt x="464" y="51"/>
                    <a:pt x="457" y="77"/>
                  </a:cubicBezTo>
                  <a:cubicBezTo>
                    <a:pt x="446" y="78"/>
                    <a:pt x="436" y="79"/>
                    <a:pt x="425" y="80"/>
                  </a:cubicBezTo>
                  <a:cubicBezTo>
                    <a:pt x="415" y="82"/>
                    <a:pt x="404" y="84"/>
                    <a:pt x="394" y="86"/>
                  </a:cubicBezTo>
                  <a:cubicBezTo>
                    <a:pt x="381" y="63"/>
                    <a:pt x="366" y="41"/>
                    <a:pt x="350" y="19"/>
                  </a:cubicBezTo>
                  <a:cubicBezTo>
                    <a:pt x="336" y="23"/>
                    <a:pt x="322" y="27"/>
                    <a:pt x="309" y="32"/>
                  </a:cubicBezTo>
                  <a:cubicBezTo>
                    <a:pt x="308" y="60"/>
                    <a:pt x="309" y="88"/>
                    <a:pt x="311" y="115"/>
                  </a:cubicBezTo>
                  <a:cubicBezTo>
                    <a:pt x="301" y="119"/>
                    <a:pt x="292" y="124"/>
                    <a:pt x="283" y="129"/>
                  </a:cubicBezTo>
                  <a:cubicBezTo>
                    <a:pt x="273" y="134"/>
                    <a:pt x="264" y="140"/>
                    <a:pt x="256" y="146"/>
                  </a:cubicBezTo>
                  <a:cubicBezTo>
                    <a:pt x="235" y="129"/>
                    <a:pt x="213" y="113"/>
                    <a:pt x="190" y="99"/>
                  </a:cubicBezTo>
                  <a:cubicBezTo>
                    <a:pt x="178" y="108"/>
                    <a:pt x="167" y="117"/>
                    <a:pt x="157" y="126"/>
                  </a:cubicBezTo>
                  <a:cubicBezTo>
                    <a:pt x="166" y="153"/>
                    <a:pt x="176" y="178"/>
                    <a:pt x="188" y="203"/>
                  </a:cubicBezTo>
                  <a:cubicBezTo>
                    <a:pt x="181" y="210"/>
                    <a:pt x="174" y="218"/>
                    <a:pt x="167" y="226"/>
                  </a:cubicBezTo>
                  <a:cubicBezTo>
                    <a:pt x="161" y="235"/>
                    <a:pt x="154" y="243"/>
                    <a:pt x="148" y="252"/>
                  </a:cubicBezTo>
                  <a:cubicBezTo>
                    <a:pt x="122" y="243"/>
                    <a:pt x="97" y="237"/>
                    <a:pt x="70" y="232"/>
                  </a:cubicBezTo>
                  <a:cubicBezTo>
                    <a:pt x="62" y="244"/>
                    <a:pt x="55" y="256"/>
                    <a:pt x="49" y="269"/>
                  </a:cubicBezTo>
                  <a:cubicBezTo>
                    <a:pt x="67" y="290"/>
                    <a:pt x="86" y="310"/>
                    <a:pt x="106" y="329"/>
                  </a:cubicBezTo>
                  <a:cubicBezTo>
                    <a:pt x="102" y="339"/>
                    <a:pt x="98" y="348"/>
                    <a:pt x="95" y="358"/>
                  </a:cubicBezTo>
                  <a:cubicBezTo>
                    <a:pt x="91" y="369"/>
                    <a:pt x="88" y="379"/>
                    <a:pt x="86" y="389"/>
                  </a:cubicBezTo>
                  <a:cubicBezTo>
                    <a:pt x="59" y="391"/>
                    <a:pt x="32" y="394"/>
                    <a:pt x="6" y="399"/>
                  </a:cubicBezTo>
                  <a:cubicBezTo>
                    <a:pt x="3" y="413"/>
                    <a:pt x="1" y="427"/>
                    <a:pt x="0" y="441"/>
                  </a:cubicBezTo>
                  <a:cubicBezTo>
                    <a:pt x="24" y="454"/>
                    <a:pt x="49" y="466"/>
                    <a:pt x="74" y="476"/>
                  </a:cubicBezTo>
                  <a:cubicBezTo>
                    <a:pt x="74" y="487"/>
                    <a:pt x="74" y="497"/>
                    <a:pt x="75" y="508"/>
                  </a:cubicBezTo>
                  <a:cubicBezTo>
                    <a:pt x="75" y="518"/>
                    <a:pt x="76" y="529"/>
                    <a:pt x="78" y="539"/>
                  </a:cubicBezTo>
                  <a:cubicBezTo>
                    <a:pt x="53" y="551"/>
                    <a:pt x="30" y="563"/>
                    <a:pt x="6" y="577"/>
                  </a:cubicBezTo>
                  <a:cubicBezTo>
                    <a:pt x="9" y="591"/>
                    <a:pt x="12" y="605"/>
                    <a:pt x="16" y="619"/>
                  </a:cubicBezTo>
                  <a:cubicBezTo>
                    <a:pt x="44" y="623"/>
                    <a:pt x="71" y="625"/>
                    <a:pt x="98" y="625"/>
                  </a:cubicBezTo>
                  <a:cubicBezTo>
                    <a:pt x="102" y="635"/>
                    <a:pt x="106" y="645"/>
                    <a:pt x="110" y="654"/>
                  </a:cubicBezTo>
                  <a:cubicBezTo>
                    <a:pt x="114" y="664"/>
                    <a:pt x="119" y="674"/>
                    <a:pt x="124" y="683"/>
                  </a:cubicBezTo>
                  <a:cubicBezTo>
                    <a:pt x="106" y="702"/>
                    <a:pt x="88" y="723"/>
                    <a:pt x="71" y="744"/>
                  </a:cubicBezTo>
                  <a:cubicBezTo>
                    <a:pt x="79" y="756"/>
                    <a:pt x="87" y="768"/>
                    <a:pt x="96" y="779"/>
                  </a:cubicBezTo>
                  <a:cubicBezTo>
                    <a:pt x="123" y="773"/>
                    <a:pt x="149" y="765"/>
                    <a:pt x="174" y="755"/>
                  </a:cubicBezTo>
                  <a:cubicBezTo>
                    <a:pt x="181" y="763"/>
                    <a:pt x="189" y="771"/>
                    <a:pt x="196" y="778"/>
                  </a:cubicBezTo>
                  <a:cubicBezTo>
                    <a:pt x="204" y="786"/>
                    <a:pt x="211" y="793"/>
                    <a:pt x="220" y="800"/>
                  </a:cubicBezTo>
                  <a:cubicBezTo>
                    <a:pt x="209" y="824"/>
                    <a:pt x="200" y="850"/>
                    <a:pt x="192" y="876"/>
                  </a:cubicBezTo>
                  <a:cubicBezTo>
                    <a:pt x="204" y="884"/>
                    <a:pt x="216" y="892"/>
                    <a:pt x="228" y="900"/>
                  </a:cubicBezTo>
                  <a:cubicBezTo>
                    <a:pt x="251" y="884"/>
                    <a:pt x="272" y="867"/>
                    <a:pt x="293" y="849"/>
                  </a:cubicBezTo>
                  <a:cubicBezTo>
                    <a:pt x="302" y="854"/>
                    <a:pt x="311" y="858"/>
                    <a:pt x="321" y="863"/>
                  </a:cubicBezTo>
                  <a:cubicBezTo>
                    <a:pt x="331" y="867"/>
                    <a:pt x="341" y="871"/>
                    <a:pt x="351" y="874"/>
                  </a:cubicBezTo>
                  <a:cubicBezTo>
                    <a:pt x="350" y="901"/>
                    <a:pt x="351" y="928"/>
                    <a:pt x="353" y="955"/>
                  </a:cubicBezTo>
                  <a:cubicBezTo>
                    <a:pt x="366" y="959"/>
                    <a:pt x="380" y="962"/>
                    <a:pt x="394" y="965"/>
                  </a:cubicBezTo>
                  <a:cubicBezTo>
                    <a:pt x="410" y="942"/>
                    <a:pt x="424" y="918"/>
                    <a:pt x="436" y="894"/>
                  </a:cubicBezTo>
                  <a:cubicBezTo>
                    <a:pt x="447" y="895"/>
                    <a:pt x="457" y="896"/>
                    <a:pt x="468" y="896"/>
                  </a:cubicBezTo>
                  <a:cubicBezTo>
                    <a:pt x="479" y="897"/>
                    <a:pt x="489" y="897"/>
                    <a:pt x="500" y="896"/>
                  </a:cubicBezTo>
                  <a:cubicBezTo>
                    <a:pt x="509" y="921"/>
                    <a:pt x="519" y="947"/>
                    <a:pt x="531" y="971"/>
                  </a:cubicBezTo>
                  <a:cubicBezTo>
                    <a:pt x="545" y="969"/>
                    <a:pt x="559" y="967"/>
                    <a:pt x="573" y="965"/>
                  </a:cubicBezTo>
                  <a:cubicBezTo>
                    <a:pt x="580" y="937"/>
                    <a:pt x="584" y="911"/>
                    <a:pt x="587" y="884"/>
                  </a:cubicBezTo>
                  <a:cubicBezTo>
                    <a:pt x="597" y="881"/>
                    <a:pt x="607" y="878"/>
                    <a:pt x="617" y="875"/>
                  </a:cubicBezTo>
                  <a:cubicBezTo>
                    <a:pt x="627" y="871"/>
                    <a:pt x="637" y="867"/>
                    <a:pt x="647" y="863"/>
                  </a:cubicBezTo>
                  <a:cubicBezTo>
                    <a:pt x="664" y="883"/>
                    <a:pt x="683" y="903"/>
                    <a:pt x="703" y="921"/>
                  </a:cubicBezTo>
                  <a:cubicBezTo>
                    <a:pt x="716" y="915"/>
                    <a:pt x="728" y="908"/>
                    <a:pt x="740" y="900"/>
                  </a:cubicBezTo>
                  <a:cubicBezTo>
                    <a:pt x="736" y="873"/>
                    <a:pt x="731" y="846"/>
                    <a:pt x="723" y="820"/>
                  </a:cubicBezTo>
                  <a:cubicBezTo>
                    <a:pt x="732" y="814"/>
                    <a:pt x="740" y="807"/>
                    <a:pt x="748" y="800"/>
                  </a:cubicBezTo>
                  <a:cubicBezTo>
                    <a:pt x="757" y="794"/>
                    <a:pt x="764" y="786"/>
                    <a:pt x="772" y="779"/>
                  </a:cubicBezTo>
                  <a:cubicBezTo>
                    <a:pt x="795" y="792"/>
                    <a:pt x="820" y="803"/>
                    <a:pt x="845" y="813"/>
                  </a:cubicBezTo>
                  <a:cubicBezTo>
                    <a:pt x="855" y="802"/>
                    <a:pt x="864" y="791"/>
                    <a:pt x="872" y="780"/>
                  </a:cubicBezTo>
                  <a:cubicBezTo>
                    <a:pt x="859" y="756"/>
                    <a:pt x="844" y="733"/>
                    <a:pt x="828" y="711"/>
                  </a:cubicBezTo>
                  <a:cubicBezTo>
                    <a:pt x="834" y="702"/>
                    <a:pt x="839" y="693"/>
                    <a:pt x="844" y="684"/>
                  </a:cubicBezTo>
                  <a:cubicBezTo>
                    <a:pt x="849" y="674"/>
                    <a:pt x="854" y="665"/>
                    <a:pt x="858" y="655"/>
                  </a:cubicBezTo>
                  <a:cubicBezTo>
                    <a:pt x="885" y="659"/>
                    <a:pt x="911" y="660"/>
                    <a:pt x="939" y="661"/>
                  </a:cubicBezTo>
                  <a:cubicBezTo>
                    <a:pt x="944" y="647"/>
                    <a:pt x="948" y="634"/>
                    <a:pt x="952" y="620"/>
                  </a:cubicBezTo>
                  <a:cubicBezTo>
                    <a:pt x="931" y="602"/>
                    <a:pt x="908" y="586"/>
                    <a:pt x="886" y="572"/>
                  </a:cubicBezTo>
                  <a:cubicBezTo>
                    <a:pt x="888" y="561"/>
                    <a:pt x="890" y="551"/>
                    <a:pt x="891" y="541"/>
                  </a:cubicBezTo>
                  <a:close/>
                  <a:moveTo>
                    <a:pt x="803" y="529"/>
                  </a:moveTo>
                  <a:cubicBezTo>
                    <a:pt x="798" y="568"/>
                    <a:pt x="785" y="606"/>
                    <a:pt x="766" y="641"/>
                  </a:cubicBezTo>
                  <a:cubicBezTo>
                    <a:pt x="747" y="676"/>
                    <a:pt x="721" y="707"/>
                    <a:pt x="691" y="732"/>
                  </a:cubicBezTo>
                  <a:cubicBezTo>
                    <a:pt x="661" y="758"/>
                    <a:pt x="626" y="778"/>
                    <a:pt x="588" y="790"/>
                  </a:cubicBezTo>
                  <a:cubicBezTo>
                    <a:pt x="551" y="803"/>
                    <a:pt x="511" y="809"/>
                    <a:pt x="472" y="807"/>
                  </a:cubicBezTo>
                  <a:cubicBezTo>
                    <a:pt x="432" y="806"/>
                    <a:pt x="393" y="797"/>
                    <a:pt x="357" y="781"/>
                  </a:cubicBezTo>
                  <a:cubicBezTo>
                    <a:pt x="320" y="765"/>
                    <a:pt x="287" y="743"/>
                    <a:pt x="259" y="715"/>
                  </a:cubicBezTo>
                  <a:cubicBezTo>
                    <a:pt x="230" y="687"/>
                    <a:pt x="207" y="654"/>
                    <a:pt x="191" y="618"/>
                  </a:cubicBezTo>
                  <a:cubicBezTo>
                    <a:pt x="175" y="582"/>
                    <a:pt x="166" y="543"/>
                    <a:pt x="164" y="503"/>
                  </a:cubicBezTo>
                  <a:cubicBezTo>
                    <a:pt x="161" y="464"/>
                    <a:pt x="167" y="424"/>
                    <a:pt x="179" y="386"/>
                  </a:cubicBezTo>
                  <a:cubicBezTo>
                    <a:pt x="191" y="349"/>
                    <a:pt x="211" y="313"/>
                    <a:pt x="236" y="283"/>
                  </a:cubicBezTo>
                  <a:cubicBezTo>
                    <a:pt x="261" y="252"/>
                    <a:pt x="292" y="226"/>
                    <a:pt x="326" y="207"/>
                  </a:cubicBezTo>
                  <a:cubicBezTo>
                    <a:pt x="361" y="187"/>
                    <a:pt x="399" y="174"/>
                    <a:pt x="438" y="168"/>
                  </a:cubicBezTo>
                  <a:cubicBezTo>
                    <a:pt x="477" y="163"/>
                    <a:pt x="517" y="164"/>
                    <a:pt x="556" y="173"/>
                  </a:cubicBezTo>
                  <a:cubicBezTo>
                    <a:pt x="594" y="182"/>
                    <a:pt x="632" y="198"/>
                    <a:pt x="664" y="220"/>
                  </a:cubicBezTo>
                  <a:cubicBezTo>
                    <a:pt x="697" y="242"/>
                    <a:pt x="726" y="271"/>
                    <a:pt x="748" y="303"/>
                  </a:cubicBezTo>
                  <a:cubicBezTo>
                    <a:pt x="771" y="336"/>
                    <a:pt x="787" y="372"/>
                    <a:pt x="797" y="411"/>
                  </a:cubicBezTo>
                  <a:cubicBezTo>
                    <a:pt x="806" y="450"/>
                    <a:pt x="808" y="490"/>
                    <a:pt x="803" y="529"/>
                  </a:cubicBezTo>
                  <a:close/>
                </a:path>
              </a:pathLst>
            </a:custGeom>
            <a:solidFill>
              <a:schemeClr val="accent2"/>
            </a:solidFill>
            <a:ln>
              <a:noFill/>
            </a:ln>
          </p:spPr>
          <p:txBody>
            <a:bodyPr wrap="square" lIns="91440" tIns="45720" rIns="91440" bIns="45720" anchor="ctr">
              <a:normAutofit fontScale="92500" lnSpcReduction="10000"/>
            </a:bodyPr>
            <a:lstStyle/>
            <a:p>
              <a:pPr algn="ctr"/>
              <a:endParaRPr>
                <a:cs typeface="+mn-ea"/>
                <a:sym typeface="+mn-lt"/>
              </a:endParaRPr>
            </a:p>
          </p:txBody>
        </p:sp>
        <p:sp>
          <p:nvSpPr>
            <p:cNvPr id="12" name="íslíḓè">
              <a:extLst>
                <a:ext uri="{FF2B5EF4-FFF2-40B4-BE49-F238E27FC236}">
                  <a16:creationId xmlns="" xmlns:a16="http://schemas.microsoft.com/office/drawing/2014/main" id="{FAFF9E17-1B5E-4802-BF37-670BB8F17AFE}"/>
                </a:ext>
              </a:extLst>
            </p:cNvPr>
            <p:cNvSpPr txBox="1"/>
            <p:nvPr/>
          </p:nvSpPr>
          <p:spPr>
            <a:xfrm>
              <a:off x="2706023" y="2537542"/>
              <a:ext cx="716863" cy="461665"/>
            </a:xfrm>
            <a:prstGeom prst="rect">
              <a:avLst/>
            </a:prstGeom>
            <a:noFill/>
          </p:spPr>
          <p:txBody>
            <a:bodyPr wrap="square" lIns="91440" tIns="45720" rIns="91440" bIns="45720">
              <a:normAutofit fontScale="85000" lnSpcReduction="10000"/>
            </a:bodyPr>
            <a:lstStyle/>
            <a:p>
              <a:pPr algn="ctr"/>
              <a:r>
                <a:rPr lang="en-US" sz="2400">
                  <a:solidFill>
                    <a:schemeClr val="tx1">
                      <a:lumMod val="50000"/>
                      <a:lumOff val="50000"/>
                    </a:schemeClr>
                  </a:solidFill>
                  <a:cs typeface="+mn-ea"/>
                  <a:sym typeface="+mn-lt"/>
                </a:rPr>
                <a:t>4</a:t>
              </a:r>
              <a:r>
                <a:rPr lang="en-US" sz="100">
                  <a:solidFill>
                    <a:schemeClr val="tx1">
                      <a:lumMod val="50000"/>
                      <a:lumOff val="50000"/>
                    </a:schemeClr>
                  </a:solidFill>
                  <a:cs typeface="+mn-ea"/>
                  <a:sym typeface="+mn-lt"/>
                </a:rPr>
                <a:t> </a:t>
              </a:r>
              <a:r>
                <a:rPr lang="en-US" sz="2400">
                  <a:solidFill>
                    <a:schemeClr val="tx1">
                      <a:lumMod val="50000"/>
                      <a:lumOff val="50000"/>
                    </a:schemeClr>
                  </a:solidFill>
                  <a:cs typeface="+mn-ea"/>
                  <a:sym typeface="+mn-lt"/>
                </a:rPr>
                <a:t>5%</a:t>
              </a:r>
            </a:p>
          </p:txBody>
        </p:sp>
        <p:sp>
          <p:nvSpPr>
            <p:cNvPr id="13" name="işľiḓê">
              <a:extLst>
                <a:ext uri="{FF2B5EF4-FFF2-40B4-BE49-F238E27FC236}">
                  <a16:creationId xmlns="" xmlns:a16="http://schemas.microsoft.com/office/drawing/2014/main" id="{279475E1-E7C7-4BBD-AEBC-455925FF138B}"/>
                </a:ext>
              </a:extLst>
            </p:cNvPr>
            <p:cNvSpPr txBox="1"/>
            <p:nvPr/>
          </p:nvSpPr>
          <p:spPr>
            <a:xfrm>
              <a:off x="3179711" y="4127511"/>
              <a:ext cx="726481" cy="461665"/>
            </a:xfrm>
            <a:prstGeom prst="rect">
              <a:avLst/>
            </a:prstGeom>
            <a:noFill/>
          </p:spPr>
          <p:txBody>
            <a:bodyPr wrap="square" lIns="91440" tIns="45720" rIns="91440" bIns="45720">
              <a:normAutofit fontScale="85000" lnSpcReduction="10000"/>
            </a:bodyPr>
            <a:lstStyle/>
            <a:p>
              <a:pPr algn="ctr"/>
              <a:r>
                <a:rPr lang="en-US" sz="2400">
                  <a:solidFill>
                    <a:schemeClr val="accent1"/>
                  </a:solidFill>
                  <a:cs typeface="+mn-ea"/>
                  <a:sym typeface="+mn-lt"/>
                </a:rPr>
                <a:t>8</a:t>
              </a:r>
              <a:r>
                <a:rPr lang="en-US" sz="100">
                  <a:solidFill>
                    <a:schemeClr val="accent1"/>
                  </a:solidFill>
                  <a:cs typeface="+mn-ea"/>
                  <a:sym typeface="+mn-lt"/>
                </a:rPr>
                <a:t> </a:t>
              </a:r>
              <a:r>
                <a:rPr lang="en-US" sz="2400">
                  <a:solidFill>
                    <a:schemeClr val="accent1"/>
                  </a:solidFill>
                  <a:cs typeface="+mn-ea"/>
                  <a:sym typeface="+mn-lt"/>
                </a:rPr>
                <a:t>3</a:t>
              </a:r>
              <a:r>
                <a:rPr lang="en-US" sz="2400" dirty="0">
                  <a:solidFill>
                    <a:schemeClr val="accent1"/>
                  </a:solidFill>
                  <a:cs typeface="+mn-ea"/>
                  <a:sym typeface="+mn-lt"/>
                </a:rPr>
                <a:t>%</a:t>
              </a:r>
            </a:p>
          </p:txBody>
        </p:sp>
        <p:sp>
          <p:nvSpPr>
            <p:cNvPr id="14" name="îš1iḓé">
              <a:extLst>
                <a:ext uri="{FF2B5EF4-FFF2-40B4-BE49-F238E27FC236}">
                  <a16:creationId xmlns="" xmlns:a16="http://schemas.microsoft.com/office/drawing/2014/main" id="{D5DADE62-E195-4FE8-A741-29735DA3C5B4}"/>
                </a:ext>
              </a:extLst>
            </p:cNvPr>
            <p:cNvSpPr txBox="1"/>
            <p:nvPr/>
          </p:nvSpPr>
          <p:spPr>
            <a:xfrm>
              <a:off x="1844313" y="3404269"/>
              <a:ext cx="729687" cy="461665"/>
            </a:xfrm>
            <a:prstGeom prst="rect">
              <a:avLst/>
            </a:prstGeom>
            <a:noFill/>
          </p:spPr>
          <p:txBody>
            <a:bodyPr wrap="square" lIns="91440" tIns="45720" rIns="91440" bIns="45720">
              <a:normAutofit fontScale="85000" lnSpcReduction="10000"/>
            </a:bodyPr>
            <a:lstStyle/>
            <a:p>
              <a:pPr algn="ctr"/>
              <a:r>
                <a:rPr lang="en-US" sz="2400">
                  <a:solidFill>
                    <a:schemeClr val="tx1">
                      <a:lumMod val="50000"/>
                      <a:lumOff val="50000"/>
                    </a:schemeClr>
                  </a:solidFill>
                  <a:cs typeface="+mn-ea"/>
                  <a:sym typeface="+mn-lt"/>
                </a:rPr>
                <a:t>6</a:t>
              </a:r>
              <a:r>
                <a:rPr lang="en-US" sz="100">
                  <a:solidFill>
                    <a:schemeClr val="tx1">
                      <a:lumMod val="50000"/>
                      <a:lumOff val="50000"/>
                    </a:schemeClr>
                  </a:solidFill>
                  <a:cs typeface="+mn-ea"/>
                  <a:sym typeface="+mn-lt"/>
                </a:rPr>
                <a:t> </a:t>
              </a:r>
              <a:r>
                <a:rPr lang="en-US" sz="2400">
                  <a:solidFill>
                    <a:schemeClr val="tx1">
                      <a:lumMod val="50000"/>
                      <a:lumOff val="50000"/>
                    </a:schemeClr>
                  </a:solidFill>
                  <a:cs typeface="+mn-ea"/>
                  <a:sym typeface="+mn-lt"/>
                </a:rPr>
                <a:t>5</a:t>
              </a:r>
              <a:r>
                <a:rPr lang="en-US" sz="2400" dirty="0">
                  <a:solidFill>
                    <a:schemeClr val="tx1">
                      <a:lumMod val="50000"/>
                      <a:lumOff val="50000"/>
                    </a:schemeClr>
                  </a:solidFill>
                  <a:cs typeface="+mn-ea"/>
                  <a:sym typeface="+mn-lt"/>
                </a:rPr>
                <a:t>%</a:t>
              </a:r>
            </a:p>
          </p:txBody>
        </p:sp>
        <p:sp>
          <p:nvSpPr>
            <p:cNvPr id="15" name="îŝlïdê">
              <a:extLst>
                <a:ext uri="{FF2B5EF4-FFF2-40B4-BE49-F238E27FC236}">
                  <a16:creationId xmlns="" xmlns:a16="http://schemas.microsoft.com/office/drawing/2014/main" id="{6EACC053-CE92-410B-B785-3BE4D5172E95}"/>
                </a:ext>
              </a:extLst>
            </p:cNvPr>
            <p:cNvSpPr txBox="1"/>
            <p:nvPr/>
          </p:nvSpPr>
          <p:spPr>
            <a:xfrm>
              <a:off x="1538302" y="4807621"/>
              <a:ext cx="683200" cy="461665"/>
            </a:xfrm>
            <a:prstGeom prst="rect">
              <a:avLst/>
            </a:prstGeom>
            <a:noFill/>
          </p:spPr>
          <p:txBody>
            <a:bodyPr wrap="square" lIns="91440" tIns="45720" rIns="91440" bIns="45720">
              <a:normAutofit fontScale="77500" lnSpcReduction="20000"/>
            </a:bodyPr>
            <a:lstStyle/>
            <a:p>
              <a:pPr algn="ctr"/>
              <a:r>
                <a:rPr lang="en-US" sz="2400">
                  <a:solidFill>
                    <a:schemeClr val="tx1">
                      <a:lumMod val="50000"/>
                      <a:lumOff val="50000"/>
                    </a:schemeClr>
                  </a:solidFill>
                  <a:cs typeface="+mn-ea"/>
                  <a:sym typeface="+mn-lt"/>
                </a:rPr>
                <a:t>7</a:t>
              </a:r>
              <a:r>
                <a:rPr lang="en-US" sz="100">
                  <a:solidFill>
                    <a:schemeClr val="tx1">
                      <a:lumMod val="50000"/>
                      <a:lumOff val="50000"/>
                    </a:schemeClr>
                  </a:solidFill>
                  <a:cs typeface="+mn-ea"/>
                  <a:sym typeface="+mn-lt"/>
                </a:rPr>
                <a:t> </a:t>
              </a:r>
              <a:r>
                <a:rPr lang="en-US" sz="2400">
                  <a:solidFill>
                    <a:schemeClr val="tx1">
                      <a:lumMod val="50000"/>
                      <a:lumOff val="50000"/>
                    </a:schemeClr>
                  </a:solidFill>
                  <a:cs typeface="+mn-ea"/>
                  <a:sym typeface="+mn-lt"/>
                </a:rPr>
                <a:t>8%</a:t>
              </a:r>
            </a:p>
          </p:txBody>
        </p:sp>
      </p:grpSp>
      <p:grpSp>
        <p:nvGrpSpPr>
          <p:cNvPr id="28" name="组合 27">
            <a:extLst>
              <a:ext uri="{FF2B5EF4-FFF2-40B4-BE49-F238E27FC236}">
                <a16:creationId xmlns="" xmlns:a16="http://schemas.microsoft.com/office/drawing/2014/main" id="{5074A1D8-30F8-4BDA-8EDF-96CD6FE4B007}"/>
              </a:ext>
            </a:extLst>
          </p:cNvPr>
          <p:cNvGrpSpPr/>
          <p:nvPr/>
        </p:nvGrpSpPr>
        <p:grpSpPr>
          <a:xfrm>
            <a:off x="5177450" y="2075331"/>
            <a:ext cx="6317514" cy="3500656"/>
            <a:chOff x="4956447" y="2304161"/>
            <a:chExt cx="6317514" cy="3500656"/>
          </a:xfrm>
        </p:grpSpPr>
        <p:sp>
          <p:nvSpPr>
            <p:cNvPr id="16" name="ï$ḻiḋè">
              <a:extLst>
                <a:ext uri="{FF2B5EF4-FFF2-40B4-BE49-F238E27FC236}">
                  <a16:creationId xmlns="" xmlns:a16="http://schemas.microsoft.com/office/drawing/2014/main" id="{DD94E39E-7441-4908-B30A-544795ED1035}"/>
                </a:ext>
              </a:extLst>
            </p:cNvPr>
            <p:cNvSpPr/>
            <p:nvPr/>
          </p:nvSpPr>
          <p:spPr>
            <a:xfrm>
              <a:off x="4956448" y="3242233"/>
              <a:ext cx="2977117" cy="535531"/>
            </a:xfrm>
            <a:prstGeom prst="rect">
              <a:avLst/>
            </a:prstGeom>
          </p:spPr>
          <p:txBody>
            <a:bodyPr wrap="square" lIns="91440" tIns="45720" rIns="91440" bIns="45720">
              <a:noAutofit/>
            </a:bodyPr>
            <a:lstStyle/>
            <a:p>
              <a:pPr>
                <a:lnSpc>
                  <a:spcPct val="120000"/>
                </a:lnSpc>
              </a:pPr>
              <a:r>
                <a:rPr lang="zh-CN" altLang="en-US" sz="1400" dirty="0">
                  <a:cs typeface="+mn-ea"/>
                  <a:sym typeface="+mn-lt"/>
                </a:rPr>
                <a:t>输入替换内容文本输入替换内容文本输入替换内容文本</a:t>
              </a:r>
            </a:p>
          </p:txBody>
        </p:sp>
        <p:sp>
          <p:nvSpPr>
            <p:cNvPr id="17" name="î$ľîdé">
              <a:extLst>
                <a:ext uri="{FF2B5EF4-FFF2-40B4-BE49-F238E27FC236}">
                  <a16:creationId xmlns="" xmlns:a16="http://schemas.microsoft.com/office/drawing/2014/main" id="{73F4EC21-2993-4150-8D54-6E52059A14A9}"/>
                </a:ext>
              </a:extLst>
            </p:cNvPr>
            <p:cNvSpPr/>
            <p:nvPr/>
          </p:nvSpPr>
          <p:spPr>
            <a:xfrm>
              <a:off x="4956447" y="5269286"/>
              <a:ext cx="2977117" cy="535531"/>
            </a:xfrm>
            <a:prstGeom prst="rect">
              <a:avLst/>
            </a:prstGeom>
          </p:spPr>
          <p:txBody>
            <a:bodyPr wrap="square" lIns="91440" tIns="45720" rIns="91440" bIns="45720">
              <a:noAutofit/>
            </a:bodyPr>
            <a:lstStyle/>
            <a:p>
              <a:pPr>
                <a:lnSpc>
                  <a:spcPct val="120000"/>
                </a:lnSpc>
              </a:pPr>
              <a:r>
                <a:rPr lang="zh-CN" altLang="en-US" sz="1400" dirty="0">
                  <a:cs typeface="+mn-ea"/>
                  <a:sym typeface="+mn-lt"/>
                </a:rPr>
                <a:t>输入替换内容文本输入替换内容文本输入替换内容文本</a:t>
              </a:r>
            </a:p>
          </p:txBody>
        </p:sp>
        <p:sp>
          <p:nvSpPr>
            <p:cNvPr id="18" name="iś1iḑe">
              <a:extLst>
                <a:ext uri="{FF2B5EF4-FFF2-40B4-BE49-F238E27FC236}">
                  <a16:creationId xmlns="" xmlns:a16="http://schemas.microsoft.com/office/drawing/2014/main" id="{DCFA26A4-03AE-4EA5-98C0-0F8192EAF94A}"/>
                </a:ext>
              </a:extLst>
            </p:cNvPr>
            <p:cNvSpPr/>
            <p:nvPr/>
          </p:nvSpPr>
          <p:spPr>
            <a:xfrm>
              <a:off x="8296844" y="3242233"/>
              <a:ext cx="2977117" cy="535531"/>
            </a:xfrm>
            <a:prstGeom prst="rect">
              <a:avLst/>
            </a:prstGeom>
          </p:spPr>
          <p:txBody>
            <a:bodyPr wrap="square" lIns="91440" tIns="45720" rIns="91440" bIns="45720">
              <a:noAutofit/>
            </a:bodyPr>
            <a:lstStyle/>
            <a:p>
              <a:pPr>
                <a:lnSpc>
                  <a:spcPct val="120000"/>
                </a:lnSpc>
              </a:pPr>
              <a:r>
                <a:rPr lang="zh-CN" altLang="en-US" sz="1400" dirty="0">
                  <a:cs typeface="+mn-ea"/>
                  <a:sym typeface="+mn-lt"/>
                </a:rPr>
                <a:t>输入替换内容文本输入替换内容文本输入替换内容文本</a:t>
              </a:r>
            </a:p>
          </p:txBody>
        </p:sp>
        <p:sp>
          <p:nvSpPr>
            <p:cNvPr id="19" name="iṣľíḍè">
              <a:extLst>
                <a:ext uri="{FF2B5EF4-FFF2-40B4-BE49-F238E27FC236}">
                  <a16:creationId xmlns="" xmlns:a16="http://schemas.microsoft.com/office/drawing/2014/main" id="{534A479F-6551-4FFA-9EEF-F55D720EA8EC}"/>
                </a:ext>
              </a:extLst>
            </p:cNvPr>
            <p:cNvSpPr/>
            <p:nvPr/>
          </p:nvSpPr>
          <p:spPr>
            <a:xfrm>
              <a:off x="8296843" y="5269286"/>
              <a:ext cx="2977117" cy="535531"/>
            </a:xfrm>
            <a:prstGeom prst="rect">
              <a:avLst/>
            </a:prstGeom>
          </p:spPr>
          <p:txBody>
            <a:bodyPr wrap="square" lIns="91440" tIns="45720" rIns="91440" bIns="45720">
              <a:noAutofit/>
            </a:bodyPr>
            <a:lstStyle/>
            <a:p>
              <a:pPr>
                <a:lnSpc>
                  <a:spcPct val="120000"/>
                </a:lnSpc>
              </a:pPr>
              <a:r>
                <a:rPr lang="zh-CN" altLang="en-US" sz="1400" dirty="0">
                  <a:cs typeface="+mn-ea"/>
                  <a:sym typeface="+mn-lt"/>
                </a:rPr>
                <a:t>输入替换内容文本输入替换内容文本输入替换内容文本</a:t>
              </a:r>
            </a:p>
          </p:txBody>
        </p:sp>
        <p:sp>
          <p:nvSpPr>
            <p:cNvPr id="20" name="íṩḷíḓe">
              <a:extLst>
                <a:ext uri="{FF2B5EF4-FFF2-40B4-BE49-F238E27FC236}">
                  <a16:creationId xmlns="" xmlns:a16="http://schemas.microsoft.com/office/drawing/2014/main" id="{2C0C688F-45DE-4B50-AC94-1EA887F417E2}"/>
                </a:ext>
              </a:extLst>
            </p:cNvPr>
            <p:cNvSpPr/>
            <p:nvPr/>
          </p:nvSpPr>
          <p:spPr bwMode="auto">
            <a:xfrm>
              <a:off x="5045019" y="2340011"/>
              <a:ext cx="340005" cy="272678"/>
            </a:xfrm>
            <a:custGeom>
              <a:avLst/>
              <a:gdLst>
                <a:gd name="T0" fmla="*/ 151 w 152"/>
                <a:gd name="T1" fmla="*/ 64 h 121"/>
                <a:gd name="T2" fmla="*/ 145 w 152"/>
                <a:gd name="T3" fmla="*/ 71 h 121"/>
                <a:gd name="T4" fmla="*/ 144 w 152"/>
                <a:gd name="T5" fmla="*/ 72 h 121"/>
                <a:gd name="T6" fmla="*/ 143 w 152"/>
                <a:gd name="T7" fmla="*/ 72 h 121"/>
                <a:gd name="T8" fmla="*/ 141 w 152"/>
                <a:gd name="T9" fmla="*/ 71 h 121"/>
                <a:gd name="T10" fmla="*/ 76 w 152"/>
                <a:gd name="T11" fmla="*/ 16 h 121"/>
                <a:gd name="T12" fmla="*/ 10 w 152"/>
                <a:gd name="T13" fmla="*/ 71 h 121"/>
                <a:gd name="T14" fmla="*/ 8 w 152"/>
                <a:gd name="T15" fmla="*/ 72 h 121"/>
                <a:gd name="T16" fmla="*/ 6 w 152"/>
                <a:gd name="T17" fmla="*/ 71 h 121"/>
                <a:gd name="T18" fmla="*/ 0 w 152"/>
                <a:gd name="T19" fmla="*/ 64 h 121"/>
                <a:gd name="T20" fmla="*/ 0 w 152"/>
                <a:gd name="T21" fmla="*/ 61 h 121"/>
                <a:gd name="T22" fmla="*/ 1 w 152"/>
                <a:gd name="T23" fmla="*/ 59 h 121"/>
                <a:gd name="T24" fmla="*/ 69 w 152"/>
                <a:gd name="T25" fmla="*/ 3 h 121"/>
                <a:gd name="T26" fmla="*/ 76 w 152"/>
                <a:gd name="T27" fmla="*/ 0 h 121"/>
                <a:gd name="T28" fmla="*/ 83 w 152"/>
                <a:gd name="T29" fmla="*/ 3 h 121"/>
                <a:gd name="T30" fmla="*/ 106 w 152"/>
                <a:gd name="T31" fmla="*/ 22 h 121"/>
                <a:gd name="T32" fmla="*/ 106 w 152"/>
                <a:gd name="T33" fmla="*/ 3 h 121"/>
                <a:gd name="T34" fmla="*/ 107 w 152"/>
                <a:gd name="T35" fmla="*/ 1 h 121"/>
                <a:gd name="T36" fmla="*/ 109 w 152"/>
                <a:gd name="T37" fmla="*/ 0 h 121"/>
                <a:gd name="T38" fmla="*/ 127 w 152"/>
                <a:gd name="T39" fmla="*/ 0 h 121"/>
                <a:gd name="T40" fmla="*/ 129 w 152"/>
                <a:gd name="T41" fmla="*/ 1 h 121"/>
                <a:gd name="T42" fmla="*/ 130 w 152"/>
                <a:gd name="T43" fmla="*/ 3 h 121"/>
                <a:gd name="T44" fmla="*/ 130 w 152"/>
                <a:gd name="T45" fmla="*/ 42 h 121"/>
                <a:gd name="T46" fmla="*/ 151 w 152"/>
                <a:gd name="T47" fmla="*/ 59 h 121"/>
                <a:gd name="T48" fmla="*/ 152 w 152"/>
                <a:gd name="T49" fmla="*/ 61 h 121"/>
                <a:gd name="T50" fmla="*/ 151 w 152"/>
                <a:gd name="T51" fmla="*/ 64 h 121"/>
                <a:gd name="T52" fmla="*/ 130 w 152"/>
                <a:gd name="T53" fmla="*/ 70 h 121"/>
                <a:gd name="T54" fmla="*/ 130 w 152"/>
                <a:gd name="T55" fmla="*/ 115 h 121"/>
                <a:gd name="T56" fmla="*/ 128 w 152"/>
                <a:gd name="T57" fmla="*/ 120 h 121"/>
                <a:gd name="T58" fmla="*/ 124 w 152"/>
                <a:gd name="T59" fmla="*/ 121 h 121"/>
                <a:gd name="T60" fmla="*/ 88 w 152"/>
                <a:gd name="T61" fmla="*/ 121 h 121"/>
                <a:gd name="T62" fmla="*/ 88 w 152"/>
                <a:gd name="T63" fmla="*/ 85 h 121"/>
                <a:gd name="T64" fmla="*/ 64 w 152"/>
                <a:gd name="T65" fmla="*/ 85 h 121"/>
                <a:gd name="T66" fmla="*/ 64 w 152"/>
                <a:gd name="T67" fmla="*/ 121 h 121"/>
                <a:gd name="T68" fmla="*/ 27 w 152"/>
                <a:gd name="T69" fmla="*/ 121 h 121"/>
                <a:gd name="T70" fmla="*/ 23 w 152"/>
                <a:gd name="T71" fmla="*/ 120 h 121"/>
                <a:gd name="T72" fmla="*/ 21 w 152"/>
                <a:gd name="T73" fmla="*/ 115 h 121"/>
                <a:gd name="T74" fmla="*/ 21 w 152"/>
                <a:gd name="T75" fmla="*/ 70 h 121"/>
                <a:gd name="T76" fmla="*/ 21 w 152"/>
                <a:gd name="T77" fmla="*/ 70 h 121"/>
                <a:gd name="T78" fmla="*/ 21 w 152"/>
                <a:gd name="T79" fmla="*/ 69 h 121"/>
                <a:gd name="T80" fmla="*/ 76 w 152"/>
                <a:gd name="T81" fmla="*/ 25 h 121"/>
                <a:gd name="T82" fmla="*/ 130 w 152"/>
                <a:gd name="T83" fmla="*/ 69 h 121"/>
                <a:gd name="T84" fmla="*/ 130 w 152"/>
                <a:gd name="T85" fmla="*/ 7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2" h="121">
                  <a:moveTo>
                    <a:pt x="151" y="64"/>
                  </a:moveTo>
                  <a:cubicBezTo>
                    <a:pt x="145" y="71"/>
                    <a:pt x="145" y="71"/>
                    <a:pt x="145" y="71"/>
                  </a:cubicBezTo>
                  <a:cubicBezTo>
                    <a:pt x="145" y="71"/>
                    <a:pt x="144" y="71"/>
                    <a:pt x="144" y="72"/>
                  </a:cubicBezTo>
                  <a:cubicBezTo>
                    <a:pt x="143" y="72"/>
                    <a:pt x="143" y="72"/>
                    <a:pt x="143" y="72"/>
                  </a:cubicBezTo>
                  <a:cubicBezTo>
                    <a:pt x="142" y="72"/>
                    <a:pt x="142" y="71"/>
                    <a:pt x="141" y="71"/>
                  </a:cubicBezTo>
                  <a:cubicBezTo>
                    <a:pt x="76" y="16"/>
                    <a:pt x="76" y="16"/>
                    <a:pt x="76" y="16"/>
                  </a:cubicBezTo>
                  <a:cubicBezTo>
                    <a:pt x="10" y="71"/>
                    <a:pt x="10" y="71"/>
                    <a:pt x="10" y="71"/>
                  </a:cubicBezTo>
                  <a:cubicBezTo>
                    <a:pt x="10" y="71"/>
                    <a:pt x="9" y="72"/>
                    <a:pt x="8" y="72"/>
                  </a:cubicBezTo>
                  <a:cubicBezTo>
                    <a:pt x="7" y="71"/>
                    <a:pt x="7" y="71"/>
                    <a:pt x="6" y="71"/>
                  </a:cubicBezTo>
                  <a:cubicBezTo>
                    <a:pt x="0" y="64"/>
                    <a:pt x="0" y="64"/>
                    <a:pt x="0" y="64"/>
                  </a:cubicBezTo>
                  <a:cubicBezTo>
                    <a:pt x="0" y="63"/>
                    <a:pt x="0" y="62"/>
                    <a:pt x="0" y="61"/>
                  </a:cubicBezTo>
                  <a:cubicBezTo>
                    <a:pt x="0" y="60"/>
                    <a:pt x="0" y="60"/>
                    <a:pt x="1" y="59"/>
                  </a:cubicBezTo>
                  <a:cubicBezTo>
                    <a:pt x="69" y="3"/>
                    <a:pt x="69" y="3"/>
                    <a:pt x="69" y="3"/>
                  </a:cubicBezTo>
                  <a:cubicBezTo>
                    <a:pt x="71" y="1"/>
                    <a:pt x="73" y="0"/>
                    <a:pt x="76" y="0"/>
                  </a:cubicBezTo>
                  <a:cubicBezTo>
                    <a:pt x="79" y="0"/>
                    <a:pt x="81" y="1"/>
                    <a:pt x="83" y="3"/>
                  </a:cubicBezTo>
                  <a:cubicBezTo>
                    <a:pt x="106" y="22"/>
                    <a:pt x="106" y="22"/>
                    <a:pt x="106" y="22"/>
                  </a:cubicBezTo>
                  <a:cubicBezTo>
                    <a:pt x="106" y="3"/>
                    <a:pt x="106" y="3"/>
                    <a:pt x="106" y="3"/>
                  </a:cubicBezTo>
                  <a:cubicBezTo>
                    <a:pt x="106" y="3"/>
                    <a:pt x="106" y="2"/>
                    <a:pt x="107" y="1"/>
                  </a:cubicBezTo>
                  <a:cubicBezTo>
                    <a:pt x="107" y="1"/>
                    <a:pt x="108" y="0"/>
                    <a:pt x="109" y="0"/>
                  </a:cubicBezTo>
                  <a:cubicBezTo>
                    <a:pt x="127" y="0"/>
                    <a:pt x="127" y="0"/>
                    <a:pt x="127" y="0"/>
                  </a:cubicBezTo>
                  <a:cubicBezTo>
                    <a:pt x="128" y="0"/>
                    <a:pt x="129" y="1"/>
                    <a:pt x="129" y="1"/>
                  </a:cubicBezTo>
                  <a:cubicBezTo>
                    <a:pt x="130" y="2"/>
                    <a:pt x="130" y="3"/>
                    <a:pt x="130" y="3"/>
                  </a:cubicBezTo>
                  <a:cubicBezTo>
                    <a:pt x="130" y="42"/>
                    <a:pt x="130" y="42"/>
                    <a:pt x="130" y="42"/>
                  </a:cubicBezTo>
                  <a:cubicBezTo>
                    <a:pt x="151" y="59"/>
                    <a:pt x="151" y="59"/>
                    <a:pt x="151" y="59"/>
                  </a:cubicBezTo>
                  <a:cubicBezTo>
                    <a:pt x="152" y="60"/>
                    <a:pt x="152" y="60"/>
                    <a:pt x="152" y="61"/>
                  </a:cubicBezTo>
                  <a:cubicBezTo>
                    <a:pt x="152" y="62"/>
                    <a:pt x="152" y="63"/>
                    <a:pt x="151" y="64"/>
                  </a:cubicBezTo>
                  <a:close/>
                  <a:moveTo>
                    <a:pt x="130" y="70"/>
                  </a:moveTo>
                  <a:cubicBezTo>
                    <a:pt x="130" y="115"/>
                    <a:pt x="130" y="115"/>
                    <a:pt x="130" y="115"/>
                  </a:cubicBezTo>
                  <a:cubicBezTo>
                    <a:pt x="130" y="117"/>
                    <a:pt x="130" y="118"/>
                    <a:pt x="128" y="120"/>
                  </a:cubicBezTo>
                  <a:cubicBezTo>
                    <a:pt x="127" y="121"/>
                    <a:pt x="126" y="121"/>
                    <a:pt x="124" y="121"/>
                  </a:cubicBezTo>
                  <a:cubicBezTo>
                    <a:pt x="88" y="121"/>
                    <a:pt x="88" y="121"/>
                    <a:pt x="88" y="121"/>
                  </a:cubicBezTo>
                  <a:cubicBezTo>
                    <a:pt x="88" y="85"/>
                    <a:pt x="88" y="85"/>
                    <a:pt x="88" y="85"/>
                  </a:cubicBezTo>
                  <a:cubicBezTo>
                    <a:pt x="64" y="85"/>
                    <a:pt x="64" y="85"/>
                    <a:pt x="64" y="85"/>
                  </a:cubicBezTo>
                  <a:cubicBezTo>
                    <a:pt x="64" y="121"/>
                    <a:pt x="64" y="121"/>
                    <a:pt x="64" y="121"/>
                  </a:cubicBezTo>
                  <a:cubicBezTo>
                    <a:pt x="27" y="121"/>
                    <a:pt x="27" y="121"/>
                    <a:pt x="27" y="121"/>
                  </a:cubicBezTo>
                  <a:cubicBezTo>
                    <a:pt x="26" y="121"/>
                    <a:pt x="24" y="121"/>
                    <a:pt x="23" y="120"/>
                  </a:cubicBezTo>
                  <a:cubicBezTo>
                    <a:pt x="22" y="118"/>
                    <a:pt x="21" y="117"/>
                    <a:pt x="21" y="115"/>
                  </a:cubicBezTo>
                  <a:cubicBezTo>
                    <a:pt x="21" y="70"/>
                    <a:pt x="21" y="70"/>
                    <a:pt x="21" y="70"/>
                  </a:cubicBezTo>
                  <a:cubicBezTo>
                    <a:pt x="21" y="70"/>
                    <a:pt x="21" y="70"/>
                    <a:pt x="21" y="70"/>
                  </a:cubicBezTo>
                  <a:cubicBezTo>
                    <a:pt x="21" y="70"/>
                    <a:pt x="21" y="70"/>
                    <a:pt x="21" y="69"/>
                  </a:cubicBezTo>
                  <a:cubicBezTo>
                    <a:pt x="76" y="25"/>
                    <a:pt x="76" y="25"/>
                    <a:pt x="76" y="25"/>
                  </a:cubicBezTo>
                  <a:cubicBezTo>
                    <a:pt x="130" y="69"/>
                    <a:pt x="130" y="69"/>
                    <a:pt x="130" y="69"/>
                  </a:cubicBezTo>
                  <a:cubicBezTo>
                    <a:pt x="130" y="70"/>
                    <a:pt x="130" y="70"/>
                    <a:pt x="130" y="70"/>
                  </a:cubicBezTo>
                  <a:close/>
                </a:path>
              </a:pathLst>
            </a:custGeom>
            <a:solidFill>
              <a:schemeClr val="accent2"/>
            </a:solidFill>
            <a:ln>
              <a:noFill/>
            </a:ln>
          </p:spPr>
          <p:txBody>
            <a:bodyPr wrap="square" lIns="91440" tIns="45720" rIns="91440" bIns="45720" anchor="ctr">
              <a:normAutofit fontScale="77500" lnSpcReduction="20000"/>
            </a:bodyPr>
            <a:lstStyle/>
            <a:p>
              <a:pPr algn="ctr"/>
              <a:endParaRPr>
                <a:cs typeface="+mn-ea"/>
                <a:sym typeface="+mn-lt"/>
              </a:endParaRPr>
            </a:p>
          </p:txBody>
        </p:sp>
        <p:sp>
          <p:nvSpPr>
            <p:cNvPr id="21" name="ïṥ1íḍé">
              <a:extLst>
                <a:ext uri="{FF2B5EF4-FFF2-40B4-BE49-F238E27FC236}">
                  <a16:creationId xmlns="" xmlns:a16="http://schemas.microsoft.com/office/drawing/2014/main" id="{5CF981B8-2F7F-49ED-BA80-18A6EF27DCAB}"/>
                </a:ext>
              </a:extLst>
            </p:cNvPr>
            <p:cNvSpPr/>
            <p:nvPr/>
          </p:nvSpPr>
          <p:spPr bwMode="auto">
            <a:xfrm>
              <a:off x="5045019" y="4337483"/>
              <a:ext cx="377034" cy="323170"/>
            </a:xfrm>
            <a:custGeom>
              <a:avLst/>
              <a:gdLst>
                <a:gd name="T0" fmla="*/ 169 w 169"/>
                <a:gd name="T1" fmla="*/ 40 h 145"/>
                <a:gd name="T2" fmla="*/ 169 w 169"/>
                <a:gd name="T3" fmla="*/ 76 h 145"/>
                <a:gd name="T4" fmla="*/ 0 w 169"/>
                <a:gd name="T5" fmla="*/ 76 h 145"/>
                <a:gd name="T6" fmla="*/ 0 w 169"/>
                <a:gd name="T7" fmla="*/ 40 h 145"/>
                <a:gd name="T8" fmla="*/ 4 w 169"/>
                <a:gd name="T9" fmla="*/ 29 h 145"/>
                <a:gd name="T10" fmla="*/ 15 w 169"/>
                <a:gd name="T11" fmla="*/ 24 h 145"/>
                <a:gd name="T12" fmla="*/ 48 w 169"/>
                <a:gd name="T13" fmla="*/ 24 h 145"/>
                <a:gd name="T14" fmla="*/ 48 w 169"/>
                <a:gd name="T15" fmla="*/ 9 h 145"/>
                <a:gd name="T16" fmla="*/ 51 w 169"/>
                <a:gd name="T17" fmla="*/ 3 h 145"/>
                <a:gd name="T18" fmla="*/ 57 w 169"/>
                <a:gd name="T19" fmla="*/ 0 h 145"/>
                <a:gd name="T20" fmla="*/ 112 w 169"/>
                <a:gd name="T21" fmla="*/ 0 h 145"/>
                <a:gd name="T22" fmla="*/ 118 w 169"/>
                <a:gd name="T23" fmla="*/ 3 h 145"/>
                <a:gd name="T24" fmla="*/ 121 w 169"/>
                <a:gd name="T25" fmla="*/ 9 h 145"/>
                <a:gd name="T26" fmla="*/ 121 w 169"/>
                <a:gd name="T27" fmla="*/ 24 h 145"/>
                <a:gd name="T28" fmla="*/ 154 w 169"/>
                <a:gd name="T29" fmla="*/ 24 h 145"/>
                <a:gd name="T30" fmla="*/ 165 w 169"/>
                <a:gd name="T31" fmla="*/ 29 h 145"/>
                <a:gd name="T32" fmla="*/ 169 w 169"/>
                <a:gd name="T33" fmla="*/ 40 h 145"/>
                <a:gd name="T34" fmla="*/ 169 w 169"/>
                <a:gd name="T35" fmla="*/ 85 h 145"/>
                <a:gd name="T36" fmla="*/ 169 w 169"/>
                <a:gd name="T37" fmla="*/ 130 h 145"/>
                <a:gd name="T38" fmla="*/ 165 w 169"/>
                <a:gd name="T39" fmla="*/ 141 h 145"/>
                <a:gd name="T40" fmla="*/ 154 w 169"/>
                <a:gd name="T41" fmla="*/ 145 h 145"/>
                <a:gd name="T42" fmla="*/ 15 w 169"/>
                <a:gd name="T43" fmla="*/ 145 h 145"/>
                <a:gd name="T44" fmla="*/ 4 w 169"/>
                <a:gd name="T45" fmla="*/ 141 h 145"/>
                <a:gd name="T46" fmla="*/ 0 w 169"/>
                <a:gd name="T47" fmla="*/ 130 h 145"/>
                <a:gd name="T48" fmla="*/ 0 w 169"/>
                <a:gd name="T49" fmla="*/ 85 h 145"/>
                <a:gd name="T50" fmla="*/ 63 w 169"/>
                <a:gd name="T51" fmla="*/ 85 h 145"/>
                <a:gd name="T52" fmla="*/ 63 w 169"/>
                <a:gd name="T53" fmla="*/ 100 h 145"/>
                <a:gd name="T54" fmla="*/ 65 w 169"/>
                <a:gd name="T55" fmla="*/ 104 h 145"/>
                <a:gd name="T56" fmla="*/ 69 w 169"/>
                <a:gd name="T57" fmla="*/ 106 h 145"/>
                <a:gd name="T58" fmla="*/ 100 w 169"/>
                <a:gd name="T59" fmla="*/ 106 h 145"/>
                <a:gd name="T60" fmla="*/ 104 w 169"/>
                <a:gd name="T61" fmla="*/ 104 h 145"/>
                <a:gd name="T62" fmla="*/ 106 w 169"/>
                <a:gd name="T63" fmla="*/ 100 h 145"/>
                <a:gd name="T64" fmla="*/ 106 w 169"/>
                <a:gd name="T65" fmla="*/ 85 h 145"/>
                <a:gd name="T66" fmla="*/ 169 w 169"/>
                <a:gd name="T67" fmla="*/ 85 h 145"/>
                <a:gd name="T68" fmla="*/ 60 w 169"/>
                <a:gd name="T69" fmla="*/ 24 h 145"/>
                <a:gd name="T70" fmla="*/ 109 w 169"/>
                <a:gd name="T71" fmla="*/ 24 h 145"/>
                <a:gd name="T72" fmla="*/ 109 w 169"/>
                <a:gd name="T73" fmla="*/ 12 h 145"/>
                <a:gd name="T74" fmla="*/ 60 w 169"/>
                <a:gd name="T75" fmla="*/ 12 h 145"/>
                <a:gd name="T76" fmla="*/ 60 w 169"/>
                <a:gd name="T77" fmla="*/ 24 h 145"/>
                <a:gd name="T78" fmla="*/ 97 w 169"/>
                <a:gd name="T79" fmla="*/ 85 h 145"/>
                <a:gd name="T80" fmla="*/ 97 w 169"/>
                <a:gd name="T81" fmla="*/ 97 h 145"/>
                <a:gd name="T82" fmla="*/ 72 w 169"/>
                <a:gd name="T83" fmla="*/ 97 h 145"/>
                <a:gd name="T84" fmla="*/ 72 w 169"/>
                <a:gd name="T85" fmla="*/ 85 h 145"/>
                <a:gd name="T86" fmla="*/ 97 w 169"/>
                <a:gd name="T87" fmla="*/ 8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9" h="145">
                  <a:moveTo>
                    <a:pt x="169" y="40"/>
                  </a:moveTo>
                  <a:cubicBezTo>
                    <a:pt x="169" y="76"/>
                    <a:pt x="169" y="76"/>
                    <a:pt x="169" y="76"/>
                  </a:cubicBezTo>
                  <a:cubicBezTo>
                    <a:pt x="0" y="76"/>
                    <a:pt x="0" y="76"/>
                    <a:pt x="0" y="76"/>
                  </a:cubicBezTo>
                  <a:cubicBezTo>
                    <a:pt x="0" y="40"/>
                    <a:pt x="0" y="40"/>
                    <a:pt x="0" y="40"/>
                  </a:cubicBezTo>
                  <a:cubicBezTo>
                    <a:pt x="0" y="35"/>
                    <a:pt x="1" y="32"/>
                    <a:pt x="4" y="29"/>
                  </a:cubicBezTo>
                  <a:cubicBezTo>
                    <a:pt x="7" y="26"/>
                    <a:pt x="11" y="24"/>
                    <a:pt x="15" y="24"/>
                  </a:cubicBezTo>
                  <a:cubicBezTo>
                    <a:pt x="48" y="24"/>
                    <a:pt x="48" y="24"/>
                    <a:pt x="48" y="24"/>
                  </a:cubicBezTo>
                  <a:cubicBezTo>
                    <a:pt x="48" y="9"/>
                    <a:pt x="48" y="9"/>
                    <a:pt x="48" y="9"/>
                  </a:cubicBezTo>
                  <a:cubicBezTo>
                    <a:pt x="48" y="7"/>
                    <a:pt x="49" y="5"/>
                    <a:pt x="51" y="3"/>
                  </a:cubicBezTo>
                  <a:cubicBezTo>
                    <a:pt x="53" y="1"/>
                    <a:pt x="55" y="0"/>
                    <a:pt x="57" y="0"/>
                  </a:cubicBezTo>
                  <a:cubicBezTo>
                    <a:pt x="112" y="0"/>
                    <a:pt x="112" y="0"/>
                    <a:pt x="112" y="0"/>
                  </a:cubicBezTo>
                  <a:cubicBezTo>
                    <a:pt x="114" y="0"/>
                    <a:pt x="116" y="1"/>
                    <a:pt x="118" y="3"/>
                  </a:cubicBezTo>
                  <a:cubicBezTo>
                    <a:pt x="120" y="5"/>
                    <a:pt x="121" y="7"/>
                    <a:pt x="121" y="9"/>
                  </a:cubicBezTo>
                  <a:cubicBezTo>
                    <a:pt x="121" y="24"/>
                    <a:pt x="121" y="24"/>
                    <a:pt x="121" y="24"/>
                  </a:cubicBezTo>
                  <a:cubicBezTo>
                    <a:pt x="154" y="24"/>
                    <a:pt x="154" y="24"/>
                    <a:pt x="154" y="24"/>
                  </a:cubicBezTo>
                  <a:cubicBezTo>
                    <a:pt x="158" y="24"/>
                    <a:pt x="162" y="26"/>
                    <a:pt x="165" y="29"/>
                  </a:cubicBezTo>
                  <a:cubicBezTo>
                    <a:pt x="168" y="32"/>
                    <a:pt x="169" y="35"/>
                    <a:pt x="169" y="40"/>
                  </a:cubicBezTo>
                  <a:close/>
                  <a:moveTo>
                    <a:pt x="169" y="85"/>
                  </a:moveTo>
                  <a:cubicBezTo>
                    <a:pt x="169" y="130"/>
                    <a:pt x="169" y="130"/>
                    <a:pt x="169" y="130"/>
                  </a:cubicBezTo>
                  <a:cubicBezTo>
                    <a:pt x="169" y="134"/>
                    <a:pt x="168" y="138"/>
                    <a:pt x="165" y="141"/>
                  </a:cubicBezTo>
                  <a:cubicBezTo>
                    <a:pt x="162" y="144"/>
                    <a:pt x="158" y="145"/>
                    <a:pt x="154" y="145"/>
                  </a:cubicBezTo>
                  <a:cubicBezTo>
                    <a:pt x="15" y="145"/>
                    <a:pt x="15" y="145"/>
                    <a:pt x="15" y="145"/>
                  </a:cubicBezTo>
                  <a:cubicBezTo>
                    <a:pt x="11" y="145"/>
                    <a:pt x="7" y="144"/>
                    <a:pt x="4" y="141"/>
                  </a:cubicBezTo>
                  <a:cubicBezTo>
                    <a:pt x="1" y="138"/>
                    <a:pt x="0" y="134"/>
                    <a:pt x="0" y="130"/>
                  </a:cubicBezTo>
                  <a:cubicBezTo>
                    <a:pt x="0" y="85"/>
                    <a:pt x="0" y="85"/>
                    <a:pt x="0" y="85"/>
                  </a:cubicBezTo>
                  <a:cubicBezTo>
                    <a:pt x="63" y="85"/>
                    <a:pt x="63" y="85"/>
                    <a:pt x="63" y="85"/>
                  </a:cubicBezTo>
                  <a:cubicBezTo>
                    <a:pt x="63" y="100"/>
                    <a:pt x="63" y="100"/>
                    <a:pt x="63" y="100"/>
                  </a:cubicBezTo>
                  <a:cubicBezTo>
                    <a:pt x="63" y="102"/>
                    <a:pt x="64" y="103"/>
                    <a:pt x="65" y="104"/>
                  </a:cubicBezTo>
                  <a:cubicBezTo>
                    <a:pt x="66" y="106"/>
                    <a:pt x="68" y="106"/>
                    <a:pt x="69" y="106"/>
                  </a:cubicBezTo>
                  <a:cubicBezTo>
                    <a:pt x="100" y="106"/>
                    <a:pt x="100" y="106"/>
                    <a:pt x="100" y="106"/>
                  </a:cubicBezTo>
                  <a:cubicBezTo>
                    <a:pt x="101" y="106"/>
                    <a:pt x="103" y="106"/>
                    <a:pt x="104" y="104"/>
                  </a:cubicBezTo>
                  <a:cubicBezTo>
                    <a:pt x="105" y="103"/>
                    <a:pt x="106" y="102"/>
                    <a:pt x="106" y="100"/>
                  </a:cubicBezTo>
                  <a:cubicBezTo>
                    <a:pt x="106" y="85"/>
                    <a:pt x="106" y="85"/>
                    <a:pt x="106" y="85"/>
                  </a:cubicBezTo>
                  <a:lnTo>
                    <a:pt x="169" y="85"/>
                  </a:lnTo>
                  <a:close/>
                  <a:moveTo>
                    <a:pt x="60" y="24"/>
                  </a:moveTo>
                  <a:cubicBezTo>
                    <a:pt x="109" y="24"/>
                    <a:pt x="109" y="24"/>
                    <a:pt x="109" y="24"/>
                  </a:cubicBezTo>
                  <a:cubicBezTo>
                    <a:pt x="109" y="12"/>
                    <a:pt x="109" y="12"/>
                    <a:pt x="109" y="12"/>
                  </a:cubicBezTo>
                  <a:cubicBezTo>
                    <a:pt x="60" y="12"/>
                    <a:pt x="60" y="12"/>
                    <a:pt x="60" y="12"/>
                  </a:cubicBezTo>
                  <a:lnTo>
                    <a:pt x="60" y="24"/>
                  </a:lnTo>
                  <a:close/>
                  <a:moveTo>
                    <a:pt x="97" y="85"/>
                  </a:moveTo>
                  <a:cubicBezTo>
                    <a:pt x="97" y="97"/>
                    <a:pt x="97" y="97"/>
                    <a:pt x="97" y="97"/>
                  </a:cubicBezTo>
                  <a:cubicBezTo>
                    <a:pt x="72" y="97"/>
                    <a:pt x="72" y="97"/>
                    <a:pt x="72" y="97"/>
                  </a:cubicBezTo>
                  <a:cubicBezTo>
                    <a:pt x="72" y="85"/>
                    <a:pt x="72" y="85"/>
                    <a:pt x="72" y="85"/>
                  </a:cubicBezTo>
                  <a:lnTo>
                    <a:pt x="97" y="85"/>
                  </a:lnTo>
                  <a:close/>
                </a:path>
              </a:pathLst>
            </a:custGeom>
            <a:solidFill>
              <a:schemeClr val="accent2"/>
            </a:solidFill>
            <a:ln>
              <a:noFill/>
            </a:ln>
          </p:spPr>
          <p:txBody>
            <a:bodyPr wrap="square" lIns="91440" tIns="45720" rIns="91440" bIns="45720" anchor="ctr">
              <a:normAutofit fontScale="92500" lnSpcReduction="20000"/>
            </a:bodyPr>
            <a:lstStyle/>
            <a:p>
              <a:pPr algn="ctr"/>
              <a:endParaRPr>
                <a:cs typeface="+mn-ea"/>
                <a:sym typeface="+mn-lt"/>
              </a:endParaRPr>
            </a:p>
          </p:txBody>
        </p:sp>
        <p:sp>
          <p:nvSpPr>
            <p:cNvPr id="22" name="í$ḷiḍé">
              <a:extLst>
                <a:ext uri="{FF2B5EF4-FFF2-40B4-BE49-F238E27FC236}">
                  <a16:creationId xmlns="" xmlns:a16="http://schemas.microsoft.com/office/drawing/2014/main" id="{00A1BB5A-0688-4436-8356-FB3219D05673}"/>
                </a:ext>
              </a:extLst>
            </p:cNvPr>
            <p:cNvSpPr/>
            <p:nvPr/>
          </p:nvSpPr>
          <p:spPr bwMode="auto">
            <a:xfrm>
              <a:off x="8390647" y="2304161"/>
              <a:ext cx="350104" cy="380402"/>
            </a:xfrm>
            <a:custGeom>
              <a:avLst/>
              <a:gdLst>
                <a:gd name="T0" fmla="*/ 157 w 157"/>
                <a:gd name="T1" fmla="*/ 158 h 170"/>
                <a:gd name="T2" fmla="*/ 145 w 157"/>
                <a:gd name="T3" fmla="*/ 170 h 170"/>
                <a:gd name="T4" fmla="*/ 3 w 157"/>
                <a:gd name="T5" fmla="*/ 166 h 170"/>
                <a:gd name="T6" fmla="*/ 0 w 157"/>
                <a:gd name="T7" fmla="*/ 37 h 170"/>
                <a:gd name="T8" fmla="*/ 12 w 157"/>
                <a:gd name="T9" fmla="*/ 24 h 170"/>
                <a:gd name="T10" fmla="*/ 24 w 157"/>
                <a:gd name="T11" fmla="*/ 15 h 170"/>
                <a:gd name="T12" fmla="*/ 39 w 157"/>
                <a:gd name="T13" fmla="*/ 0 h 170"/>
                <a:gd name="T14" fmla="*/ 56 w 157"/>
                <a:gd name="T15" fmla="*/ 5 h 170"/>
                <a:gd name="T16" fmla="*/ 60 w 157"/>
                <a:gd name="T17" fmla="*/ 24 h 170"/>
                <a:gd name="T18" fmla="*/ 97 w 157"/>
                <a:gd name="T19" fmla="*/ 15 h 170"/>
                <a:gd name="T20" fmla="*/ 112 w 157"/>
                <a:gd name="T21" fmla="*/ 0 h 170"/>
                <a:gd name="T22" fmla="*/ 128 w 157"/>
                <a:gd name="T23" fmla="*/ 5 h 170"/>
                <a:gd name="T24" fmla="*/ 133 w 157"/>
                <a:gd name="T25" fmla="*/ 24 h 170"/>
                <a:gd name="T26" fmla="*/ 154 w 157"/>
                <a:gd name="T27" fmla="*/ 28 h 170"/>
                <a:gd name="T28" fmla="*/ 12 w 157"/>
                <a:gd name="T29" fmla="*/ 88 h 170"/>
                <a:gd name="T30" fmla="*/ 39 w 157"/>
                <a:gd name="T31" fmla="*/ 61 h 170"/>
                <a:gd name="T32" fmla="*/ 12 w 157"/>
                <a:gd name="T33" fmla="*/ 88 h 170"/>
                <a:gd name="T34" fmla="*/ 39 w 157"/>
                <a:gd name="T35" fmla="*/ 124 h 170"/>
                <a:gd name="T36" fmla="*/ 12 w 157"/>
                <a:gd name="T37" fmla="*/ 94 h 170"/>
                <a:gd name="T38" fmla="*/ 12 w 157"/>
                <a:gd name="T39" fmla="*/ 158 h 170"/>
                <a:gd name="T40" fmla="*/ 39 w 157"/>
                <a:gd name="T41" fmla="*/ 130 h 170"/>
                <a:gd name="T42" fmla="*/ 12 w 157"/>
                <a:gd name="T43" fmla="*/ 158 h 170"/>
                <a:gd name="T44" fmla="*/ 48 w 157"/>
                <a:gd name="T45" fmla="*/ 15 h 170"/>
                <a:gd name="T46" fmla="*/ 45 w 157"/>
                <a:gd name="T47" fmla="*/ 12 h 170"/>
                <a:gd name="T48" fmla="*/ 37 w 157"/>
                <a:gd name="T49" fmla="*/ 13 h 170"/>
                <a:gd name="T50" fmla="*/ 36 w 157"/>
                <a:gd name="T51" fmla="*/ 43 h 170"/>
                <a:gd name="T52" fmla="*/ 39 w 157"/>
                <a:gd name="T53" fmla="*/ 46 h 170"/>
                <a:gd name="T54" fmla="*/ 47 w 157"/>
                <a:gd name="T55" fmla="*/ 45 h 170"/>
                <a:gd name="T56" fmla="*/ 45 w 157"/>
                <a:gd name="T57" fmla="*/ 88 h 170"/>
                <a:gd name="T58" fmla="*/ 75 w 157"/>
                <a:gd name="T59" fmla="*/ 61 h 170"/>
                <a:gd name="T60" fmla="*/ 45 w 157"/>
                <a:gd name="T61" fmla="*/ 88 h 170"/>
                <a:gd name="T62" fmla="*/ 75 w 157"/>
                <a:gd name="T63" fmla="*/ 124 h 170"/>
                <a:gd name="T64" fmla="*/ 45 w 157"/>
                <a:gd name="T65" fmla="*/ 94 h 170"/>
                <a:gd name="T66" fmla="*/ 45 w 157"/>
                <a:gd name="T67" fmla="*/ 158 h 170"/>
                <a:gd name="T68" fmla="*/ 75 w 157"/>
                <a:gd name="T69" fmla="*/ 130 h 170"/>
                <a:gd name="T70" fmla="*/ 45 w 157"/>
                <a:gd name="T71" fmla="*/ 158 h 170"/>
                <a:gd name="T72" fmla="*/ 112 w 157"/>
                <a:gd name="T73" fmla="*/ 88 h 170"/>
                <a:gd name="T74" fmla="*/ 81 w 157"/>
                <a:gd name="T75" fmla="*/ 61 h 170"/>
                <a:gd name="T76" fmla="*/ 81 w 157"/>
                <a:gd name="T77" fmla="*/ 124 h 170"/>
                <a:gd name="T78" fmla="*/ 112 w 157"/>
                <a:gd name="T79" fmla="*/ 94 h 170"/>
                <a:gd name="T80" fmla="*/ 81 w 157"/>
                <a:gd name="T81" fmla="*/ 124 h 170"/>
                <a:gd name="T82" fmla="*/ 112 w 157"/>
                <a:gd name="T83" fmla="*/ 158 h 170"/>
                <a:gd name="T84" fmla="*/ 81 w 157"/>
                <a:gd name="T85" fmla="*/ 130 h 170"/>
                <a:gd name="T86" fmla="*/ 121 w 157"/>
                <a:gd name="T87" fmla="*/ 43 h 170"/>
                <a:gd name="T88" fmla="*/ 120 w 157"/>
                <a:gd name="T89" fmla="*/ 13 h 170"/>
                <a:gd name="T90" fmla="*/ 112 w 157"/>
                <a:gd name="T91" fmla="*/ 12 h 170"/>
                <a:gd name="T92" fmla="*/ 109 w 157"/>
                <a:gd name="T93" fmla="*/ 15 h 170"/>
                <a:gd name="T94" fmla="*/ 110 w 157"/>
                <a:gd name="T95" fmla="*/ 45 h 170"/>
                <a:gd name="T96" fmla="*/ 118 w 157"/>
                <a:gd name="T97" fmla="*/ 46 h 170"/>
                <a:gd name="T98" fmla="*/ 121 w 157"/>
                <a:gd name="T99" fmla="*/ 43 h 170"/>
                <a:gd name="T100" fmla="*/ 145 w 157"/>
                <a:gd name="T101" fmla="*/ 88 h 170"/>
                <a:gd name="T102" fmla="*/ 118 w 157"/>
                <a:gd name="T103" fmla="*/ 61 h 170"/>
                <a:gd name="T104" fmla="*/ 118 w 157"/>
                <a:gd name="T105" fmla="*/ 124 h 170"/>
                <a:gd name="T106" fmla="*/ 145 w 157"/>
                <a:gd name="T107" fmla="*/ 94 h 170"/>
                <a:gd name="T108" fmla="*/ 118 w 157"/>
                <a:gd name="T109" fmla="*/ 124 h 170"/>
                <a:gd name="T110" fmla="*/ 145 w 157"/>
                <a:gd name="T111" fmla="*/ 158 h 170"/>
                <a:gd name="T112" fmla="*/ 118 w 157"/>
                <a:gd name="T113" fmla="*/ 13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7" h="170">
                  <a:moveTo>
                    <a:pt x="157" y="37"/>
                  </a:moveTo>
                  <a:cubicBezTo>
                    <a:pt x="157" y="158"/>
                    <a:pt x="157" y="158"/>
                    <a:pt x="157" y="158"/>
                  </a:cubicBezTo>
                  <a:cubicBezTo>
                    <a:pt x="157" y="161"/>
                    <a:pt x="156" y="164"/>
                    <a:pt x="154" y="166"/>
                  </a:cubicBezTo>
                  <a:cubicBezTo>
                    <a:pt x="151" y="168"/>
                    <a:pt x="148" y="170"/>
                    <a:pt x="145" y="170"/>
                  </a:cubicBezTo>
                  <a:cubicBezTo>
                    <a:pt x="12" y="170"/>
                    <a:pt x="12" y="170"/>
                    <a:pt x="12" y="170"/>
                  </a:cubicBezTo>
                  <a:cubicBezTo>
                    <a:pt x="9" y="170"/>
                    <a:pt x="6" y="168"/>
                    <a:pt x="3" y="166"/>
                  </a:cubicBezTo>
                  <a:cubicBezTo>
                    <a:pt x="1" y="164"/>
                    <a:pt x="0" y="161"/>
                    <a:pt x="0" y="158"/>
                  </a:cubicBezTo>
                  <a:cubicBezTo>
                    <a:pt x="0" y="37"/>
                    <a:pt x="0" y="37"/>
                    <a:pt x="0" y="37"/>
                  </a:cubicBezTo>
                  <a:cubicBezTo>
                    <a:pt x="0" y="33"/>
                    <a:pt x="1" y="30"/>
                    <a:pt x="3" y="28"/>
                  </a:cubicBezTo>
                  <a:cubicBezTo>
                    <a:pt x="6" y="26"/>
                    <a:pt x="9" y="24"/>
                    <a:pt x="12" y="24"/>
                  </a:cubicBezTo>
                  <a:cubicBezTo>
                    <a:pt x="24" y="24"/>
                    <a:pt x="24" y="24"/>
                    <a:pt x="24" y="24"/>
                  </a:cubicBezTo>
                  <a:cubicBezTo>
                    <a:pt x="24" y="15"/>
                    <a:pt x="24" y="15"/>
                    <a:pt x="24" y="15"/>
                  </a:cubicBezTo>
                  <a:cubicBezTo>
                    <a:pt x="24" y="11"/>
                    <a:pt x="25" y="8"/>
                    <a:pt x="28" y="5"/>
                  </a:cubicBezTo>
                  <a:cubicBezTo>
                    <a:pt x="31" y="2"/>
                    <a:pt x="35" y="0"/>
                    <a:pt x="39" y="0"/>
                  </a:cubicBezTo>
                  <a:cubicBezTo>
                    <a:pt x="45" y="0"/>
                    <a:pt x="45" y="0"/>
                    <a:pt x="45" y="0"/>
                  </a:cubicBezTo>
                  <a:cubicBezTo>
                    <a:pt x="49" y="0"/>
                    <a:pt x="53" y="2"/>
                    <a:pt x="56" y="5"/>
                  </a:cubicBezTo>
                  <a:cubicBezTo>
                    <a:pt x="59" y="8"/>
                    <a:pt x="60" y="11"/>
                    <a:pt x="60" y="15"/>
                  </a:cubicBezTo>
                  <a:cubicBezTo>
                    <a:pt x="60" y="24"/>
                    <a:pt x="60" y="24"/>
                    <a:pt x="60" y="24"/>
                  </a:cubicBezTo>
                  <a:cubicBezTo>
                    <a:pt x="97" y="24"/>
                    <a:pt x="97" y="24"/>
                    <a:pt x="97" y="24"/>
                  </a:cubicBezTo>
                  <a:cubicBezTo>
                    <a:pt x="97" y="15"/>
                    <a:pt x="97" y="15"/>
                    <a:pt x="97" y="15"/>
                  </a:cubicBezTo>
                  <a:cubicBezTo>
                    <a:pt x="97" y="11"/>
                    <a:pt x="98" y="8"/>
                    <a:pt x="101" y="5"/>
                  </a:cubicBezTo>
                  <a:cubicBezTo>
                    <a:pt x="104" y="2"/>
                    <a:pt x="108" y="0"/>
                    <a:pt x="112" y="0"/>
                  </a:cubicBezTo>
                  <a:cubicBezTo>
                    <a:pt x="118" y="0"/>
                    <a:pt x="118" y="0"/>
                    <a:pt x="118" y="0"/>
                  </a:cubicBezTo>
                  <a:cubicBezTo>
                    <a:pt x="122" y="0"/>
                    <a:pt x="125" y="2"/>
                    <a:pt x="128" y="5"/>
                  </a:cubicBezTo>
                  <a:cubicBezTo>
                    <a:pt x="131" y="8"/>
                    <a:pt x="133" y="11"/>
                    <a:pt x="133" y="15"/>
                  </a:cubicBezTo>
                  <a:cubicBezTo>
                    <a:pt x="133" y="24"/>
                    <a:pt x="133" y="24"/>
                    <a:pt x="133" y="24"/>
                  </a:cubicBezTo>
                  <a:cubicBezTo>
                    <a:pt x="145" y="24"/>
                    <a:pt x="145" y="24"/>
                    <a:pt x="145" y="24"/>
                  </a:cubicBezTo>
                  <a:cubicBezTo>
                    <a:pt x="148" y="24"/>
                    <a:pt x="151" y="26"/>
                    <a:pt x="154" y="28"/>
                  </a:cubicBezTo>
                  <a:cubicBezTo>
                    <a:pt x="156" y="30"/>
                    <a:pt x="157" y="33"/>
                    <a:pt x="157" y="37"/>
                  </a:cubicBezTo>
                  <a:close/>
                  <a:moveTo>
                    <a:pt x="12" y="88"/>
                  </a:moveTo>
                  <a:cubicBezTo>
                    <a:pt x="39" y="88"/>
                    <a:pt x="39" y="88"/>
                    <a:pt x="39" y="88"/>
                  </a:cubicBezTo>
                  <a:cubicBezTo>
                    <a:pt x="39" y="61"/>
                    <a:pt x="39" y="61"/>
                    <a:pt x="39" y="61"/>
                  </a:cubicBezTo>
                  <a:cubicBezTo>
                    <a:pt x="12" y="61"/>
                    <a:pt x="12" y="61"/>
                    <a:pt x="12" y="61"/>
                  </a:cubicBezTo>
                  <a:lnTo>
                    <a:pt x="12" y="88"/>
                  </a:lnTo>
                  <a:close/>
                  <a:moveTo>
                    <a:pt x="12" y="124"/>
                  </a:moveTo>
                  <a:cubicBezTo>
                    <a:pt x="39" y="124"/>
                    <a:pt x="39" y="124"/>
                    <a:pt x="39" y="124"/>
                  </a:cubicBezTo>
                  <a:cubicBezTo>
                    <a:pt x="39" y="94"/>
                    <a:pt x="39" y="94"/>
                    <a:pt x="39" y="94"/>
                  </a:cubicBezTo>
                  <a:cubicBezTo>
                    <a:pt x="12" y="94"/>
                    <a:pt x="12" y="94"/>
                    <a:pt x="12" y="94"/>
                  </a:cubicBezTo>
                  <a:lnTo>
                    <a:pt x="12" y="124"/>
                  </a:lnTo>
                  <a:close/>
                  <a:moveTo>
                    <a:pt x="12" y="158"/>
                  </a:moveTo>
                  <a:cubicBezTo>
                    <a:pt x="39" y="158"/>
                    <a:pt x="39" y="158"/>
                    <a:pt x="39" y="158"/>
                  </a:cubicBezTo>
                  <a:cubicBezTo>
                    <a:pt x="39" y="130"/>
                    <a:pt x="39" y="130"/>
                    <a:pt x="39" y="130"/>
                  </a:cubicBezTo>
                  <a:cubicBezTo>
                    <a:pt x="12" y="130"/>
                    <a:pt x="12" y="130"/>
                    <a:pt x="12" y="130"/>
                  </a:cubicBezTo>
                  <a:lnTo>
                    <a:pt x="12" y="158"/>
                  </a:lnTo>
                  <a:close/>
                  <a:moveTo>
                    <a:pt x="48" y="43"/>
                  </a:moveTo>
                  <a:cubicBezTo>
                    <a:pt x="48" y="15"/>
                    <a:pt x="48" y="15"/>
                    <a:pt x="48" y="15"/>
                  </a:cubicBezTo>
                  <a:cubicBezTo>
                    <a:pt x="48" y="15"/>
                    <a:pt x="48" y="14"/>
                    <a:pt x="47" y="13"/>
                  </a:cubicBezTo>
                  <a:cubicBezTo>
                    <a:pt x="47" y="13"/>
                    <a:pt x="46" y="12"/>
                    <a:pt x="45" y="12"/>
                  </a:cubicBezTo>
                  <a:cubicBezTo>
                    <a:pt x="39" y="12"/>
                    <a:pt x="39" y="12"/>
                    <a:pt x="39" y="12"/>
                  </a:cubicBezTo>
                  <a:cubicBezTo>
                    <a:pt x="38" y="12"/>
                    <a:pt x="38" y="13"/>
                    <a:pt x="37" y="13"/>
                  </a:cubicBezTo>
                  <a:cubicBezTo>
                    <a:pt x="36" y="14"/>
                    <a:pt x="36" y="15"/>
                    <a:pt x="36" y="15"/>
                  </a:cubicBezTo>
                  <a:cubicBezTo>
                    <a:pt x="36" y="43"/>
                    <a:pt x="36" y="43"/>
                    <a:pt x="36" y="43"/>
                  </a:cubicBezTo>
                  <a:cubicBezTo>
                    <a:pt x="36" y="43"/>
                    <a:pt x="36" y="44"/>
                    <a:pt x="37" y="45"/>
                  </a:cubicBezTo>
                  <a:cubicBezTo>
                    <a:pt x="38" y="45"/>
                    <a:pt x="38" y="46"/>
                    <a:pt x="39" y="46"/>
                  </a:cubicBezTo>
                  <a:cubicBezTo>
                    <a:pt x="45" y="46"/>
                    <a:pt x="45" y="46"/>
                    <a:pt x="45" y="46"/>
                  </a:cubicBezTo>
                  <a:cubicBezTo>
                    <a:pt x="46" y="46"/>
                    <a:pt x="47" y="45"/>
                    <a:pt x="47" y="45"/>
                  </a:cubicBezTo>
                  <a:cubicBezTo>
                    <a:pt x="48" y="44"/>
                    <a:pt x="48" y="43"/>
                    <a:pt x="48" y="43"/>
                  </a:cubicBezTo>
                  <a:close/>
                  <a:moveTo>
                    <a:pt x="45" y="88"/>
                  </a:moveTo>
                  <a:cubicBezTo>
                    <a:pt x="75" y="88"/>
                    <a:pt x="75" y="88"/>
                    <a:pt x="75" y="88"/>
                  </a:cubicBezTo>
                  <a:cubicBezTo>
                    <a:pt x="75" y="61"/>
                    <a:pt x="75" y="61"/>
                    <a:pt x="75" y="61"/>
                  </a:cubicBezTo>
                  <a:cubicBezTo>
                    <a:pt x="45" y="61"/>
                    <a:pt x="45" y="61"/>
                    <a:pt x="45" y="61"/>
                  </a:cubicBezTo>
                  <a:lnTo>
                    <a:pt x="45" y="88"/>
                  </a:lnTo>
                  <a:close/>
                  <a:moveTo>
                    <a:pt x="45" y="124"/>
                  </a:moveTo>
                  <a:cubicBezTo>
                    <a:pt x="75" y="124"/>
                    <a:pt x="75" y="124"/>
                    <a:pt x="75" y="124"/>
                  </a:cubicBezTo>
                  <a:cubicBezTo>
                    <a:pt x="75" y="94"/>
                    <a:pt x="75" y="94"/>
                    <a:pt x="75" y="94"/>
                  </a:cubicBezTo>
                  <a:cubicBezTo>
                    <a:pt x="45" y="94"/>
                    <a:pt x="45" y="94"/>
                    <a:pt x="45" y="94"/>
                  </a:cubicBezTo>
                  <a:lnTo>
                    <a:pt x="45" y="124"/>
                  </a:lnTo>
                  <a:close/>
                  <a:moveTo>
                    <a:pt x="45" y="158"/>
                  </a:moveTo>
                  <a:cubicBezTo>
                    <a:pt x="75" y="158"/>
                    <a:pt x="75" y="158"/>
                    <a:pt x="75" y="158"/>
                  </a:cubicBezTo>
                  <a:cubicBezTo>
                    <a:pt x="75" y="130"/>
                    <a:pt x="75" y="130"/>
                    <a:pt x="75" y="130"/>
                  </a:cubicBezTo>
                  <a:cubicBezTo>
                    <a:pt x="45" y="130"/>
                    <a:pt x="45" y="130"/>
                    <a:pt x="45" y="130"/>
                  </a:cubicBezTo>
                  <a:lnTo>
                    <a:pt x="45" y="158"/>
                  </a:lnTo>
                  <a:close/>
                  <a:moveTo>
                    <a:pt x="81" y="88"/>
                  </a:moveTo>
                  <a:cubicBezTo>
                    <a:pt x="112" y="88"/>
                    <a:pt x="112" y="88"/>
                    <a:pt x="112" y="88"/>
                  </a:cubicBezTo>
                  <a:cubicBezTo>
                    <a:pt x="112" y="61"/>
                    <a:pt x="112" y="61"/>
                    <a:pt x="112" y="61"/>
                  </a:cubicBezTo>
                  <a:cubicBezTo>
                    <a:pt x="81" y="61"/>
                    <a:pt x="81" y="61"/>
                    <a:pt x="81" y="61"/>
                  </a:cubicBezTo>
                  <a:lnTo>
                    <a:pt x="81" y="88"/>
                  </a:lnTo>
                  <a:close/>
                  <a:moveTo>
                    <a:pt x="81" y="124"/>
                  </a:moveTo>
                  <a:cubicBezTo>
                    <a:pt x="112" y="124"/>
                    <a:pt x="112" y="124"/>
                    <a:pt x="112" y="124"/>
                  </a:cubicBezTo>
                  <a:cubicBezTo>
                    <a:pt x="112" y="94"/>
                    <a:pt x="112" y="94"/>
                    <a:pt x="112" y="94"/>
                  </a:cubicBezTo>
                  <a:cubicBezTo>
                    <a:pt x="81" y="94"/>
                    <a:pt x="81" y="94"/>
                    <a:pt x="81" y="94"/>
                  </a:cubicBezTo>
                  <a:lnTo>
                    <a:pt x="81" y="124"/>
                  </a:lnTo>
                  <a:close/>
                  <a:moveTo>
                    <a:pt x="81" y="158"/>
                  </a:moveTo>
                  <a:cubicBezTo>
                    <a:pt x="112" y="158"/>
                    <a:pt x="112" y="158"/>
                    <a:pt x="112" y="158"/>
                  </a:cubicBezTo>
                  <a:cubicBezTo>
                    <a:pt x="112" y="130"/>
                    <a:pt x="112" y="130"/>
                    <a:pt x="112" y="130"/>
                  </a:cubicBezTo>
                  <a:cubicBezTo>
                    <a:pt x="81" y="130"/>
                    <a:pt x="81" y="130"/>
                    <a:pt x="81" y="130"/>
                  </a:cubicBezTo>
                  <a:lnTo>
                    <a:pt x="81" y="158"/>
                  </a:lnTo>
                  <a:close/>
                  <a:moveTo>
                    <a:pt x="121" y="43"/>
                  </a:moveTo>
                  <a:cubicBezTo>
                    <a:pt x="121" y="15"/>
                    <a:pt x="121" y="15"/>
                    <a:pt x="121" y="15"/>
                  </a:cubicBezTo>
                  <a:cubicBezTo>
                    <a:pt x="121" y="15"/>
                    <a:pt x="120" y="14"/>
                    <a:pt x="120" y="13"/>
                  </a:cubicBezTo>
                  <a:cubicBezTo>
                    <a:pt x="119" y="13"/>
                    <a:pt x="119" y="12"/>
                    <a:pt x="118" y="12"/>
                  </a:cubicBezTo>
                  <a:cubicBezTo>
                    <a:pt x="112" y="12"/>
                    <a:pt x="112" y="12"/>
                    <a:pt x="112" y="12"/>
                  </a:cubicBezTo>
                  <a:cubicBezTo>
                    <a:pt x="111" y="12"/>
                    <a:pt x="110" y="13"/>
                    <a:pt x="110" y="13"/>
                  </a:cubicBezTo>
                  <a:cubicBezTo>
                    <a:pt x="109" y="14"/>
                    <a:pt x="109" y="15"/>
                    <a:pt x="109" y="15"/>
                  </a:cubicBezTo>
                  <a:cubicBezTo>
                    <a:pt x="109" y="43"/>
                    <a:pt x="109" y="43"/>
                    <a:pt x="109" y="43"/>
                  </a:cubicBezTo>
                  <a:cubicBezTo>
                    <a:pt x="109" y="43"/>
                    <a:pt x="109" y="44"/>
                    <a:pt x="110" y="45"/>
                  </a:cubicBezTo>
                  <a:cubicBezTo>
                    <a:pt x="110" y="45"/>
                    <a:pt x="111" y="46"/>
                    <a:pt x="112" y="46"/>
                  </a:cubicBezTo>
                  <a:cubicBezTo>
                    <a:pt x="118" y="46"/>
                    <a:pt x="118" y="46"/>
                    <a:pt x="118" y="46"/>
                  </a:cubicBezTo>
                  <a:cubicBezTo>
                    <a:pt x="119" y="46"/>
                    <a:pt x="119" y="45"/>
                    <a:pt x="120" y="45"/>
                  </a:cubicBezTo>
                  <a:cubicBezTo>
                    <a:pt x="120" y="44"/>
                    <a:pt x="121" y="43"/>
                    <a:pt x="121" y="43"/>
                  </a:cubicBezTo>
                  <a:close/>
                  <a:moveTo>
                    <a:pt x="118" y="88"/>
                  </a:moveTo>
                  <a:cubicBezTo>
                    <a:pt x="145" y="88"/>
                    <a:pt x="145" y="88"/>
                    <a:pt x="145" y="88"/>
                  </a:cubicBezTo>
                  <a:cubicBezTo>
                    <a:pt x="145" y="61"/>
                    <a:pt x="145" y="61"/>
                    <a:pt x="145" y="61"/>
                  </a:cubicBezTo>
                  <a:cubicBezTo>
                    <a:pt x="118" y="61"/>
                    <a:pt x="118" y="61"/>
                    <a:pt x="118" y="61"/>
                  </a:cubicBezTo>
                  <a:lnTo>
                    <a:pt x="118" y="88"/>
                  </a:lnTo>
                  <a:close/>
                  <a:moveTo>
                    <a:pt x="118" y="124"/>
                  </a:moveTo>
                  <a:cubicBezTo>
                    <a:pt x="145" y="124"/>
                    <a:pt x="145" y="124"/>
                    <a:pt x="145" y="124"/>
                  </a:cubicBezTo>
                  <a:cubicBezTo>
                    <a:pt x="145" y="94"/>
                    <a:pt x="145" y="94"/>
                    <a:pt x="145" y="94"/>
                  </a:cubicBezTo>
                  <a:cubicBezTo>
                    <a:pt x="118" y="94"/>
                    <a:pt x="118" y="94"/>
                    <a:pt x="118" y="94"/>
                  </a:cubicBezTo>
                  <a:lnTo>
                    <a:pt x="118" y="124"/>
                  </a:lnTo>
                  <a:close/>
                  <a:moveTo>
                    <a:pt x="118" y="158"/>
                  </a:moveTo>
                  <a:cubicBezTo>
                    <a:pt x="145" y="158"/>
                    <a:pt x="145" y="158"/>
                    <a:pt x="145" y="158"/>
                  </a:cubicBezTo>
                  <a:cubicBezTo>
                    <a:pt x="145" y="130"/>
                    <a:pt x="145" y="130"/>
                    <a:pt x="145" y="130"/>
                  </a:cubicBezTo>
                  <a:cubicBezTo>
                    <a:pt x="118" y="130"/>
                    <a:pt x="118" y="130"/>
                    <a:pt x="118" y="130"/>
                  </a:cubicBezTo>
                  <a:lnTo>
                    <a:pt x="118" y="158"/>
                  </a:lnTo>
                  <a:close/>
                </a:path>
              </a:pathLst>
            </a:custGeom>
            <a:solidFill>
              <a:schemeClr val="accent2"/>
            </a:solidFill>
            <a:ln>
              <a:noFill/>
            </a:ln>
          </p:spPr>
          <p:txBody>
            <a:bodyPr wrap="square" lIns="91440" tIns="45720" rIns="91440" bIns="45720" anchor="ctr">
              <a:normAutofit/>
            </a:bodyPr>
            <a:lstStyle/>
            <a:p>
              <a:pPr algn="ctr"/>
              <a:endParaRPr>
                <a:cs typeface="+mn-ea"/>
                <a:sym typeface="+mn-lt"/>
              </a:endParaRPr>
            </a:p>
          </p:txBody>
        </p:sp>
        <p:sp>
          <p:nvSpPr>
            <p:cNvPr id="23" name="îSḷídé">
              <a:extLst>
                <a:ext uri="{FF2B5EF4-FFF2-40B4-BE49-F238E27FC236}">
                  <a16:creationId xmlns="" xmlns:a16="http://schemas.microsoft.com/office/drawing/2014/main" id="{A9B8C40F-CE4A-4180-9F24-D6A4E5F9D35F}"/>
                </a:ext>
              </a:extLst>
            </p:cNvPr>
            <p:cNvSpPr/>
            <p:nvPr/>
          </p:nvSpPr>
          <p:spPr bwMode="auto">
            <a:xfrm>
              <a:off x="8390647" y="4317382"/>
              <a:ext cx="407332" cy="353470"/>
            </a:xfrm>
            <a:custGeom>
              <a:avLst/>
              <a:gdLst>
                <a:gd name="T0" fmla="*/ 158 w 182"/>
                <a:gd name="T1" fmla="*/ 24 h 158"/>
                <a:gd name="T2" fmla="*/ 175 w 182"/>
                <a:gd name="T3" fmla="*/ 32 h 158"/>
                <a:gd name="T4" fmla="*/ 182 w 182"/>
                <a:gd name="T5" fmla="*/ 49 h 158"/>
                <a:gd name="T6" fmla="*/ 182 w 182"/>
                <a:gd name="T7" fmla="*/ 133 h 158"/>
                <a:gd name="T8" fmla="*/ 175 w 182"/>
                <a:gd name="T9" fmla="*/ 150 h 158"/>
                <a:gd name="T10" fmla="*/ 158 w 182"/>
                <a:gd name="T11" fmla="*/ 158 h 158"/>
                <a:gd name="T12" fmla="*/ 24 w 182"/>
                <a:gd name="T13" fmla="*/ 158 h 158"/>
                <a:gd name="T14" fmla="*/ 7 w 182"/>
                <a:gd name="T15" fmla="*/ 150 h 158"/>
                <a:gd name="T16" fmla="*/ 0 w 182"/>
                <a:gd name="T17" fmla="*/ 133 h 158"/>
                <a:gd name="T18" fmla="*/ 0 w 182"/>
                <a:gd name="T19" fmla="*/ 49 h 158"/>
                <a:gd name="T20" fmla="*/ 7 w 182"/>
                <a:gd name="T21" fmla="*/ 32 h 158"/>
                <a:gd name="T22" fmla="*/ 24 w 182"/>
                <a:gd name="T23" fmla="*/ 24 h 158"/>
                <a:gd name="T24" fmla="*/ 46 w 182"/>
                <a:gd name="T25" fmla="*/ 24 h 158"/>
                <a:gd name="T26" fmla="*/ 50 w 182"/>
                <a:gd name="T27" fmla="*/ 12 h 158"/>
                <a:gd name="T28" fmla="*/ 57 w 182"/>
                <a:gd name="T29" fmla="*/ 4 h 158"/>
                <a:gd name="T30" fmla="*/ 67 w 182"/>
                <a:gd name="T31" fmla="*/ 0 h 158"/>
                <a:gd name="T32" fmla="*/ 115 w 182"/>
                <a:gd name="T33" fmla="*/ 0 h 158"/>
                <a:gd name="T34" fmla="*/ 125 w 182"/>
                <a:gd name="T35" fmla="*/ 4 h 158"/>
                <a:gd name="T36" fmla="*/ 132 w 182"/>
                <a:gd name="T37" fmla="*/ 12 h 158"/>
                <a:gd name="T38" fmla="*/ 136 w 182"/>
                <a:gd name="T39" fmla="*/ 24 h 158"/>
                <a:gd name="T40" fmla="*/ 158 w 182"/>
                <a:gd name="T41" fmla="*/ 24 h 158"/>
                <a:gd name="T42" fmla="*/ 61 w 182"/>
                <a:gd name="T43" fmla="*/ 121 h 158"/>
                <a:gd name="T44" fmla="*/ 91 w 182"/>
                <a:gd name="T45" fmla="*/ 133 h 158"/>
                <a:gd name="T46" fmla="*/ 121 w 182"/>
                <a:gd name="T47" fmla="*/ 121 h 158"/>
                <a:gd name="T48" fmla="*/ 133 w 182"/>
                <a:gd name="T49" fmla="*/ 91 h 158"/>
                <a:gd name="T50" fmla="*/ 121 w 182"/>
                <a:gd name="T51" fmla="*/ 61 h 158"/>
                <a:gd name="T52" fmla="*/ 91 w 182"/>
                <a:gd name="T53" fmla="*/ 49 h 158"/>
                <a:gd name="T54" fmla="*/ 61 w 182"/>
                <a:gd name="T55" fmla="*/ 61 h 158"/>
                <a:gd name="T56" fmla="*/ 49 w 182"/>
                <a:gd name="T57" fmla="*/ 91 h 158"/>
                <a:gd name="T58" fmla="*/ 61 w 182"/>
                <a:gd name="T59" fmla="*/ 121 h 158"/>
                <a:gd name="T60" fmla="*/ 72 w 182"/>
                <a:gd name="T61" fmla="*/ 72 h 158"/>
                <a:gd name="T62" fmla="*/ 91 w 182"/>
                <a:gd name="T63" fmla="*/ 64 h 158"/>
                <a:gd name="T64" fmla="*/ 110 w 182"/>
                <a:gd name="T65" fmla="*/ 72 h 158"/>
                <a:gd name="T66" fmla="*/ 118 w 182"/>
                <a:gd name="T67" fmla="*/ 91 h 158"/>
                <a:gd name="T68" fmla="*/ 110 w 182"/>
                <a:gd name="T69" fmla="*/ 110 h 158"/>
                <a:gd name="T70" fmla="*/ 91 w 182"/>
                <a:gd name="T71" fmla="*/ 118 h 158"/>
                <a:gd name="T72" fmla="*/ 72 w 182"/>
                <a:gd name="T73" fmla="*/ 110 h 158"/>
                <a:gd name="T74" fmla="*/ 64 w 182"/>
                <a:gd name="T75" fmla="*/ 91 h 158"/>
                <a:gd name="T76" fmla="*/ 72 w 182"/>
                <a:gd name="T77" fmla="*/ 7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2" h="158">
                  <a:moveTo>
                    <a:pt x="158" y="24"/>
                  </a:moveTo>
                  <a:cubicBezTo>
                    <a:pt x="164" y="24"/>
                    <a:pt x="170" y="27"/>
                    <a:pt x="175" y="32"/>
                  </a:cubicBezTo>
                  <a:cubicBezTo>
                    <a:pt x="179" y="36"/>
                    <a:pt x="182" y="42"/>
                    <a:pt x="182" y="49"/>
                  </a:cubicBezTo>
                  <a:cubicBezTo>
                    <a:pt x="182" y="133"/>
                    <a:pt x="182" y="133"/>
                    <a:pt x="182" y="133"/>
                  </a:cubicBezTo>
                  <a:cubicBezTo>
                    <a:pt x="182" y="140"/>
                    <a:pt x="179" y="146"/>
                    <a:pt x="175" y="150"/>
                  </a:cubicBezTo>
                  <a:cubicBezTo>
                    <a:pt x="170" y="155"/>
                    <a:pt x="164" y="158"/>
                    <a:pt x="158" y="158"/>
                  </a:cubicBezTo>
                  <a:cubicBezTo>
                    <a:pt x="24" y="158"/>
                    <a:pt x="24" y="158"/>
                    <a:pt x="24" y="158"/>
                  </a:cubicBezTo>
                  <a:cubicBezTo>
                    <a:pt x="18" y="158"/>
                    <a:pt x="12" y="155"/>
                    <a:pt x="7" y="150"/>
                  </a:cubicBezTo>
                  <a:cubicBezTo>
                    <a:pt x="3" y="146"/>
                    <a:pt x="0" y="140"/>
                    <a:pt x="0" y="133"/>
                  </a:cubicBezTo>
                  <a:cubicBezTo>
                    <a:pt x="0" y="49"/>
                    <a:pt x="0" y="49"/>
                    <a:pt x="0" y="49"/>
                  </a:cubicBezTo>
                  <a:cubicBezTo>
                    <a:pt x="0" y="42"/>
                    <a:pt x="3" y="36"/>
                    <a:pt x="7" y="32"/>
                  </a:cubicBezTo>
                  <a:cubicBezTo>
                    <a:pt x="12" y="27"/>
                    <a:pt x="18" y="24"/>
                    <a:pt x="24" y="24"/>
                  </a:cubicBezTo>
                  <a:cubicBezTo>
                    <a:pt x="46" y="24"/>
                    <a:pt x="46" y="24"/>
                    <a:pt x="46" y="24"/>
                  </a:cubicBezTo>
                  <a:cubicBezTo>
                    <a:pt x="50" y="12"/>
                    <a:pt x="50" y="12"/>
                    <a:pt x="50" y="12"/>
                  </a:cubicBezTo>
                  <a:cubicBezTo>
                    <a:pt x="52" y="9"/>
                    <a:pt x="54" y="6"/>
                    <a:pt x="57" y="4"/>
                  </a:cubicBezTo>
                  <a:cubicBezTo>
                    <a:pt x="60" y="1"/>
                    <a:pt x="63" y="0"/>
                    <a:pt x="67" y="0"/>
                  </a:cubicBezTo>
                  <a:cubicBezTo>
                    <a:pt x="115" y="0"/>
                    <a:pt x="115" y="0"/>
                    <a:pt x="115" y="0"/>
                  </a:cubicBezTo>
                  <a:cubicBezTo>
                    <a:pt x="119" y="0"/>
                    <a:pt x="122" y="1"/>
                    <a:pt x="125" y="4"/>
                  </a:cubicBezTo>
                  <a:cubicBezTo>
                    <a:pt x="128" y="6"/>
                    <a:pt x="130" y="9"/>
                    <a:pt x="132" y="12"/>
                  </a:cubicBezTo>
                  <a:cubicBezTo>
                    <a:pt x="136" y="24"/>
                    <a:pt x="136" y="24"/>
                    <a:pt x="136" y="24"/>
                  </a:cubicBezTo>
                  <a:lnTo>
                    <a:pt x="158" y="24"/>
                  </a:lnTo>
                  <a:close/>
                  <a:moveTo>
                    <a:pt x="61" y="121"/>
                  </a:moveTo>
                  <a:cubicBezTo>
                    <a:pt x="69" y="129"/>
                    <a:pt x="79" y="133"/>
                    <a:pt x="91" y="133"/>
                  </a:cubicBezTo>
                  <a:cubicBezTo>
                    <a:pt x="103" y="133"/>
                    <a:pt x="113" y="129"/>
                    <a:pt x="121" y="121"/>
                  </a:cubicBezTo>
                  <a:cubicBezTo>
                    <a:pt x="129" y="113"/>
                    <a:pt x="133" y="103"/>
                    <a:pt x="133" y="91"/>
                  </a:cubicBezTo>
                  <a:cubicBezTo>
                    <a:pt x="133" y="79"/>
                    <a:pt x="129" y="69"/>
                    <a:pt x="121" y="61"/>
                  </a:cubicBezTo>
                  <a:cubicBezTo>
                    <a:pt x="113" y="53"/>
                    <a:pt x="103" y="49"/>
                    <a:pt x="91" y="49"/>
                  </a:cubicBezTo>
                  <a:cubicBezTo>
                    <a:pt x="79" y="49"/>
                    <a:pt x="69" y="53"/>
                    <a:pt x="61" y="61"/>
                  </a:cubicBezTo>
                  <a:cubicBezTo>
                    <a:pt x="53" y="69"/>
                    <a:pt x="49" y="79"/>
                    <a:pt x="49" y="91"/>
                  </a:cubicBezTo>
                  <a:cubicBezTo>
                    <a:pt x="49" y="103"/>
                    <a:pt x="53" y="113"/>
                    <a:pt x="61" y="121"/>
                  </a:cubicBezTo>
                  <a:close/>
                  <a:moveTo>
                    <a:pt x="72" y="72"/>
                  </a:moveTo>
                  <a:cubicBezTo>
                    <a:pt x="77" y="66"/>
                    <a:pt x="83" y="64"/>
                    <a:pt x="91" y="64"/>
                  </a:cubicBezTo>
                  <a:cubicBezTo>
                    <a:pt x="98" y="64"/>
                    <a:pt x="105" y="66"/>
                    <a:pt x="110" y="72"/>
                  </a:cubicBezTo>
                  <a:cubicBezTo>
                    <a:pt x="116" y="77"/>
                    <a:pt x="118" y="84"/>
                    <a:pt x="118" y="91"/>
                  </a:cubicBezTo>
                  <a:cubicBezTo>
                    <a:pt x="118" y="99"/>
                    <a:pt x="116" y="105"/>
                    <a:pt x="110" y="110"/>
                  </a:cubicBezTo>
                  <a:cubicBezTo>
                    <a:pt x="105" y="116"/>
                    <a:pt x="98" y="118"/>
                    <a:pt x="91" y="118"/>
                  </a:cubicBezTo>
                  <a:cubicBezTo>
                    <a:pt x="83" y="118"/>
                    <a:pt x="77" y="116"/>
                    <a:pt x="72" y="110"/>
                  </a:cubicBezTo>
                  <a:cubicBezTo>
                    <a:pt x="66" y="105"/>
                    <a:pt x="64" y="99"/>
                    <a:pt x="64" y="91"/>
                  </a:cubicBezTo>
                  <a:cubicBezTo>
                    <a:pt x="64" y="84"/>
                    <a:pt x="66" y="77"/>
                    <a:pt x="72" y="72"/>
                  </a:cubicBezTo>
                  <a:close/>
                </a:path>
              </a:pathLst>
            </a:custGeom>
            <a:solidFill>
              <a:schemeClr val="accent2"/>
            </a:solidFill>
            <a:ln>
              <a:noFill/>
            </a:ln>
          </p:spPr>
          <p:txBody>
            <a:bodyPr wrap="square" lIns="91440" tIns="45720" rIns="91440" bIns="45720" anchor="ctr">
              <a:normAutofit lnSpcReduction="10000"/>
            </a:bodyPr>
            <a:lstStyle/>
            <a:p>
              <a:pPr algn="ctr"/>
              <a:endParaRPr>
                <a:cs typeface="+mn-ea"/>
                <a:sym typeface="+mn-lt"/>
              </a:endParaRPr>
            </a:p>
          </p:txBody>
        </p:sp>
        <p:sp>
          <p:nvSpPr>
            <p:cNvPr id="24" name="îṩ1iḓè">
              <a:extLst>
                <a:ext uri="{FF2B5EF4-FFF2-40B4-BE49-F238E27FC236}">
                  <a16:creationId xmlns="" xmlns:a16="http://schemas.microsoft.com/office/drawing/2014/main" id="{7DD2F804-B6E5-4273-9AE9-3C760C656B4E}"/>
                </a:ext>
              </a:extLst>
            </p:cNvPr>
            <p:cNvSpPr/>
            <p:nvPr/>
          </p:nvSpPr>
          <p:spPr>
            <a:xfrm>
              <a:off x="4956448" y="2857290"/>
              <a:ext cx="2977117" cy="338554"/>
            </a:xfrm>
            <a:prstGeom prst="rect">
              <a:avLst/>
            </a:prstGeom>
          </p:spPr>
          <p:txBody>
            <a:bodyPr wrap="square" lIns="91440" tIns="45720" rIns="91440" bIns="45720">
              <a:noAutofit/>
            </a:bodyPr>
            <a:lstStyle/>
            <a:p>
              <a:r>
                <a:rPr lang="zh-CN" altLang="en-US" sz="2000" b="1" dirty="0">
                  <a:cs typeface="+mn-ea"/>
                  <a:sym typeface="+mn-lt"/>
                </a:rPr>
                <a:t>输入标题</a:t>
              </a:r>
            </a:p>
          </p:txBody>
        </p:sp>
        <p:sp>
          <p:nvSpPr>
            <p:cNvPr id="25" name="îṥḷîḑé">
              <a:extLst>
                <a:ext uri="{FF2B5EF4-FFF2-40B4-BE49-F238E27FC236}">
                  <a16:creationId xmlns="" xmlns:a16="http://schemas.microsoft.com/office/drawing/2014/main" id="{CB40390A-0C6A-4F93-B2CA-B3A48A2016F9}"/>
                </a:ext>
              </a:extLst>
            </p:cNvPr>
            <p:cNvSpPr/>
            <p:nvPr/>
          </p:nvSpPr>
          <p:spPr>
            <a:xfrm>
              <a:off x="4956447" y="4884343"/>
              <a:ext cx="2977117" cy="338554"/>
            </a:xfrm>
            <a:prstGeom prst="rect">
              <a:avLst/>
            </a:prstGeom>
          </p:spPr>
          <p:txBody>
            <a:bodyPr wrap="square" lIns="91440" tIns="45720" rIns="91440" bIns="45720">
              <a:noAutofit/>
            </a:bodyPr>
            <a:lstStyle/>
            <a:p>
              <a:r>
                <a:rPr lang="zh-CN" altLang="en-US" sz="2000" b="1" dirty="0">
                  <a:cs typeface="+mn-ea"/>
                  <a:sym typeface="+mn-lt"/>
                </a:rPr>
                <a:t>输入标题</a:t>
              </a:r>
            </a:p>
          </p:txBody>
        </p:sp>
        <p:sp>
          <p:nvSpPr>
            <p:cNvPr id="26" name="îśľiḓé">
              <a:extLst>
                <a:ext uri="{FF2B5EF4-FFF2-40B4-BE49-F238E27FC236}">
                  <a16:creationId xmlns="" xmlns:a16="http://schemas.microsoft.com/office/drawing/2014/main" id="{68F0A0D6-7AA7-4613-824B-46E9CB4CA8F9}"/>
                </a:ext>
              </a:extLst>
            </p:cNvPr>
            <p:cNvSpPr/>
            <p:nvPr/>
          </p:nvSpPr>
          <p:spPr>
            <a:xfrm>
              <a:off x="8296844" y="2857290"/>
              <a:ext cx="2977117" cy="338554"/>
            </a:xfrm>
            <a:prstGeom prst="rect">
              <a:avLst/>
            </a:prstGeom>
          </p:spPr>
          <p:txBody>
            <a:bodyPr wrap="square" lIns="91440" tIns="45720" rIns="91440" bIns="45720">
              <a:noAutofit/>
            </a:bodyPr>
            <a:lstStyle/>
            <a:p>
              <a:r>
                <a:rPr lang="zh-CN" altLang="en-US" sz="2000" b="1" dirty="0">
                  <a:cs typeface="+mn-ea"/>
                  <a:sym typeface="+mn-lt"/>
                </a:rPr>
                <a:t>输入标题</a:t>
              </a:r>
            </a:p>
          </p:txBody>
        </p:sp>
        <p:sp>
          <p:nvSpPr>
            <p:cNvPr id="27" name="îṧḻîďè">
              <a:extLst>
                <a:ext uri="{FF2B5EF4-FFF2-40B4-BE49-F238E27FC236}">
                  <a16:creationId xmlns="" xmlns:a16="http://schemas.microsoft.com/office/drawing/2014/main" id="{5A9C1029-0390-4542-8C8B-E067A1A2911E}"/>
                </a:ext>
              </a:extLst>
            </p:cNvPr>
            <p:cNvSpPr/>
            <p:nvPr/>
          </p:nvSpPr>
          <p:spPr>
            <a:xfrm>
              <a:off x="8296843" y="4884343"/>
              <a:ext cx="2977117" cy="338554"/>
            </a:xfrm>
            <a:prstGeom prst="rect">
              <a:avLst/>
            </a:prstGeom>
          </p:spPr>
          <p:txBody>
            <a:bodyPr wrap="square" lIns="91440" tIns="45720" rIns="91440" bIns="45720">
              <a:noAutofit/>
            </a:bodyPr>
            <a:lstStyle/>
            <a:p>
              <a:r>
                <a:rPr lang="zh-CN" altLang="en-US" sz="2000" b="1" dirty="0">
                  <a:cs typeface="+mn-ea"/>
                  <a:sym typeface="+mn-lt"/>
                </a:rPr>
                <a:t>输入标题</a:t>
              </a:r>
            </a:p>
          </p:txBody>
        </p:sp>
      </p:grpSp>
    </p:spTree>
    <p:custDataLst>
      <p:tags r:id="rId1"/>
    </p:custDataLst>
    <p:extLst>
      <p:ext uri="{BB962C8B-B14F-4D97-AF65-F5344CB8AC3E}">
        <p14:creationId xmlns:p14="http://schemas.microsoft.com/office/powerpoint/2010/main" val="1442015500"/>
      </p:ext>
    </p:extLst>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additive="base">
                                        <p:cTn id="12" dur="500" fill="hold"/>
                                        <p:tgtEl>
                                          <p:spTgt spid="28"/>
                                        </p:tgtEl>
                                        <p:attrNameLst>
                                          <p:attrName>ppt_x</p:attrName>
                                        </p:attrNameLst>
                                      </p:cBhvr>
                                      <p:tavLst>
                                        <p:tav tm="0">
                                          <p:val>
                                            <p:strVal val="#ppt_x"/>
                                          </p:val>
                                        </p:tav>
                                        <p:tav tm="100000">
                                          <p:val>
                                            <p:strVal val="#ppt_x"/>
                                          </p:val>
                                        </p:tav>
                                      </p:tavLst>
                                    </p:anim>
                                    <p:anim calcmode="lin" valueType="num">
                                      <p:cBhvr additive="base">
                                        <p:cTn id="13"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73A4D0FA-8E30-4BC4-B2C5-C81902D23327}"/>
              </a:ext>
            </a:extLst>
          </p:cNvPr>
          <p:cNvGrpSpPr/>
          <p:nvPr/>
        </p:nvGrpSpPr>
        <p:grpSpPr>
          <a:xfrm>
            <a:off x="4113439" y="2226821"/>
            <a:ext cx="4143363" cy="3855020"/>
            <a:chOff x="3806939" y="2129281"/>
            <a:chExt cx="4533761" cy="4218250"/>
          </a:xfrm>
        </p:grpSpPr>
        <p:grpSp>
          <p:nvGrpSpPr>
            <p:cNvPr id="4" name="iṥľídê">
              <a:extLst>
                <a:ext uri="{FF2B5EF4-FFF2-40B4-BE49-F238E27FC236}">
                  <a16:creationId xmlns="" xmlns:a16="http://schemas.microsoft.com/office/drawing/2014/main" id="{54C51F39-428D-4854-9443-C7ECB93ADD05}"/>
                </a:ext>
              </a:extLst>
            </p:cNvPr>
            <p:cNvGrpSpPr/>
            <p:nvPr/>
          </p:nvGrpSpPr>
          <p:grpSpPr>
            <a:xfrm>
              <a:off x="5861975" y="2129281"/>
              <a:ext cx="2478725" cy="2180025"/>
              <a:chOff x="5782164" y="481983"/>
              <a:chExt cx="3480620" cy="3061190"/>
            </a:xfrm>
            <a:gradFill flip="none" rotWithShape="1">
              <a:gsLst>
                <a:gs pos="0">
                  <a:schemeClr val="accent1">
                    <a:lumMod val="5000"/>
                    <a:lumOff val="95000"/>
                  </a:schemeClr>
                </a:gs>
                <a:gs pos="58000">
                  <a:schemeClr val="accent2"/>
                </a:gs>
              </a:gsLst>
              <a:lin ang="8100000" scaled="1"/>
              <a:tileRect/>
            </a:gradFill>
          </p:grpSpPr>
          <p:sp>
            <p:nvSpPr>
              <p:cNvPr id="68" name="îṧľïďé">
                <a:extLst>
                  <a:ext uri="{FF2B5EF4-FFF2-40B4-BE49-F238E27FC236}">
                    <a16:creationId xmlns="" xmlns:a16="http://schemas.microsoft.com/office/drawing/2014/main" id="{65ACF9CA-0A8C-4BB6-98E9-61E215A96FCD}"/>
                  </a:ext>
                </a:extLst>
              </p:cNvPr>
              <p:cNvSpPr/>
              <p:nvPr/>
            </p:nvSpPr>
            <p:spPr>
              <a:xfrm rot="18900000" flipH="1">
                <a:off x="5782164" y="1651488"/>
                <a:ext cx="2291004" cy="1891685"/>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69" name="ïSlïďe">
                <a:extLst>
                  <a:ext uri="{FF2B5EF4-FFF2-40B4-BE49-F238E27FC236}">
                    <a16:creationId xmlns="" xmlns:a16="http://schemas.microsoft.com/office/drawing/2014/main" id="{477A2CD2-54D7-4EDD-B3B2-F5BBBFD54357}"/>
                  </a:ext>
                </a:extLst>
              </p:cNvPr>
              <p:cNvGrpSpPr/>
              <p:nvPr/>
            </p:nvGrpSpPr>
            <p:grpSpPr>
              <a:xfrm>
                <a:off x="7454806" y="481983"/>
                <a:ext cx="1807978" cy="1561534"/>
                <a:chOff x="7454801" y="481983"/>
                <a:chExt cx="1807978" cy="1561534"/>
              </a:xfrm>
              <a:grpFill/>
            </p:grpSpPr>
            <p:sp>
              <p:nvSpPr>
                <p:cNvPr id="70" name="íSḷîḑé">
                  <a:extLst>
                    <a:ext uri="{FF2B5EF4-FFF2-40B4-BE49-F238E27FC236}">
                      <a16:creationId xmlns="" xmlns:a16="http://schemas.microsoft.com/office/drawing/2014/main" id="{F88B488D-2049-480E-8CAE-3CCD540FD853}"/>
                    </a:ext>
                  </a:extLst>
                </p:cNvPr>
                <p:cNvSpPr/>
                <p:nvPr/>
              </p:nvSpPr>
              <p:spPr bwMode="auto">
                <a:xfrm rot="8100000">
                  <a:off x="7916863" y="1084979"/>
                  <a:ext cx="179916" cy="1760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71" name="íṥḷiḑe">
                  <a:extLst>
                    <a:ext uri="{FF2B5EF4-FFF2-40B4-BE49-F238E27FC236}">
                      <a16:creationId xmlns="" xmlns:a16="http://schemas.microsoft.com/office/drawing/2014/main" id="{F7F7975B-02A5-4973-8FC6-29004C85133D}"/>
                    </a:ext>
                  </a:extLst>
                </p:cNvPr>
                <p:cNvSpPr/>
                <p:nvPr/>
              </p:nvSpPr>
              <p:spPr bwMode="auto">
                <a:xfrm rot="8100000">
                  <a:off x="7972437" y="1826848"/>
                  <a:ext cx="278579" cy="2166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72" name="íṩļïḓè">
                  <a:extLst>
                    <a:ext uri="{FF2B5EF4-FFF2-40B4-BE49-F238E27FC236}">
                      <a16:creationId xmlns="" xmlns:a16="http://schemas.microsoft.com/office/drawing/2014/main" id="{D3440530-95A6-4751-AA05-D392A972FD10}"/>
                    </a:ext>
                  </a:extLst>
                </p:cNvPr>
                <p:cNvSpPr/>
                <p:nvPr/>
              </p:nvSpPr>
              <p:spPr bwMode="auto">
                <a:xfrm rot="8100000">
                  <a:off x="7454801" y="1301229"/>
                  <a:ext cx="278579" cy="2205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73" name="isḻíḋe">
                  <a:extLst>
                    <a:ext uri="{FF2B5EF4-FFF2-40B4-BE49-F238E27FC236}">
                      <a16:creationId xmlns="" xmlns:a16="http://schemas.microsoft.com/office/drawing/2014/main" id="{C7E0E8FD-6B48-44D4-8797-791EBEC3B514}"/>
                    </a:ext>
                  </a:extLst>
                </p:cNvPr>
                <p:cNvSpPr/>
                <p:nvPr/>
              </p:nvSpPr>
              <p:spPr bwMode="auto">
                <a:xfrm rot="8100000">
                  <a:off x="8213025" y="1221325"/>
                  <a:ext cx="315336" cy="319199"/>
                </a:xfrm>
                <a:custGeom>
                  <a:avLst/>
                  <a:gdLst>
                    <a:gd name="T0" fmla="*/ 40 w 163"/>
                    <a:gd name="T1" fmla="*/ 0 h 165"/>
                    <a:gd name="T2" fmla="*/ 163 w 163"/>
                    <a:gd name="T3" fmla="*/ 39 h 165"/>
                    <a:gd name="T4" fmla="*/ 125 w 163"/>
                    <a:gd name="T5" fmla="*/ 165 h 165"/>
                    <a:gd name="T6" fmla="*/ 0 w 163"/>
                    <a:gd name="T7" fmla="*/ 124 h 165"/>
                    <a:gd name="T8" fmla="*/ 40 w 163"/>
                    <a:gd name="T9" fmla="*/ 0 h 165"/>
                  </a:gdLst>
                  <a:ahLst/>
                  <a:cxnLst>
                    <a:cxn ang="0">
                      <a:pos x="T0" y="T1"/>
                    </a:cxn>
                    <a:cxn ang="0">
                      <a:pos x="T2" y="T3"/>
                    </a:cxn>
                    <a:cxn ang="0">
                      <a:pos x="T4" y="T5"/>
                    </a:cxn>
                    <a:cxn ang="0">
                      <a:pos x="T6" y="T7"/>
                    </a:cxn>
                    <a:cxn ang="0">
                      <a:pos x="T8" y="T9"/>
                    </a:cxn>
                  </a:cxnLst>
                  <a:rect l="0" t="0" r="r" b="b"/>
                  <a:pathLst>
                    <a:path w="163" h="165">
                      <a:moveTo>
                        <a:pt x="40" y="0"/>
                      </a:moveTo>
                      <a:lnTo>
                        <a:pt x="163" y="39"/>
                      </a:lnTo>
                      <a:lnTo>
                        <a:pt x="125" y="165"/>
                      </a:lnTo>
                      <a:lnTo>
                        <a:pt x="0" y="124"/>
                      </a:lnTo>
                      <a:lnTo>
                        <a:pt x="4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4" name="iṧḷíďé">
                  <a:extLst>
                    <a:ext uri="{FF2B5EF4-FFF2-40B4-BE49-F238E27FC236}">
                      <a16:creationId xmlns="" xmlns:a16="http://schemas.microsoft.com/office/drawing/2014/main" id="{690C1531-801A-4BA0-A168-451D2C234ADE}"/>
                    </a:ext>
                  </a:extLst>
                </p:cNvPr>
                <p:cNvSpPr/>
                <p:nvPr/>
              </p:nvSpPr>
              <p:spPr bwMode="auto">
                <a:xfrm rot="8100000">
                  <a:off x="8449924" y="886025"/>
                  <a:ext cx="266972" cy="268901"/>
                </a:xfrm>
                <a:custGeom>
                  <a:avLst/>
                  <a:gdLst>
                    <a:gd name="T0" fmla="*/ 0 w 138"/>
                    <a:gd name="T1" fmla="*/ 38 h 139"/>
                    <a:gd name="T2" fmla="*/ 102 w 138"/>
                    <a:gd name="T3" fmla="*/ 0 h 139"/>
                    <a:gd name="T4" fmla="*/ 138 w 138"/>
                    <a:gd name="T5" fmla="*/ 103 h 139"/>
                    <a:gd name="T6" fmla="*/ 38 w 138"/>
                    <a:gd name="T7" fmla="*/ 139 h 139"/>
                    <a:gd name="T8" fmla="*/ 0 w 138"/>
                    <a:gd name="T9" fmla="*/ 38 h 139"/>
                  </a:gdLst>
                  <a:ahLst/>
                  <a:cxnLst>
                    <a:cxn ang="0">
                      <a:pos x="T0" y="T1"/>
                    </a:cxn>
                    <a:cxn ang="0">
                      <a:pos x="T2" y="T3"/>
                    </a:cxn>
                    <a:cxn ang="0">
                      <a:pos x="T4" y="T5"/>
                    </a:cxn>
                    <a:cxn ang="0">
                      <a:pos x="T6" y="T7"/>
                    </a:cxn>
                    <a:cxn ang="0">
                      <a:pos x="T8" y="T9"/>
                    </a:cxn>
                  </a:cxnLst>
                  <a:rect l="0" t="0" r="r" b="b"/>
                  <a:pathLst>
                    <a:path w="138" h="139">
                      <a:moveTo>
                        <a:pt x="0" y="38"/>
                      </a:moveTo>
                      <a:lnTo>
                        <a:pt x="102" y="0"/>
                      </a:lnTo>
                      <a:lnTo>
                        <a:pt x="138" y="103"/>
                      </a:lnTo>
                      <a:lnTo>
                        <a:pt x="38" y="139"/>
                      </a:ln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5" name="íṣļîdê">
                  <a:extLst>
                    <a:ext uri="{FF2B5EF4-FFF2-40B4-BE49-F238E27FC236}">
                      <a16:creationId xmlns="" xmlns:a16="http://schemas.microsoft.com/office/drawing/2014/main" id="{B3D3FFCA-AEE1-44E8-A50E-71356D6BF23F}"/>
                    </a:ext>
                  </a:extLst>
                </p:cNvPr>
                <p:cNvSpPr/>
                <p:nvPr/>
              </p:nvSpPr>
              <p:spPr bwMode="auto">
                <a:xfrm rot="8100000">
                  <a:off x="8144899" y="973602"/>
                  <a:ext cx="234084" cy="236013"/>
                </a:xfrm>
                <a:custGeom>
                  <a:avLst/>
                  <a:gdLst>
                    <a:gd name="T0" fmla="*/ 0 w 121"/>
                    <a:gd name="T1" fmla="*/ 12 h 122"/>
                    <a:gd name="T2" fmla="*/ 109 w 121"/>
                    <a:gd name="T3" fmla="*/ 0 h 122"/>
                    <a:gd name="T4" fmla="*/ 121 w 121"/>
                    <a:gd name="T5" fmla="*/ 110 h 122"/>
                    <a:gd name="T6" fmla="*/ 12 w 121"/>
                    <a:gd name="T7" fmla="*/ 122 h 122"/>
                    <a:gd name="T8" fmla="*/ 0 w 121"/>
                    <a:gd name="T9" fmla="*/ 12 h 122"/>
                  </a:gdLst>
                  <a:ahLst/>
                  <a:cxnLst>
                    <a:cxn ang="0">
                      <a:pos x="T0" y="T1"/>
                    </a:cxn>
                    <a:cxn ang="0">
                      <a:pos x="T2" y="T3"/>
                    </a:cxn>
                    <a:cxn ang="0">
                      <a:pos x="T4" y="T5"/>
                    </a:cxn>
                    <a:cxn ang="0">
                      <a:pos x="T6" y="T7"/>
                    </a:cxn>
                    <a:cxn ang="0">
                      <a:pos x="T8" y="T9"/>
                    </a:cxn>
                  </a:cxnLst>
                  <a:rect l="0" t="0" r="r" b="b"/>
                  <a:pathLst>
                    <a:path w="121" h="122">
                      <a:moveTo>
                        <a:pt x="0" y="12"/>
                      </a:moveTo>
                      <a:lnTo>
                        <a:pt x="109" y="0"/>
                      </a:lnTo>
                      <a:lnTo>
                        <a:pt x="121" y="110"/>
                      </a:lnTo>
                      <a:lnTo>
                        <a:pt x="12" y="122"/>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76" name="íṩľíḑê">
                  <a:extLst>
                    <a:ext uri="{FF2B5EF4-FFF2-40B4-BE49-F238E27FC236}">
                      <a16:creationId xmlns="" xmlns:a16="http://schemas.microsoft.com/office/drawing/2014/main" id="{1F36B2EF-7C16-4D44-A440-5F597CBFBE39}"/>
                    </a:ext>
                  </a:extLst>
                </p:cNvPr>
                <p:cNvSpPr/>
                <p:nvPr/>
              </p:nvSpPr>
              <p:spPr bwMode="auto">
                <a:xfrm rot="8100000">
                  <a:off x="8693291" y="721345"/>
                  <a:ext cx="183785" cy="18378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77" name="îśḻïḍê">
                  <a:extLst>
                    <a:ext uri="{FF2B5EF4-FFF2-40B4-BE49-F238E27FC236}">
                      <a16:creationId xmlns="" xmlns:a16="http://schemas.microsoft.com/office/drawing/2014/main" id="{32798288-5CA8-41BE-A3B4-53C32B68DA18}"/>
                    </a:ext>
                  </a:extLst>
                </p:cNvPr>
                <p:cNvSpPr/>
                <p:nvPr/>
              </p:nvSpPr>
              <p:spPr bwMode="auto">
                <a:xfrm rot="8100000">
                  <a:off x="8812870" y="489930"/>
                  <a:ext cx="179916" cy="1760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78" name="iŝ1iḓê">
                  <a:extLst>
                    <a:ext uri="{FF2B5EF4-FFF2-40B4-BE49-F238E27FC236}">
                      <a16:creationId xmlns="" xmlns:a16="http://schemas.microsoft.com/office/drawing/2014/main" id="{94D8330F-3760-4BF3-B6BB-72C04206FFF9}"/>
                    </a:ext>
                  </a:extLst>
                </p:cNvPr>
                <p:cNvSpPr/>
                <p:nvPr/>
              </p:nvSpPr>
              <p:spPr bwMode="auto">
                <a:xfrm rot="8100000">
                  <a:off x="7882439" y="1401644"/>
                  <a:ext cx="251496" cy="232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79" name="îšḷîḑê">
                  <a:extLst>
                    <a:ext uri="{FF2B5EF4-FFF2-40B4-BE49-F238E27FC236}">
                      <a16:creationId xmlns="" xmlns:a16="http://schemas.microsoft.com/office/drawing/2014/main" id="{D322BD83-6FF8-4078-B663-E445D0C186AE}"/>
                    </a:ext>
                  </a:extLst>
                </p:cNvPr>
                <p:cNvSpPr/>
                <p:nvPr/>
              </p:nvSpPr>
              <p:spPr bwMode="auto">
                <a:xfrm rot="8100000">
                  <a:off x="8429249" y="641976"/>
                  <a:ext cx="216673" cy="216669"/>
                </a:xfrm>
                <a:custGeom>
                  <a:avLst/>
                  <a:gdLst>
                    <a:gd name="T0" fmla="*/ 24 w 112"/>
                    <a:gd name="T1" fmla="*/ 0 h 112"/>
                    <a:gd name="T2" fmla="*/ 112 w 112"/>
                    <a:gd name="T3" fmla="*/ 24 h 112"/>
                    <a:gd name="T4" fmla="*/ 88 w 112"/>
                    <a:gd name="T5" fmla="*/ 112 h 112"/>
                    <a:gd name="T6" fmla="*/ 0 w 112"/>
                    <a:gd name="T7" fmla="*/ 88 h 112"/>
                    <a:gd name="T8" fmla="*/ 24 w 112"/>
                    <a:gd name="T9" fmla="*/ 0 h 112"/>
                  </a:gdLst>
                  <a:ahLst/>
                  <a:cxnLst>
                    <a:cxn ang="0">
                      <a:pos x="T0" y="T1"/>
                    </a:cxn>
                    <a:cxn ang="0">
                      <a:pos x="T2" y="T3"/>
                    </a:cxn>
                    <a:cxn ang="0">
                      <a:pos x="T4" y="T5"/>
                    </a:cxn>
                    <a:cxn ang="0">
                      <a:pos x="T6" y="T7"/>
                    </a:cxn>
                    <a:cxn ang="0">
                      <a:pos x="T8" y="T9"/>
                    </a:cxn>
                  </a:cxnLst>
                  <a:rect l="0" t="0" r="r" b="b"/>
                  <a:pathLst>
                    <a:path w="112" h="112">
                      <a:moveTo>
                        <a:pt x="24" y="0"/>
                      </a:moveTo>
                      <a:lnTo>
                        <a:pt x="112" y="24"/>
                      </a:lnTo>
                      <a:lnTo>
                        <a:pt x="88" y="112"/>
                      </a:lnTo>
                      <a:lnTo>
                        <a:pt x="0" y="88"/>
                      </a:ln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0" name="ïşļiďê">
                  <a:extLst>
                    <a:ext uri="{FF2B5EF4-FFF2-40B4-BE49-F238E27FC236}">
                      <a16:creationId xmlns="" xmlns:a16="http://schemas.microsoft.com/office/drawing/2014/main" id="{E4A1FF66-D510-4E3B-8AF5-24DBB5C936AD}"/>
                    </a:ext>
                  </a:extLst>
                </p:cNvPr>
                <p:cNvSpPr/>
                <p:nvPr/>
              </p:nvSpPr>
              <p:spPr bwMode="auto">
                <a:xfrm rot="8100000">
                  <a:off x="9111882" y="481983"/>
                  <a:ext cx="150897" cy="150894"/>
                </a:xfrm>
                <a:custGeom>
                  <a:avLst/>
                  <a:gdLst>
                    <a:gd name="T0" fmla="*/ 0 w 78"/>
                    <a:gd name="T1" fmla="*/ 16 h 78"/>
                    <a:gd name="T2" fmla="*/ 59 w 78"/>
                    <a:gd name="T3" fmla="*/ 0 h 78"/>
                    <a:gd name="T4" fmla="*/ 78 w 78"/>
                    <a:gd name="T5" fmla="*/ 59 h 78"/>
                    <a:gd name="T6" fmla="*/ 19 w 78"/>
                    <a:gd name="T7" fmla="*/ 78 h 78"/>
                    <a:gd name="T8" fmla="*/ 0 w 78"/>
                    <a:gd name="T9" fmla="*/ 16 h 78"/>
                  </a:gdLst>
                  <a:ahLst/>
                  <a:cxnLst>
                    <a:cxn ang="0">
                      <a:pos x="T0" y="T1"/>
                    </a:cxn>
                    <a:cxn ang="0">
                      <a:pos x="T2" y="T3"/>
                    </a:cxn>
                    <a:cxn ang="0">
                      <a:pos x="T4" y="T5"/>
                    </a:cxn>
                    <a:cxn ang="0">
                      <a:pos x="T6" y="T7"/>
                    </a:cxn>
                    <a:cxn ang="0">
                      <a:pos x="T8" y="T9"/>
                    </a:cxn>
                  </a:cxnLst>
                  <a:rect l="0" t="0" r="r" b="b"/>
                  <a:pathLst>
                    <a:path w="78" h="78">
                      <a:moveTo>
                        <a:pt x="0" y="16"/>
                      </a:moveTo>
                      <a:lnTo>
                        <a:pt x="59" y="0"/>
                      </a:lnTo>
                      <a:lnTo>
                        <a:pt x="78" y="59"/>
                      </a:lnTo>
                      <a:lnTo>
                        <a:pt x="19" y="78"/>
                      </a:lnTo>
                      <a:lnTo>
                        <a:pt x="0"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81" name="îŝľïḍè">
                  <a:extLst>
                    <a:ext uri="{FF2B5EF4-FFF2-40B4-BE49-F238E27FC236}">
                      <a16:creationId xmlns="" xmlns:a16="http://schemas.microsoft.com/office/drawing/2014/main" id="{0A78BBB8-7358-4EBA-B587-E9E20946A8AE}"/>
                    </a:ext>
                  </a:extLst>
                </p:cNvPr>
                <p:cNvSpPr/>
                <p:nvPr/>
              </p:nvSpPr>
              <p:spPr bwMode="auto">
                <a:xfrm rot="8100000">
                  <a:off x="7671010" y="1661502"/>
                  <a:ext cx="189641" cy="232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grpSp>
        </p:grpSp>
        <p:grpSp>
          <p:nvGrpSpPr>
            <p:cNvPr id="5" name="iŝľîḑe">
              <a:extLst>
                <a:ext uri="{FF2B5EF4-FFF2-40B4-BE49-F238E27FC236}">
                  <a16:creationId xmlns="" xmlns:a16="http://schemas.microsoft.com/office/drawing/2014/main" id="{95448514-BEB1-4305-9E60-BD88E7AB981F}"/>
                </a:ext>
              </a:extLst>
            </p:cNvPr>
            <p:cNvGrpSpPr/>
            <p:nvPr/>
          </p:nvGrpSpPr>
          <p:grpSpPr>
            <a:xfrm flipH="1">
              <a:off x="3809494" y="2140446"/>
              <a:ext cx="2478725" cy="2180025"/>
              <a:chOff x="5782164" y="481983"/>
              <a:chExt cx="3480620" cy="3061190"/>
            </a:xfrm>
            <a:gradFill>
              <a:gsLst>
                <a:gs pos="0">
                  <a:schemeClr val="accent1">
                    <a:lumMod val="5000"/>
                    <a:lumOff val="95000"/>
                  </a:schemeClr>
                </a:gs>
                <a:gs pos="58000">
                  <a:schemeClr val="accent1"/>
                </a:gs>
              </a:gsLst>
              <a:lin ang="8100000" scaled="1"/>
            </a:gradFill>
          </p:grpSpPr>
          <p:sp>
            <p:nvSpPr>
              <p:cNvPr id="54" name="iṣļïḓê">
                <a:extLst>
                  <a:ext uri="{FF2B5EF4-FFF2-40B4-BE49-F238E27FC236}">
                    <a16:creationId xmlns="" xmlns:a16="http://schemas.microsoft.com/office/drawing/2014/main" id="{1AAA2ECC-20CA-47F4-A728-15F12CB9E030}"/>
                  </a:ext>
                </a:extLst>
              </p:cNvPr>
              <p:cNvSpPr/>
              <p:nvPr/>
            </p:nvSpPr>
            <p:spPr>
              <a:xfrm rot="18900000" flipH="1">
                <a:off x="5782164" y="1651488"/>
                <a:ext cx="2291004" cy="1891685"/>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55" name="îSḻîdé">
                <a:extLst>
                  <a:ext uri="{FF2B5EF4-FFF2-40B4-BE49-F238E27FC236}">
                    <a16:creationId xmlns="" xmlns:a16="http://schemas.microsoft.com/office/drawing/2014/main" id="{421F5CDA-DB12-4988-B0A5-2F7AADD2EB6C}"/>
                  </a:ext>
                </a:extLst>
              </p:cNvPr>
              <p:cNvGrpSpPr/>
              <p:nvPr/>
            </p:nvGrpSpPr>
            <p:grpSpPr>
              <a:xfrm>
                <a:off x="7454806" y="481983"/>
                <a:ext cx="1807978" cy="1561534"/>
                <a:chOff x="7454801" y="481983"/>
                <a:chExt cx="1807978" cy="1561534"/>
              </a:xfrm>
              <a:grpFill/>
            </p:grpSpPr>
            <p:sp>
              <p:nvSpPr>
                <p:cNvPr id="56" name="í$ľïḍe">
                  <a:extLst>
                    <a:ext uri="{FF2B5EF4-FFF2-40B4-BE49-F238E27FC236}">
                      <a16:creationId xmlns="" xmlns:a16="http://schemas.microsoft.com/office/drawing/2014/main" id="{0B98CE6E-4F25-4ADC-B92C-BC6908C863AB}"/>
                    </a:ext>
                  </a:extLst>
                </p:cNvPr>
                <p:cNvSpPr/>
                <p:nvPr/>
              </p:nvSpPr>
              <p:spPr bwMode="auto">
                <a:xfrm rot="8100000">
                  <a:off x="7916863" y="1084979"/>
                  <a:ext cx="179916" cy="1760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57" name="îṡḻîďe">
                  <a:extLst>
                    <a:ext uri="{FF2B5EF4-FFF2-40B4-BE49-F238E27FC236}">
                      <a16:creationId xmlns="" xmlns:a16="http://schemas.microsoft.com/office/drawing/2014/main" id="{CB73B622-D6DE-4C38-A5E6-EC2FA322343F}"/>
                    </a:ext>
                  </a:extLst>
                </p:cNvPr>
                <p:cNvSpPr/>
                <p:nvPr/>
              </p:nvSpPr>
              <p:spPr bwMode="auto">
                <a:xfrm rot="8100000">
                  <a:off x="7972437" y="1826848"/>
                  <a:ext cx="278579" cy="2166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58" name="iṧḻîḑé">
                  <a:extLst>
                    <a:ext uri="{FF2B5EF4-FFF2-40B4-BE49-F238E27FC236}">
                      <a16:creationId xmlns="" xmlns:a16="http://schemas.microsoft.com/office/drawing/2014/main" id="{65C6B3AF-71F5-4DA6-97DC-3CBC43285709}"/>
                    </a:ext>
                  </a:extLst>
                </p:cNvPr>
                <p:cNvSpPr/>
                <p:nvPr/>
              </p:nvSpPr>
              <p:spPr bwMode="auto">
                <a:xfrm rot="8100000">
                  <a:off x="7454801" y="1301229"/>
                  <a:ext cx="278579" cy="2205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59" name="íṥľïḋé">
                  <a:extLst>
                    <a:ext uri="{FF2B5EF4-FFF2-40B4-BE49-F238E27FC236}">
                      <a16:creationId xmlns="" xmlns:a16="http://schemas.microsoft.com/office/drawing/2014/main" id="{47BF2FD0-D2E4-48CB-AB14-161015EB3C1B}"/>
                    </a:ext>
                  </a:extLst>
                </p:cNvPr>
                <p:cNvSpPr/>
                <p:nvPr/>
              </p:nvSpPr>
              <p:spPr bwMode="auto">
                <a:xfrm rot="8100000">
                  <a:off x="8213025" y="1221325"/>
                  <a:ext cx="315336" cy="319199"/>
                </a:xfrm>
                <a:custGeom>
                  <a:avLst/>
                  <a:gdLst>
                    <a:gd name="T0" fmla="*/ 40 w 163"/>
                    <a:gd name="T1" fmla="*/ 0 h 165"/>
                    <a:gd name="T2" fmla="*/ 163 w 163"/>
                    <a:gd name="T3" fmla="*/ 39 h 165"/>
                    <a:gd name="T4" fmla="*/ 125 w 163"/>
                    <a:gd name="T5" fmla="*/ 165 h 165"/>
                    <a:gd name="T6" fmla="*/ 0 w 163"/>
                    <a:gd name="T7" fmla="*/ 124 h 165"/>
                    <a:gd name="T8" fmla="*/ 40 w 163"/>
                    <a:gd name="T9" fmla="*/ 0 h 165"/>
                  </a:gdLst>
                  <a:ahLst/>
                  <a:cxnLst>
                    <a:cxn ang="0">
                      <a:pos x="T0" y="T1"/>
                    </a:cxn>
                    <a:cxn ang="0">
                      <a:pos x="T2" y="T3"/>
                    </a:cxn>
                    <a:cxn ang="0">
                      <a:pos x="T4" y="T5"/>
                    </a:cxn>
                    <a:cxn ang="0">
                      <a:pos x="T6" y="T7"/>
                    </a:cxn>
                    <a:cxn ang="0">
                      <a:pos x="T8" y="T9"/>
                    </a:cxn>
                  </a:cxnLst>
                  <a:rect l="0" t="0" r="r" b="b"/>
                  <a:pathLst>
                    <a:path w="163" h="165">
                      <a:moveTo>
                        <a:pt x="40" y="0"/>
                      </a:moveTo>
                      <a:lnTo>
                        <a:pt x="163" y="39"/>
                      </a:lnTo>
                      <a:lnTo>
                        <a:pt x="125" y="165"/>
                      </a:lnTo>
                      <a:lnTo>
                        <a:pt x="0" y="124"/>
                      </a:lnTo>
                      <a:lnTo>
                        <a:pt x="4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0" name="íślîďe">
                  <a:extLst>
                    <a:ext uri="{FF2B5EF4-FFF2-40B4-BE49-F238E27FC236}">
                      <a16:creationId xmlns="" xmlns:a16="http://schemas.microsoft.com/office/drawing/2014/main" id="{13866F8D-28B6-4201-9073-E4A6C20D1BFF}"/>
                    </a:ext>
                  </a:extLst>
                </p:cNvPr>
                <p:cNvSpPr/>
                <p:nvPr/>
              </p:nvSpPr>
              <p:spPr bwMode="auto">
                <a:xfrm rot="8100000">
                  <a:off x="8449924" y="886025"/>
                  <a:ext cx="266972" cy="268901"/>
                </a:xfrm>
                <a:custGeom>
                  <a:avLst/>
                  <a:gdLst>
                    <a:gd name="T0" fmla="*/ 0 w 138"/>
                    <a:gd name="T1" fmla="*/ 38 h 139"/>
                    <a:gd name="T2" fmla="*/ 102 w 138"/>
                    <a:gd name="T3" fmla="*/ 0 h 139"/>
                    <a:gd name="T4" fmla="*/ 138 w 138"/>
                    <a:gd name="T5" fmla="*/ 103 h 139"/>
                    <a:gd name="T6" fmla="*/ 38 w 138"/>
                    <a:gd name="T7" fmla="*/ 139 h 139"/>
                    <a:gd name="T8" fmla="*/ 0 w 138"/>
                    <a:gd name="T9" fmla="*/ 38 h 139"/>
                  </a:gdLst>
                  <a:ahLst/>
                  <a:cxnLst>
                    <a:cxn ang="0">
                      <a:pos x="T0" y="T1"/>
                    </a:cxn>
                    <a:cxn ang="0">
                      <a:pos x="T2" y="T3"/>
                    </a:cxn>
                    <a:cxn ang="0">
                      <a:pos x="T4" y="T5"/>
                    </a:cxn>
                    <a:cxn ang="0">
                      <a:pos x="T6" y="T7"/>
                    </a:cxn>
                    <a:cxn ang="0">
                      <a:pos x="T8" y="T9"/>
                    </a:cxn>
                  </a:cxnLst>
                  <a:rect l="0" t="0" r="r" b="b"/>
                  <a:pathLst>
                    <a:path w="138" h="139">
                      <a:moveTo>
                        <a:pt x="0" y="38"/>
                      </a:moveTo>
                      <a:lnTo>
                        <a:pt x="102" y="0"/>
                      </a:lnTo>
                      <a:lnTo>
                        <a:pt x="138" y="103"/>
                      </a:lnTo>
                      <a:lnTo>
                        <a:pt x="38" y="139"/>
                      </a:ln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1" name="iṧlïḍè">
                  <a:extLst>
                    <a:ext uri="{FF2B5EF4-FFF2-40B4-BE49-F238E27FC236}">
                      <a16:creationId xmlns="" xmlns:a16="http://schemas.microsoft.com/office/drawing/2014/main" id="{50AD8EC5-576C-415D-837A-3146C440FC15}"/>
                    </a:ext>
                  </a:extLst>
                </p:cNvPr>
                <p:cNvSpPr/>
                <p:nvPr/>
              </p:nvSpPr>
              <p:spPr bwMode="auto">
                <a:xfrm rot="8100000">
                  <a:off x="8144899" y="973602"/>
                  <a:ext cx="234084" cy="236013"/>
                </a:xfrm>
                <a:custGeom>
                  <a:avLst/>
                  <a:gdLst>
                    <a:gd name="T0" fmla="*/ 0 w 121"/>
                    <a:gd name="T1" fmla="*/ 12 h 122"/>
                    <a:gd name="T2" fmla="*/ 109 w 121"/>
                    <a:gd name="T3" fmla="*/ 0 h 122"/>
                    <a:gd name="T4" fmla="*/ 121 w 121"/>
                    <a:gd name="T5" fmla="*/ 110 h 122"/>
                    <a:gd name="T6" fmla="*/ 12 w 121"/>
                    <a:gd name="T7" fmla="*/ 122 h 122"/>
                    <a:gd name="T8" fmla="*/ 0 w 121"/>
                    <a:gd name="T9" fmla="*/ 12 h 122"/>
                  </a:gdLst>
                  <a:ahLst/>
                  <a:cxnLst>
                    <a:cxn ang="0">
                      <a:pos x="T0" y="T1"/>
                    </a:cxn>
                    <a:cxn ang="0">
                      <a:pos x="T2" y="T3"/>
                    </a:cxn>
                    <a:cxn ang="0">
                      <a:pos x="T4" y="T5"/>
                    </a:cxn>
                    <a:cxn ang="0">
                      <a:pos x="T6" y="T7"/>
                    </a:cxn>
                    <a:cxn ang="0">
                      <a:pos x="T8" y="T9"/>
                    </a:cxn>
                  </a:cxnLst>
                  <a:rect l="0" t="0" r="r" b="b"/>
                  <a:pathLst>
                    <a:path w="121" h="122">
                      <a:moveTo>
                        <a:pt x="0" y="12"/>
                      </a:moveTo>
                      <a:lnTo>
                        <a:pt x="109" y="0"/>
                      </a:lnTo>
                      <a:lnTo>
                        <a:pt x="121" y="110"/>
                      </a:lnTo>
                      <a:lnTo>
                        <a:pt x="12" y="122"/>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2" name="íšļíḑè">
                  <a:extLst>
                    <a:ext uri="{FF2B5EF4-FFF2-40B4-BE49-F238E27FC236}">
                      <a16:creationId xmlns="" xmlns:a16="http://schemas.microsoft.com/office/drawing/2014/main" id="{F31427A0-6D96-4CCF-9268-2EC49976DDC9}"/>
                    </a:ext>
                  </a:extLst>
                </p:cNvPr>
                <p:cNvSpPr/>
                <p:nvPr/>
              </p:nvSpPr>
              <p:spPr bwMode="auto">
                <a:xfrm rot="8100000">
                  <a:off x="8693291" y="721345"/>
                  <a:ext cx="183785" cy="18378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63" name="išḷíḓé">
                  <a:extLst>
                    <a:ext uri="{FF2B5EF4-FFF2-40B4-BE49-F238E27FC236}">
                      <a16:creationId xmlns="" xmlns:a16="http://schemas.microsoft.com/office/drawing/2014/main" id="{8905BADB-44EB-45B2-BE33-46B486D339A4}"/>
                    </a:ext>
                  </a:extLst>
                </p:cNvPr>
                <p:cNvSpPr/>
                <p:nvPr/>
              </p:nvSpPr>
              <p:spPr bwMode="auto">
                <a:xfrm rot="8100000">
                  <a:off x="8812870" y="489930"/>
                  <a:ext cx="179916" cy="1760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64" name="íṡ1iḑe">
                  <a:extLst>
                    <a:ext uri="{FF2B5EF4-FFF2-40B4-BE49-F238E27FC236}">
                      <a16:creationId xmlns="" xmlns:a16="http://schemas.microsoft.com/office/drawing/2014/main" id="{D879048B-0A4B-42EF-A80B-10CB51186763}"/>
                    </a:ext>
                  </a:extLst>
                </p:cNvPr>
                <p:cNvSpPr/>
                <p:nvPr/>
              </p:nvSpPr>
              <p:spPr bwMode="auto">
                <a:xfrm rot="8100000">
                  <a:off x="7882439" y="1401644"/>
                  <a:ext cx="251496" cy="232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65" name="íśḻïḑe">
                  <a:extLst>
                    <a:ext uri="{FF2B5EF4-FFF2-40B4-BE49-F238E27FC236}">
                      <a16:creationId xmlns="" xmlns:a16="http://schemas.microsoft.com/office/drawing/2014/main" id="{F2A6DD7A-98A4-4FDF-AE2B-BA2DFA62C1FA}"/>
                    </a:ext>
                  </a:extLst>
                </p:cNvPr>
                <p:cNvSpPr/>
                <p:nvPr/>
              </p:nvSpPr>
              <p:spPr bwMode="auto">
                <a:xfrm rot="8100000">
                  <a:off x="8429249" y="641976"/>
                  <a:ext cx="216673" cy="216669"/>
                </a:xfrm>
                <a:custGeom>
                  <a:avLst/>
                  <a:gdLst>
                    <a:gd name="T0" fmla="*/ 24 w 112"/>
                    <a:gd name="T1" fmla="*/ 0 h 112"/>
                    <a:gd name="T2" fmla="*/ 112 w 112"/>
                    <a:gd name="T3" fmla="*/ 24 h 112"/>
                    <a:gd name="T4" fmla="*/ 88 w 112"/>
                    <a:gd name="T5" fmla="*/ 112 h 112"/>
                    <a:gd name="T6" fmla="*/ 0 w 112"/>
                    <a:gd name="T7" fmla="*/ 88 h 112"/>
                    <a:gd name="T8" fmla="*/ 24 w 112"/>
                    <a:gd name="T9" fmla="*/ 0 h 112"/>
                  </a:gdLst>
                  <a:ahLst/>
                  <a:cxnLst>
                    <a:cxn ang="0">
                      <a:pos x="T0" y="T1"/>
                    </a:cxn>
                    <a:cxn ang="0">
                      <a:pos x="T2" y="T3"/>
                    </a:cxn>
                    <a:cxn ang="0">
                      <a:pos x="T4" y="T5"/>
                    </a:cxn>
                    <a:cxn ang="0">
                      <a:pos x="T6" y="T7"/>
                    </a:cxn>
                    <a:cxn ang="0">
                      <a:pos x="T8" y="T9"/>
                    </a:cxn>
                  </a:cxnLst>
                  <a:rect l="0" t="0" r="r" b="b"/>
                  <a:pathLst>
                    <a:path w="112" h="112">
                      <a:moveTo>
                        <a:pt x="24" y="0"/>
                      </a:moveTo>
                      <a:lnTo>
                        <a:pt x="112" y="24"/>
                      </a:lnTo>
                      <a:lnTo>
                        <a:pt x="88" y="112"/>
                      </a:lnTo>
                      <a:lnTo>
                        <a:pt x="0" y="88"/>
                      </a:ln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6" name="ïşľîḍe">
                  <a:extLst>
                    <a:ext uri="{FF2B5EF4-FFF2-40B4-BE49-F238E27FC236}">
                      <a16:creationId xmlns="" xmlns:a16="http://schemas.microsoft.com/office/drawing/2014/main" id="{DCF6B0C6-8BEC-4B02-B08C-60FBD5091BC6}"/>
                    </a:ext>
                  </a:extLst>
                </p:cNvPr>
                <p:cNvSpPr/>
                <p:nvPr/>
              </p:nvSpPr>
              <p:spPr bwMode="auto">
                <a:xfrm rot="8100000">
                  <a:off x="9111882" y="481983"/>
                  <a:ext cx="150897" cy="150894"/>
                </a:xfrm>
                <a:custGeom>
                  <a:avLst/>
                  <a:gdLst>
                    <a:gd name="T0" fmla="*/ 0 w 78"/>
                    <a:gd name="T1" fmla="*/ 16 h 78"/>
                    <a:gd name="T2" fmla="*/ 59 w 78"/>
                    <a:gd name="T3" fmla="*/ 0 h 78"/>
                    <a:gd name="T4" fmla="*/ 78 w 78"/>
                    <a:gd name="T5" fmla="*/ 59 h 78"/>
                    <a:gd name="T6" fmla="*/ 19 w 78"/>
                    <a:gd name="T7" fmla="*/ 78 h 78"/>
                    <a:gd name="T8" fmla="*/ 0 w 78"/>
                    <a:gd name="T9" fmla="*/ 16 h 78"/>
                  </a:gdLst>
                  <a:ahLst/>
                  <a:cxnLst>
                    <a:cxn ang="0">
                      <a:pos x="T0" y="T1"/>
                    </a:cxn>
                    <a:cxn ang="0">
                      <a:pos x="T2" y="T3"/>
                    </a:cxn>
                    <a:cxn ang="0">
                      <a:pos x="T4" y="T5"/>
                    </a:cxn>
                    <a:cxn ang="0">
                      <a:pos x="T6" y="T7"/>
                    </a:cxn>
                    <a:cxn ang="0">
                      <a:pos x="T8" y="T9"/>
                    </a:cxn>
                  </a:cxnLst>
                  <a:rect l="0" t="0" r="r" b="b"/>
                  <a:pathLst>
                    <a:path w="78" h="78">
                      <a:moveTo>
                        <a:pt x="0" y="16"/>
                      </a:moveTo>
                      <a:lnTo>
                        <a:pt x="59" y="0"/>
                      </a:lnTo>
                      <a:lnTo>
                        <a:pt x="78" y="59"/>
                      </a:lnTo>
                      <a:lnTo>
                        <a:pt x="19" y="78"/>
                      </a:lnTo>
                      <a:lnTo>
                        <a:pt x="0"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67" name="ï$ľîḋé">
                  <a:extLst>
                    <a:ext uri="{FF2B5EF4-FFF2-40B4-BE49-F238E27FC236}">
                      <a16:creationId xmlns="" xmlns:a16="http://schemas.microsoft.com/office/drawing/2014/main" id="{204CD4FE-16DD-4106-803B-CE6536DA7CAB}"/>
                    </a:ext>
                  </a:extLst>
                </p:cNvPr>
                <p:cNvSpPr/>
                <p:nvPr/>
              </p:nvSpPr>
              <p:spPr bwMode="auto">
                <a:xfrm rot="8100000">
                  <a:off x="7671010" y="1661502"/>
                  <a:ext cx="189641" cy="232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grpSp>
        </p:grpSp>
        <p:grpSp>
          <p:nvGrpSpPr>
            <p:cNvPr id="6" name="ïṥļiḑé">
              <a:extLst>
                <a:ext uri="{FF2B5EF4-FFF2-40B4-BE49-F238E27FC236}">
                  <a16:creationId xmlns="" xmlns:a16="http://schemas.microsoft.com/office/drawing/2014/main" id="{CEC3FD1D-770A-48B8-BD39-DFF4C28A5E14}"/>
                </a:ext>
              </a:extLst>
            </p:cNvPr>
            <p:cNvGrpSpPr/>
            <p:nvPr/>
          </p:nvGrpSpPr>
          <p:grpSpPr>
            <a:xfrm flipV="1">
              <a:off x="5859187" y="4167504"/>
              <a:ext cx="2478725" cy="2180027"/>
              <a:chOff x="5782164" y="481983"/>
              <a:chExt cx="3480620" cy="3061192"/>
            </a:xfrm>
            <a:solidFill>
              <a:schemeClr val="accent1"/>
            </a:solidFill>
          </p:grpSpPr>
          <p:sp>
            <p:nvSpPr>
              <p:cNvPr id="40" name="ïš1ïďè">
                <a:extLst>
                  <a:ext uri="{FF2B5EF4-FFF2-40B4-BE49-F238E27FC236}">
                    <a16:creationId xmlns="" xmlns:a16="http://schemas.microsoft.com/office/drawing/2014/main" id="{ACE6F283-A5EE-4A00-91F0-78586272D7A3}"/>
                  </a:ext>
                </a:extLst>
              </p:cNvPr>
              <p:cNvSpPr/>
              <p:nvPr/>
            </p:nvSpPr>
            <p:spPr>
              <a:xfrm rot="18900000" flipH="1">
                <a:off x="5782164" y="1651490"/>
                <a:ext cx="2291004" cy="1891685"/>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41" name="ïṩḻîḑe">
                <a:extLst>
                  <a:ext uri="{FF2B5EF4-FFF2-40B4-BE49-F238E27FC236}">
                    <a16:creationId xmlns="" xmlns:a16="http://schemas.microsoft.com/office/drawing/2014/main" id="{0D349811-24DC-4A3B-869D-02C2A6DFACEF}"/>
                  </a:ext>
                </a:extLst>
              </p:cNvPr>
              <p:cNvGrpSpPr/>
              <p:nvPr/>
            </p:nvGrpSpPr>
            <p:grpSpPr>
              <a:xfrm>
                <a:off x="7454806" y="481983"/>
                <a:ext cx="1807978" cy="1561534"/>
                <a:chOff x="7454801" y="481983"/>
                <a:chExt cx="1807978" cy="1561534"/>
              </a:xfrm>
              <a:grpFill/>
            </p:grpSpPr>
            <p:sp>
              <p:nvSpPr>
                <p:cNvPr id="42" name="ïSļîḋé">
                  <a:extLst>
                    <a:ext uri="{FF2B5EF4-FFF2-40B4-BE49-F238E27FC236}">
                      <a16:creationId xmlns="" xmlns:a16="http://schemas.microsoft.com/office/drawing/2014/main" id="{3E80E8F7-CBFE-4319-9929-7B9D2D426E96}"/>
                    </a:ext>
                  </a:extLst>
                </p:cNvPr>
                <p:cNvSpPr/>
                <p:nvPr/>
              </p:nvSpPr>
              <p:spPr bwMode="auto">
                <a:xfrm rot="8100000">
                  <a:off x="7916863" y="1084979"/>
                  <a:ext cx="179916" cy="1760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43" name="isliḍe">
                  <a:extLst>
                    <a:ext uri="{FF2B5EF4-FFF2-40B4-BE49-F238E27FC236}">
                      <a16:creationId xmlns="" xmlns:a16="http://schemas.microsoft.com/office/drawing/2014/main" id="{CF3BBD63-DB1D-4930-B570-DBB6F508BCA2}"/>
                    </a:ext>
                  </a:extLst>
                </p:cNvPr>
                <p:cNvSpPr/>
                <p:nvPr/>
              </p:nvSpPr>
              <p:spPr bwMode="auto">
                <a:xfrm rot="8100000">
                  <a:off x="7972437" y="1826848"/>
                  <a:ext cx="278579" cy="2166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44" name="íṣlîḍé">
                  <a:extLst>
                    <a:ext uri="{FF2B5EF4-FFF2-40B4-BE49-F238E27FC236}">
                      <a16:creationId xmlns="" xmlns:a16="http://schemas.microsoft.com/office/drawing/2014/main" id="{A3476241-DDA9-41B3-B503-52AFC8C0F0A2}"/>
                    </a:ext>
                  </a:extLst>
                </p:cNvPr>
                <p:cNvSpPr/>
                <p:nvPr/>
              </p:nvSpPr>
              <p:spPr bwMode="auto">
                <a:xfrm rot="8100000">
                  <a:off x="7454801" y="1301229"/>
                  <a:ext cx="278579" cy="2205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45" name="iṡľîḍé">
                  <a:extLst>
                    <a:ext uri="{FF2B5EF4-FFF2-40B4-BE49-F238E27FC236}">
                      <a16:creationId xmlns="" xmlns:a16="http://schemas.microsoft.com/office/drawing/2014/main" id="{6784EE99-86C7-4C64-B43A-9077C3E9D3E6}"/>
                    </a:ext>
                  </a:extLst>
                </p:cNvPr>
                <p:cNvSpPr/>
                <p:nvPr/>
              </p:nvSpPr>
              <p:spPr bwMode="auto">
                <a:xfrm rot="8100000">
                  <a:off x="8213025" y="1221325"/>
                  <a:ext cx="315336" cy="319199"/>
                </a:xfrm>
                <a:custGeom>
                  <a:avLst/>
                  <a:gdLst>
                    <a:gd name="T0" fmla="*/ 40 w 163"/>
                    <a:gd name="T1" fmla="*/ 0 h 165"/>
                    <a:gd name="T2" fmla="*/ 163 w 163"/>
                    <a:gd name="T3" fmla="*/ 39 h 165"/>
                    <a:gd name="T4" fmla="*/ 125 w 163"/>
                    <a:gd name="T5" fmla="*/ 165 h 165"/>
                    <a:gd name="T6" fmla="*/ 0 w 163"/>
                    <a:gd name="T7" fmla="*/ 124 h 165"/>
                    <a:gd name="T8" fmla="*/ 40 w 163"/>
                    <a:gd name="T9" fmla="*/ 0 h 165"/>
                  </a:gdLst>
                  <a:ahLst/>
                  <a:cxnLst>
                    <a:cxn ang="0">
                      <a:pos x="T0" y="T1"/>
                    </a:cxn>
                    <a:cxn ang="0">
                      <a:pos x="T2" y="T3"/>
                    </a:cxn>
                    <a:cxn ang="0">
                      <a:pos x="T4" y="T5"/>
                    </a:cxn>
                    <a:cxn ang="0">
                      <a:pos x="T6" y="T7"/>
                    </a:cxn>
                    <a:cxn ang="0">
                      <a:pos x="T8" y="T9"/>
                    </a:cxn>
                  </a:cxnLst>
                  <a:rect l="0" t="0" r="r" b="b"/>
                  <a:pathLst>
                    <a:path w="163" h="165">
                      <a:moveTo>
                        <a:pt x="40" y="0"/>
                      </a:moveTo>
                      <a:lnTo>
                        <a:pt x="163" y="39"/>
                      </a:lnTo>
                      <a:lnTo>
                        <a:pt x="125" y="165"/>
                      </a:lnTo>
                      <a:lnTo>
                        <a:pt x="0" y="124"/>
                      </a:lnTo>
                      <a:lnTo>
                        <a:pt x="4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6" name="iş1ídé">
                  <a:extLst>
                    <a:ext uri="{FF2B5EF4-FFF2-40B4-BE49-F238E27FC236}">
                      <a16:creationId xmlns="" xmlns:a16="http://schemas.microsoft.com/office/drawing/2014/main" id="{362BED1B-D07C-4180-BD5C-41BB24AD592F}"/>
                    </a:ext>
                  </a:extLst>
                </p:cNvPr>
                <p:cNvSpPr/>
                <p:nvPr/>
              </p:nvSpPr>
              <p:spPr bwMode="auto">
                <a:xfrm rot="8100000">
                  <a:off x="8449924" y="886025"/>
                  <a:ext cx="266972" cy="268901"/>
                </a:xfrm>
                <a:custGeom>
                  <a:avLst/>
                  <a:gdLst>
                    <a:gd name="T0" fmla="*/ 0 w 138"/>
                    <a:gd name="T1" fmla="*/ 38 h 139"/>
                    <a:gd name="T2" fmla="*/ 102 w 138"/>
                    <a:gd name="T3" fmla="*/ 0 h 139"/>
                    <a:gd name="T4" fmla="*/ 138 w 138"/>
                    <a:gd name="T5" fmla="*/ 103 h 139"/>
                    <a:gd name="T6" fmla="*/ 38 w 138"/>
                    <a:gd name="T7" fmla="*/ 139 h 139"/>
                    <a:gd name="T8" fmla="*/ 0 w 138"/>
                    <a:gd name="T9" fmla="*/ 38 h 139"/>
                  </a:gdLst>
                  <a:ahLst/>
                  <a:cxnLst>
                    <a:cxn ang="0">
                      <a:pos x="T0" y="T1"/>
                    </a:cxn>
                    <a:cxn ang="0">
                      <a:pos x="T2" y="T3"/>
                    </a:cxn>
                    <a:cxn ang="0">
                      <a:pos x="T4" y="T5"/>
                    </a:cxn>
                    <a:cxn ang="0">
                      <a:pos x="T6" y="T7"/>
                    </a:cxn>
                    <a:cxn ang="0">
                      <a:pos x="T8" y="T9"/>
                    </a:cxn>
                  </a:cxnLst>
                  <a:rect l="0" t="0" r="r" b="b"/>
                  <a:pathLst>
                    <a:path w="138" h="139">
                      <a:moveTo>
                        <a:pt x="0" y="38"/>
                      </a:moveTo>
                      <a:lnTo>
                        <a:pt x="102" y="0"/>
                      </a:lnTo>
                      <a:lnTo>
                        <a:pt x="138" y="103"/>
                      </a:lnTo>
                      <a:lnTo>
                        <a:pt x="38" y="139"/>
                      </a:ln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7" name="iṩľîďé">
                  <a:extLst>
                    <a:ext uri="{FF2B5EF4-FFF2-40B4-BE49-F238E27FC236}">
                      <a16:creationId xmlns="" xmlns:a16="http://schemas.microsoft.com/office/drawing/2014/main" id="{A06A0CFA-07B1-4F17-A562-FBBD4DDC3BD4}"/>
                    </a:ext>
                  </a:extLst>
                </p:cNvPr>
                <p:cNvSpPr/>
                <p:nvPr/>
              </p:nvSpPr>
              <p:spPr bwMode="auto">
                <a:xfrm rot="8100000">
                  <a:off x="8144899" y="973602"/>
                  <a:ext cx="234084" cy="236013"/>
                </a:xfrm>
                <a:custGeom>
                  <a:avLst/>
                  <a:gdLst>
                    <a:gd name="T0" fmla="*/ 0 w 121"/>
                    <a:gd name="T1" fmla="*/ 12 h 122"/>
                    <a:gd name="T2" fmla="*/ 109 w 121"/>
                    <a:gd name="T3" fmla="*/ 0 h 122"/>
                    <a:gd name="T4" fmla="*/ 121 w 121"/>
                    <a:gd name="T5" fmla="*/ 110 h 122"/>
                    <a:gd name="T6" fmla="*/ 12 w 121"/>
                    <a:gd name="T7" fmla="*/ 122 h 122"/>
                    <a:gd name="T8" fmla="*/ 0 w 121"/>
                    <a:gd name="T9" fmla="*/ 12 h 122"/>
                  </a:gdLst>
                  <a:ahLst/>
                  <a:cxnLst>
                    <a:cxn ang="0">
                      <a:pos x="T0" y="T1"/>
                    </a:cxn>
                    <a:cxn ang="0">
                      <a:pos x="T2" y="T3"/>
                    </a:cxn>
                    <a:cxn ang="0">
                      <a:pos x="T4" y="T5"/>
                    </a:cxn>
                    <a:cxn ang="0">
                      <a:pos x="T6" y="T7"/>
                    </a:cxn>
                    <a:cxn ang="0">
                      <a:pos x="T8" y="T9"/>
                    </a:cxn>
                  </a:cxnLst>
                  <a:rect l="0" t="0" r="r" b="b"/>
                  <a:pathLst>
                    <a:path w="121" h="122">
                      <a:moveTo>
                        <a:pt x="0" y="12"/>
                      </a:moveTo>
                      <a:lnTo>
                        <a:pt x="109" y="0"/>
                      </a:lnTo>
                      <a:lnTo>
                        <a:pt x="121" y="110"/>
                      </a:lnTo>
                      <a:lnTo>
                        <a:pt x="12" y="122"/>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48" name="íśḷîḑè">
                  <a:extLst>
                    <a:ext uri="{FF2B5EF4-FFF2-40B4-BE49-F238E27FC236}">
                      <a16:creationId xmlns="" xmlns:a16="http://schemas.microsoft.com/office/drawing/2014/main" id="{CC061747-7414-456D-8297-E0BE2D0AA9C8}"/>
                    </a:ext>
                  </a:extLst>
                </p:cNvPr>
                <p:cNvSpPr/>
                <p:nvPr/>
              </p:nvSpPr>
              <p:spPr bwMode="auto">
                <a:xfrm rot="8100000">
                  <a:off x="8693291" y="721345"/>
                  <a:ext cx="183785" cy="18378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49" name="ïšḷídé">
                  <a:extLst>
                    <a:ext uri="{FF2B5EF4-FFF2-40B4-BE49-F238E27FC236}">
                      <a16:creationId xmlns="" xmlns:a16="http://schemas.microsoft.com/office/drawing/2014/main" id="{EF9CB700-BE22-415F-B4E6-2564527E3057}"/>
                    </a:ext>
                  </a:extLst>
                </p:cNvPr>
                <p:cNvSpPr/>
                <p:nvPr/>
              </p:nvSpPr>
              <p:spPr bwMode="auto">
                <a:xfrm rot="8100000">
                  <a:off x="8812870" y="489930"/>
                  <a:ext cx="179916" cy="1760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50" name="íṡľíďé">
                  <a:extLst>
                    <a:ext uri="{FF2B5EF4-FFF2-40B4-BE49-F238E27FC236}">
                      <a16:creationId xmlns="" xmlns:a16="http://schemas.microsoft.com/office/drawing/2014/main" id="{99504266-18A8-444F-954E-E81505BC0862}"/>
                    </a:ext>
                  </a:extLst>
                </p:cNvPr>
                <p:cNvSpPr/>
                <p:nvPr/>
              </p:nvSpPr>
              <p:spPr bwMode="auto">
                <a:xfrm rot="8100000">
                  <a:off x="7882439" y="1401644"/>
                  <a:ext cx="251496" cy="232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51" name="ï$ļiḍè">
                  <a:extLst>
                    <a:ext uri="{FF2B5EF4-FFF2-40B4-BE49-F238E27FC236}">
                      <a16:creationId xmlns="" xmlns:a16="http://schemas.microsoft.com/office/drawing/2014/main" id="{E0C47DBC-FD80-43CB-86CC-97A8AE38379D}"/>
                    </a:ext>
                  </a:extLst>
                </p:cNvPr>
                <p:cNvSpPr/>
                <p:nvPr/>
              </p:nvSpPr>
              <p:spPr bwMode="auto">
                <a:xfrm rot="8100000">
                  <a:off x="8429249" y="641976"/>
                  <a:ext cx="216673" cy="216669"/>
                </a:xfrm>
                <a:custGeom>
                  <a:avLst/>
                  <a:gdLst>
                    <a:gd name="T0" fmla="*/ 24 w 112"/>
                    <a:gd name="T1" fmla="*/ 0 h 112"/>
                    <a:gd name="T2" fmla="*/ 112 w 112"/>
                    <a:gd name="T3" fmla="*/ 24 h 112"/>
                    <a:gd name="T4" fmla="*/ 88 w 112"/>
                    <a:gd name="T5" fmla="*/ 112 h 112"/>
                    <a:gd name="T6" fmla="*/ 0 w 112"/>
                    <a:gd name="T7" fmla="*/ 88 h 112"/>
                    <a:gd name="T8" fmla="*/ 24 w 112"/>
                    <a:gd name="T9" fmla="*/ 0 h 112"/>
                  </a:gdLst>
                  <a:ahLst/>
                  <a:cxnLst>
                    <a:cxn ang="0">
                      <a:pos x="T0" y="T1"/>
                    </a:cxn>
                    <a:cxn ang="0">
                      <a:pos x="T2" y="T3"/>
                    </a:cxn>
                    <a:cxn ang="0">
                      <a:pos x="T4" y="T5"/>
                    </a:cxn>
                    <a:cxn ang="0">
                      <a:pos x="T6" y="T7"/>
                    </a:cxn>
                    <a:cxn ang="0">
                      <a:pos x="T8" y="T9"/>
                    </a:cxn>
                  </a:cxnLst>
                  <a:rect l="0" t="0" r="r" b="b"/>
                  <a:pathLst>
                    <a:path w="112" h="112">
                      <a:moveTo>
                        <a:pt x="24" y="0"/>
                      </a:moveTo>
                      <a:lnTo>
                        <a:pt x="112" y="24"/>
                      </a:lnTo>
                      <a:lnTo>
                        <a:pt x="88" y="112"/>
                      </a:lnTo>
                      <a:lnTo>
                        <a:pt x="0" y="88"/>
                      </a:ln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2" name="îŝḻíďê">
                  <a:extLst>
                    <a:ext uri="{FF2B5EF4-FFF2-40B4-BE49-F238E27FC236}">
                      <a16:creationId xmlns="" xmlns:a16="http://schemas.microsoft.com/office/drawing/2014/main" id="{836E75F9-CB03-4253-94E0-40A042A71CE6}"/>
                    </a:ext>
                  </a:extLst>
                </p:cNvPr>
                <p:cNvSpPr/>
                <p:nvPr/>
              </p:nvSpPr>
              <p:spPr bwMode="auto">
                <a:xfrm rot="8100000">
                  <a:off x="9111882" y="481983"/>
                  <a:ext cx="150897" cy="150894"/>
                </a:xfrm>
                <a:custGeom>
                  <a:avLst/>
                  <a:gdLst>
                    <a:gd name="T0" fmla="*/ 0 w 78"/>
                    <a:gd name="T1" fmla="*/ 16 h 78"/>
                    <a:gd name="T2" fmla="*/ 59 w 78"/>
                    <a:gd name="T3" fmla="*/ 0 h 78"/>
                    <a:gd name="T4" fmla="*/ 78 w 78"/>
                    <a:gd name="T5" fmla="*/ 59 h 78"/>
                    <a:gd name="T6" fmla="*/ 19 w 78"/>
                    <a:gd name="T7" fmla="*/ 78 h 78"/>
                    <a:gd name="T8" fmla="*/ 0 w 78"/>
                    <a:gd name="T9" fmla="*/ 16 h 78"/>
                  </a:gdLst>
                  <a:ahLst/>
                  <a:cxnLst>
                    <a:cxn ang="0">
                      <a:pos x="T0" y="T1"/>
                    </a:cxn>
                    <a:cxn ang="0">
                      <a:pos x="T2" y="T3"/>
                    </a:cxn>
                    <a:cxn ang="0">
                      <a:pos x="T4" y="T5"/>
                    </a:cxn>
                    <a:cxn ang="0">
                      <a:pos x="T6" y="T7"/>
                    </a:cxn>
                    <a:cxn ang="0">
                      <a:pos x="T8" y="T9"/>
                    </a:cxn>
                  </a:cxnLst>
                  <a:rect l="0" t="0" r="r" b="b"/>
                  <a:pathLst>
                    <a:path w="78" h="78">
                      <a:moveTo>
                        <a:pt x="0" y="16"/>
                      </a:moveTo>
                      <a:lnTo>
                        <a:pt x="59" y="0"/>
                      </a:lnTo>
                      <a:lnTo>
                        <a:pt x="78" y="59"/>
                      </a:lnTo>
                      <a:lnTo>
                        <a:pt x="19" y="78"/>
                      </a:lnTo>
                      <a:lnTo>
                        <a:pt x="0"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53" name="îṧļîde">
                  <a:extLst>
                    <a:ext uri="{FF2B5EF4-FFF2-40B4-BE49-F238E27FC236}">
                      <a16:creationId xmlns="" xmlns:a16="http://schemas.microsoft.com/office/drawing/2014/main" id="{8F3966BA-5EAD-4855-A2B2-D6AEA7178A5F}"/>
                    </a:ext>
                  </a:extLst>
                </p:cNvPr>
                <p:cNvSpPr/>
                <p:nvPr/>
              </p:nvSpPr>
              <p:spPr bwMode="auto">
                <a:xfrm rot="8100000">
                  <a:off x="7671010" y="1661502"/>
                  <a:ext cx="189641" cy="232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grpSp>
        </p:grpSp>
        <p:grpSp>
          <p:nvGrpSpPr>
            <p:cNvPr id="7" name="îşľîḓé">
              <a:extLst>
                <a:ext uri="{FF2B5EF4-FFF2-40B4-BE49-F238E27FC236}">
                  <a16:creationId xmlns="" xmlns:a16="http://schemas.microsoft.com/office/drawing/2014/main" id="{5F69B6F7-E121-4AAA-A2BA-B1B4F1F748A6}"/>
                </a:ext>
              </a:extLst>
            </p:cNvPr>
            <p:cNvGrpSpPr/>
            <p:nvPr/>
          </p:nvGrpSpPr>
          <p:grpSpPr>
            <a:xfrm flipH="1" flipV="1">
              <a:off x="3806939" y="4166160"/>
              <a:ext cx="2478725" cy="2180027"/>
              <a:chOff x="5782164" y="481983"/>
              <a:chExt cx="3480620" cy="3061192"/>
            </a:xfrm>
            <a:solidFill>
              <a:schemeClr val="accent2"/>
            </a:solidFill>
          </p:grpSpPr>
          <p:sp>
            <p:nvSpPr>
              <p:cNvPr id="26" name="ïṡḷiḑè">
                <a:extLst>
                  <a:ext uri="{FF2B5EF4-FFF2-40B4-BE49-F238E27FC236}">
                    <a16:creationId xmlns="" xmlns:a16="http://schemas.microsoft.com/office/drawing/2014/main" id="{28379DF4-BED3-434F-A966-A4195E796507}"/>
                  </a:ext>
                </a:extLst>
              </p:cNvPr>
              <p:cNvSpPr/>
              <p:nvPr/>
            </p:nvSpPr>
            <p:spPr>
              <a:xfrm rot="18900000" flipH="1">
                <a:off x="5782164" y="1651490"/>
                <a:ext cx="2291004" cy="1891685"/>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27" name="íSḻíḓé">
                <a:extLst>
                  <a:ext uri="{FF2B5EF4-FFF2-40B4-BE49-F238E27FC236}">
                    <a16:creationId xmlns="" xmlns:a16="http://schemas.microsoft.com/office/drawing/2014/main" id="{D5FF6B73-CFA2-457B-9954-B319A36657C0}"/>
                  </a:ext>
                </a:extLst>
              </p:cNvPr>
              <p:cNvGrpSpPr/>
              <p:nvPr/>
            </p:nvGrpSpPr>
            <p:grpSpPr>
              <a:xfrm>
                <a:off x="7454806" y="481983"/>
                <a:ext cx="1807978" cy="1561534"/>
                <a:chOff x="7454801" y="481983"/>
                <a:chExt cx="1807978" cy="1561534"/>
              </a:xfrm>
              <a:grpFill/>
            </p:grpSpPr>
            <p:sp>
              <p:nvSpPr>
                <p:cNvPr id="28" name="ïṧḻíďê">
                  <a:extLst>
                    <a:ext uri="{FF2B5EF4-FFF2-40B4-BE49-F238E27FC236}">
                      <a16:creationId xmlns="" xmlns:a16="http://schemas.microsoft.com/office/drawing/2014/main" id="{3DD8B1C3-0307-42B1-9A65-A733AEB07719}"/>
                    </a:ext>
                  </a:extLst>
                </p:cNvPr>
                <p:cNvSpPr/>
                <p:nvPr/>
              </p:nvSpPr>
              <p:spPr bwMode="auto">
                <a:xfrm rot="8100000">
                  <a:off x="7916863" y="1084979"/>
                  <a:ext cx="179916" cy="1760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29" name="íŝļïḑé">
                  <a:extLst>
                    <a:ext uri="{FF2B5EF4-FFF2-40B4-BE49-F238E27FC236}">
                      <a16:creationId xmlns="" xmlns:a16="http://schemas.microsoft.com/office/drawing/2014/main" id="{A1CA5E38-5BCC-48F7-ACDD-D4B9A815492A}"/>
                    </a:ext>
                  </a:extLst>
                </p:cNvPr>
                <p:cNvSpPr/>
                <p:nvPr/>
              </p:nvSpPr>
              <p:spPr bwMode="auto">
                <a:xfrm rot="8100000">
                  <a:off x="7972437" y="1826848"/>
                  <a:ext cx="278579" cy="2166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0" name="ïṩḻíḋê">
                  <a:extLst>
                    <a:ext uri="{FF2B5EF4-FFF2-40B4-BE49-F238E27FC236}">
                      <a16:creationId xmlns="" xmlns:a16="http://schemas.microsoft.com/office/drawing/2014/main" id="{B80807E5-C851-4AE3-8337-42A01B6D840A}"/>
                    </a:ext>
                  </a:extLst>
                </p:cNvPr>
                <p:cNvSpPr/>
                <p:nvPr/>
              </p:nvSpPr>
              <p:spPr bwMode="auto">
                <a:xfrm rot="8100000">
                  <a:off x="7454801" y="1301229"/>
                  <a:ext cx="278579" cy="2205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1" name="íṥ1ïḓè">
                  <a:extLst>
                    <a:ext uri="{FF2B5EF4-FFF2-40B4-BE49-F238E27FC236}">
                      <a16:creationId xmlns="" xmlns:a16="http://schemas.microsoft.com/office/drawing/2014/main" id="{65C41B58-BB89-441F-B88C-C41C4DF1A0BE}"/>
                    </a:ext>
                  </a:extLst>
                </p:cNvPr>
                <p:cNvSpPr/>
                <p:nvPr/>
              </p:nvSpPr>
              <p:spPr bwMode="auto">
                <a:xfrm rot="8100000">
                  <a:off x="8213025" y="1221325"/>
                  <a:ext cx="315336" cy="319199"/>
                </a:xfrm>
                <a:custGeom>
                  <a:avLst/>
                  <a:gdLst>
                    <a:gd name="T0" fmla="*/ 40 w 163"/>
                    <a:gd name="T1" fmla="*/ 0 h 165"/>
                    <a:gd name="T2" fmla="*/ 163 w 163"/>
                    <a:gd name="T3" fmla="*/ 39 h 165"/>
                    <a:gd name="T4" fmla="*/ 125 w 163"/>
                    <a:gd name="T5" fmla="*/ 165 h 165"/>
                    <a:gd name="T6" fmla="*/ 0 w 163"/>
                    <a:gd name="T7" fmla="*/ 124 h 165"/>
                    <a:gd name="T8" fmla="*/ 40 w 163"/>
                    <a:gd name="T9" fmla="*/ 0 h 165"/>
                  </a:gdLst>
                  <a:ahLst/>
                  <a:cxnLst>
                    <a:cxn ang="0">
                      <a:pos x="T0" y="T1"/>
                    </a:cxn>
                    <a:cxn ang="0">
                      <a:pos x="T2" y="T3"/>
                    </a:cxn>
                    <a:cxn ang="0">
                      <a:pos x="T4" y="T5"/>
                    </a:cxn>
                    <a:cxn ang="0">
                      <a:pos x="T6" y="T7"/>
                    </a:cxn>
                    <a:cxn ang="0">
                      <a:pos x="T8" y="T9"/>
                    </a:cxn>
                  </a:cxnLst>
                  <a:rect l="0" t="0" r="r" b="b"/>
                  <a:pathLst>
                    <a:path w="163" h="165">
                      <a:moveTo>
                        <a:pt x="40" y="0"/>
                      </a:moveTo>
                      <a:lnTo>
                        <a:pt x="163" y="39"/>
                      </a:lnTo>
                      <a:lnTo>
                        <a:pt x="125" y="165"/>
                      </a:lnTo>
                      <a:lnTo>
                        <a:pt x="0" y="124"/>
                      </a:lnTo>
                      <a:lnTo>
                        <a:pt x="4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2" name="iŝliḑè">
                  <a:extLst>
                    <a:ext uri="{FF2B5EF4-FFF2-40B4-BE49-F238E27FC236}">
                      <a16:creationId xmlns="" xmlns:a16="http://schemas.microsoft.com/office/drawing/2014/main" id="{3B5D9BA3-86DD-422D-8DB3-862E331DD0FC}"/>
                    </a:ext>
                  </a:extLst>
                </p:cNvPr>
                <p:cNvSpPr/>
                <p:nvPr/>
              </p:nvSpPr>
              <p:spPr bwMode="auto">
                <a:xfrm rot="8100000">
                  <a:off x="8449924" y="886025"/>
                  <a:ext cx="266972" cy="268901"/>
                </a:xfrm>
                <a:custGeom>
                  <a:avLst/>
                  <a:gdLst>
                    <a:gd name="T0" fmla="*/ 0 w 138"/>
                    <a:gd name="T1" fmla="*/ 38 h 139"/>
                    <a:gd name="T2" fmla="*/ 102 w 138"/>
                    <a:gd name="T3" fmla="*/ 0 h 139"/>
                    <a:gd name="T4" fmla="*/ 138 w 138"/>
                    <a:gd name="T5" fmla="*/ 103 h 139"/>
                    <a:gd name="T6" fmla="*/ 38 w 138"/>
                    <a:gd name="T7" fmla="*/ 139 h 139"/>
                    <a:gd name="T8" fmla="*/ 0 w 138"/>
                    <a:gd name="T9" fmla="*/ 38 h 139"/>
                  </a:gdLst>
                  <a:ahLst/>
                  <a:cxnLst>
                    <a:cxn ang="0">
                      <a:pos x="T0" y="T1"/>
                    </a:cxn>
                    <a:cxn ang="0">
                      <a:pos x="T2" y="T3"/>
                    </a:cxn>
                    <a:cxn ang="0">
                      <a:pos x="T4" y="T5"/>
                    </a:cxn>
                    <a:cxn ang="0">
                      <a:pos x="T6" y="T7"/>
                    </a:cxn>
                    <a:cxn ang="0">
                      <a:pos x="T8" y="T9"/>
                    </a:cxn>
                  </a:cxnLst>
                  <a:rect l="0" t="0" r="r" b="b"/>
                  <a:pathLst>
                    <a:path w="138" h="139">
                      <a:moveTo>
                        <a:pt x="0" y="38"/>
                      </a:moveTo>
                      <a:lnTo>
                        <a:pt x="102" y="0"/>
                      </a:lnTo>
                      <a:lnTo>
                        <a:pt x="138" y="103"/>
                      </a:lnTo>
                      <a:lnTo>
                        <a:pt x="38" y="139"/>
                      </a:ln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3" name="ïŝļiḋé">
                  <a:extLst>
                    <a:ext uri="{FF2B5EF4-FFF2-40B4-BE49-F238E27FC236}">
                      <a16:creationId xmlns="" xmlns:a16="http://schemas.microsoft.com/office/drawing/2014/main" id="{8BF0FF7F-1901-4C27-9DF6-8FC3B4FC8B4D}"/>
                    </a:ext>
                  </a:extLst>
                </p:cNvPr>
                <p:cNvSpPr/>
                <p:nvPr/>
              </p:nvSpPr>
              <p:spPr bwMode="auto">
                <a:xfrm rot="8100000">
                  <a:off x="8144899" y="973602"/>
                  <a:ext cx="234084" cy="236013"/>
                </a:xfrm>
                <a:custGeom>
                  <a:avLst/>
                  <a:gdLst>
                    <a:gd name="T0" fmla="*/ 0 w 121"/>
                    <a:gd name="T1" fmla="*/ 12 h 122"/>
                    <a:gd name="T2" fmla="*/ 109 w 121"/>
                    <a:gd name="T3" fmla="*/ 0 h 122"/>
                    <a:gd name="T4" fmla="*/ 121 w 121"/>
                    <a:gd name="T5" fmla="*/ 110 h 122"/>
                    <a:gd name="T6" fmla="*/ 12 w 121"/>
                    <a:gd name="T7" fmla="*/ 122 h 122"/>
                    <a:gd name="T8" fmla="*/ 0 w 121"/>
                    <a:gd name="T9" fmla="*/ 12 h 122"/>
                  </a:gdLst>
                  <a:ahLst/>
                  <a:cxnLst>
                    <a:cxn ang="0">
                      <a:pos x="T0" y="T1"/>
                    </a:cxn>
                    <a:cxn ang="0">
                      <a:pos x="T2" y="T3"/>
                    </a:cxn>
                    <a:cxn ang="0">
                      <a:pos x="T4" y="T5"/>
                    </a:cxn>
                    <a:cxn ang="0">
                      <a:pos x="T6" y="T7"/>
                    </a:cxn>
                    <a:cxn ang="0">
                      <a:pos x="T8" y="T9"/>
                    </a:cxn>
                  </a:cxnLst>
                  <a:rect l="0" t="0" r="r" b="b"/>
                  <a:pathLst>
                    <a:path w="121" h="122">
                      <a:moveTo>
                        <a:pt x="0" y="12"/>
                      </a:moveTo>
                      <a:lnTo>
                        <a:pt x="109" y="0"/>
                      </a:lnTo>
                      <a:lnTo>
                        <a:pt x="121" y="110"/>
                      </a:lnTo>
                      <a:lnTo>
                        <a:pt x="12" y="122"/>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4" name="ísḷide">
                  <a:extLst>
                    <a:ext uri="{FF2B5EF4-FFF2-40B4-BE49-F238E27FC236}">
                      <a16:creationId xmlns="" xmlns:a16="http://schemas.microsoft.com/office/drawing/2014/main" id="{71784274-E9CE-473C-BD2A-BA7362F1ABFB}"/>
                    </a:ext>
                  </a:extLst>
                </p:cNvPr>
                <p:cNvSpPr/>
                <p:nvPr/>
              </p:nvSpPr>
              <p:spPr bwMode="auto">
                <a:xfrm rot="8100000">
                  <a:off x="8693291" y="721345"/>
                  <a:ext cx="183785" cy="18378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5" name="íšlïḓé">
                  <a:extLst>
                    <a:ext uri="{FF2B5EF4-FFF2-40B4-BE49-F238E27FC236}">
                      <a16:creationId xmlns="" xmlns:a16="http://schemas.microsoft.com/office/drawing/2014/main" id="{FEEA427F-262E-446F-88B7-36965DA573C1}"/>
                    </a:ext>
                  </a:extLst>
                </p:cNvPr>
                <p:cNvSpPr/>
                <p:nvPr/>
              </p:nvSpPr>
              <p:spPr bwMode="auto">
                <a:xfrm rot="8100000">
                  <a:off x="8812870" y="489930"/>
                  <a:ext cx="179916" cy="1760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6" name="íṥ1ïďe">
                  <a:extLst>
                    <a:ext uri="{FF2B5EF4-FFF2-40B4-BE49-F238E27FC236}">
                      <a16:creationId xmlns="" xmlns:a16="http://schemas.microsoft.com/office/drawing/2014/main" id="{99A284E6-3743-4831-BC73-5D00D90D0F3A}"/>
                    </a:ext>
                  </a:extLst>
                </p:cNvPr>
                <p:cNvSpPr/>
                <p:nvPr/>
              </p:nvSpPr>
              <p:spPr bwMode="auto">
                <a:xfrm rot="8100000">
                  <a:off x="7882439" y="1401644"/>
                  <a:ext cx="251496" cy="232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sp>
              <p:nvSpPr>
                <p:cNvPr id="37" name="íš1îḍè">
                  <a:extLst>
                    <a:ext uri="{FF2B5EF4-FFF2-40B4-BE49-F238E27FC236}">
                      <a16:creationId xmlns="" xmlns:a16="http://schemas.microsoft.com/office/drawing/2014/main" id="{EDE94189-7970-4FF9-8AB3-9ACBD7AC5E60}"/>
                    </a:ext>
                  </a:extLst>
                </p:cNvPr>
                <p:cNvSpPr/>
                <p:nvPr/>
              </p:nvSpPr>
              <p:spPr bwMode="auto">
                <a:xfrm rot="8100000">
                  <a:off x="8429249" y="641976"/>
                  <a:ext cx="216673" cy="216669"/>
                </a:xfrm>
                <a:custGeom>
                  <a:avLst/>
                  <a:gdLst>
                    <a:gd name="T0" fmla="*/ 24 w 112"/>
                    <a:gd name="T1" fmla="*/ 0 h 112"/>
                    <a:gd name="T2" fmla="*/ 112 w 112"/>
                    <a:gd name="T3" fmla="*/ 24 h 112"/>
                    <a:gd name="T4" fmla="*/ 88 w 112"/>
                    <a:gd name="T5" fmla="*/ 112 h 112"/>
                    <a:gd name="T6" fmla="*/ 0 w 112"/>
                    <a:gd name="T7" fmla="*/ 88 h 112"/>
                    <a:gd name="T8" fmla="*/ 24 w 112"/>
                    <a:gd name="T9" fmla="*/ 0 h 112"/>
                  </a:gdLst>
                  <a:ahLst/>
                  <a:cxnLst>
                    <a:cxn ang="0">
                      <a:pos x="T0" y="T1"/>
                    </a:cxn>
                    <a:cxn ang="0">
                      <a:pos x="T2" y="T3"/>
                    </a:cxn>
                    <a:cxn ang="0">
                      <a:pos x="T4" y="T5"/>
                    </a:cxn>
                    <a:cxn ang="0">
                      <a:pos x="T6" y="T7"/>
                    </a:cxn>
                    <a:cxn ang="0">
                      <a:pos x="T8" y="T9"/>
                    </a:cxn>
                  </a:cxnLst>
                  <a:rect l="0" t="0" r="r" b="b"/>
                  <a:pathLst>
                    <a:path w="112" h="112">
                      <a:moveTo>
                        <a:pt x="24" y="0"/>
                      </a:moveTo>
                      <a:lnTo>
                        <a:pt x="112" y="24"/>
                      </a:lnTo>
                      <a:lnTo>
                        <a:pt x="88" y="112"/>
                      </a:lnTo>
                      <a:lnTo>
                        <a:pt x="0" y="88"/>
                      </a:ln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8" name="îs1iďê">
                  <a:extLst>
                    <a:ext uri="{FF2B5EF4-FFF2-40B4-BE49-F238E27FC236}">
                      <a16:creationId xmlns="" xmlns:a16="http://schemas.microsoft.com/office/drawing/2014/main" id="{12BE63C5-65E0-4811-9ED2-CCEDF8B618AF}"/>
                    </a:ext>
                  </a:extLst>
                </p:cNvPr>
                <p:cNvSpPr/>
                <p:nvPr/>
              </p:nvSpPr>
              <p:spPr bwMode="auto">
                <a:xfrm rot="8100000">
                  <a:off x="9111882" y="481983"/>
                  <a:ext cx="150897" cy="150894"/>
                </a:xfrm>
                <a:custGeom>
                  <a:avLst/>
                  <a:gdLst>
                    <a:gd name="T0" fmla="*/ 0 w 78"/>
                    <a:gd name="T1" fmla="*/ 16 h 78"/>
                    <a:gd name="T2" fmla="*/ 59 w 78"/>
                    <a:gd name="T3" fmla="*/ 0 h 78"/>
                    <a:gd name="T4" fmla="*/ 78 w 78"/>
                    <a:gd name="T5" fmla="*/ 59 h 78"/>
                    <a:gd name="T6" fmla="*/ 19 w 78"/>
                    <a:gd name="T7" fmla="*/ 78 h 78"/>
                    <a:gd name="T8" fmla="*/ 0 w 78"/>
                    <a:gd name="T9" fmla="*/ 16 h 78"/>
                  </a:gdLst>
                  <a:ahLst/>
                  <a:cxnLst>
                    <a:cxn ang="0">
                      <a:pos x="T0" y="T1"/>
                    </a:cxn>
                    <a:cxn ang="0">
                      <a:pos x="T2" y="T3"/>
                    </a:cxn>
                    <a:cxn ang="0">
                      <a:pos x="T4" y="T5"/>
                    </a:cxn>
                    <a:cxn ang="0">
                      <a:pos x="T6" y="T7"/>
                    </a:cxn>
                    <a:cxn ang="0">
                      <a:pos x="T8" y="T9"/>
                    </a:cxn>
                  </a:cxnLst>
                  <a:rect l="0" t="0" r="r" b="b"/>
                  <a:pathLst>
                    <a:path w="78" h="78">
                      <a:moveTo>
                        <a:pt x="0" y="16"/>
                      </a:moveTo>
                      <a:lnTo>
                        <a:pt x="59" y="0"/>
                      </a:lnTo>
                      <a:lnTo>
                        <a:pt x="78" y="59"/>
                      </a:lnTo>
                      <a:lnTo>
                        <a:pt x="19" y="78"/>
                      </a:lnTo>
                      <a:lnTo>
                        <a:pt x="0"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39" name="iŝlíďe">
                  <a:extLst>
                    <a:ext uri="{FF2B5EF4-FFF2-40B4-BE49-F238E27FC236}">
                      <a16:creationId xmlns="" xmlns:a16="http://schemas.microsoft.com/office/drawing/2014/main" id="{456FA959-18F9-4E60-9D59-C2629C7FCDA7}"/>
                    </a:ext>
                  </a:extLst>
                </p:cNvPr>
                <p:cNvSpPr/>
                <p:nvPr/>
              </p:nvSpPr>
              <p:spPr bwMode="auto">
                <a:xfrm rot="8100000">
                  <a:off x="7671010" y="1661502"/>
                  <a:ext cx="189641" cy="232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cs typeface="+mn-ea"/>
                    <a:sym typeface="+mn-lt"/>
                  </a:endParaRPr>
                </a:p>
              </p:txBody>
            </p:sp>
          </p:grpSp>
        </p:grpSp>
        <p:sp>
          <p:nvSpPr>
            <p:cNvPr id="8" name="iSľïḑê">
              <a:extLst>
                <a:ext uri="{FF2B5EF4-FFF2-40B4-BE49-F238E27FC236}">
                  <a16:creationId xmlns="" xmlns:a16="http://schemas.microsoft.com/office/drawing/2014/main" id="{0BE08E09-4343-4B6C-B6CE-64BEAA4149A4}"/>
                </a:ext>
              </a:extLst>
            </p:cNvPr>
            <p:cNvSpPr/>
            <p:nvPr/>
          </p:nvSpPr>
          <p:spPr>
            <a:xfrm>
              <a:off x="6202953" y="3763118"/>
              <a:ext cx="388348" cy="388346"/>
            </a:xfrm>
            <a:custGeom>
              <a:avLst/>
              <a:gdLst/>
              <a:ahLst/>
              <a:cxnLst>
                <a:cxn ang="0">
                  <a:pos x="wd2" y="hd2"/>
                </a:cxn>
                <a:cxn ang="5400000">
                  <a:pos x="wd2" y="hd2"/>
                </a:cxn>
                <a:cxn ang="10800000">
                  <a:pos x="wd2" y="hd2"/>
                </a:cxn>
                <a:cxn ang="16200000">
                  <a:pos x="wd2" y="hd2"/>
                </a:cxn>
              </a:cxnLst>
              <a:rect l="0" t="0" r="r" b="b"/>
              <a:pathLst>
                <a:path w="21600" h="21600" extrusionOk="0">
                  <a:moveTo>
                    <a:pt x="14896" y="15577"/>
                  </a:moveTo>
                  <a:cubicBezTo>
                    <a:pt x="12144" y="16865"/>
                    <a:pt x="9844" y="18851"/>
                    <a:pt x="8177" y="21278"/>
                  </a:cubicBezTo>
                  <a:cubicBezTo>
                    <a:pt x="9017" y="21487"/>
                    <a:pt x="9895" y="21600"/>
                    <a:pt x="10801" y="21600"/>
                  </a:cubicBezTo>
                  <a:cubicBezTo>
                    <a:pt x="12429" y="21600"/>
                    <a:pt x="13973" y="21237"/>
                    <a:pt x="15358" y="20591"/>
                  </a:cubicBezTo>
                  <a:cubicBezTo>
                    <a:pt x="15580" y="19502"/>
                    <a:pt x="15699" y="18376"/>
                    <a:pt x="15699" y="17222"/>
                  </a:cubicBezTo>
                  <a:cubicBezTo>
                    <a:pt x="15699" y="16807"/>
                    <a:pt x="15679" y="16394"/>
                    <a:pt x="15648" y="15985"/>
                  </a:cubicBezTo>
                  <a:cubicBezTo>
                    <a:pt x="15371" y="15896"/>
                    <a:pt x="15116" y="15757"/>
                    <a:pt x="14896" y="15577"/>
                  </a:cubicBezTo>
                  <a:close/>
                  <a:moveTo>
                    <a:pt x="18049" y="2796"/>
                  </a:moveTo>
                  <a:cubicBezTo>
                    <a:pt x="16319" y="2963"/>
                    <a:pt x="14667" y="3397"/>
                    <a:pt x="13127" y="4050"/>
                  </a:cubicBezTo>
                  <a:cubicBezTo>
                    <a:pt x="13136" y="4125"/>
                    <a:pt x="13139" y="4202"/>
                    <a:pt x="13139" y="4280"/>
                  </a:cubicBezTo>
                  <a:cubicBezTo>
                    <a:pt x="13139" y="4642"/>
                    <a:pt x="13052" y="4984"/>
                    <a:pt x="12904" y="5289"/>
                  </a:cubicBezTo>
                  <a:cubicBezTo>
                    <a:pt x="14441" y="7094"/>
                    <a:pt x="15635" y="9198"/>
                    <a:pt x="16388" y="11500"/>
                  </a:cubicBezTo>
                  <a:cubicBezTo>
                    <a:pt x="17323" y="11517"/>
                    <a:pt x="18121" y="12090"/>
                    <a:pt x="18465" y="12903"/>
                  </a:cubicBezTo>
                  <a:cubicBezTo>
                    <a:pt x="19505" y="12797"/>
                    <a:pt x="20517" y="12599"/>
                    <a:pt x="21493" y="12312"/>
                  </a:cubicBezTo>
                  <a:cubicBezTo>
                    <a:pt x="21562" y="11817"/>
                    <a:pt x="21600" y="11314"/>
                    <a:pt x="21600" y="10799"/>
                  </a:cubicBezTo>
                  <a:cubicBezTo>
                    <a:pt x="21600" y="7626"/>
                    <a:pt x="20230" y="4772"/>
                    <a:pt x="18049" y="2796"/>
                  </a:cubicBezTo>
                  <a:close/>
                  <a:moveTo>
                    <a:pt x="13739" y="14349"/>
                  </a:moveTo>
                  <a:cubicBezTo>
                    <a:pt x="11074" y="13908"/>
                    <a:pt x="8601" y="12890"/>
                    <a:pt x="6450" y="11433"/>
                  </a:cubicBezTo>
                  <a:cubicBezTo>
                    <a:pt x="6101" y="11646"/>
                    <a:pt x="5691" y="11773"/>
                    <a:pt x="5251" y="11773"/>
                  </a:cubicBezTo>
                  <a:cubicBezTo>
                    <a:pt x="5090" y="11773"/>
                    <a:pt x="4933" y="11755"/>
                    <a:pt x="4781" y="11724"/>
                  </a:cubicBezTo>
                  <a:cubicBezTo>
                    <a:pt x="3750" y="13677"/>
                    <a:pt x="3093" y="15854"/>
                    <a:pt x="2903" y="18164"/>
                  </a:cubicBezTo>
                  <a:cubicBezTo>
                    <a:pt x="3931" y="19266"/>
                    <a:pt x="5186" y="20154"/>
                    <a:pt x="6595" y="20750"/>
                  </a:cubicBezTo>
                  <a:cubicBezTo>
                    <a:pt x="8345" y="18059"/>
                    <a:pt x="10792" y="15833"/>
                    <a:pt x="13739" y="14349"/>
                  </a:cubicBezTo>
                  <a:close/>
                  <a:moveTo>
                    <a:pt x="17258" y="15906"/>
                  </a:moveTo>
                  <a:cubicBezTo>
                    <a:pt x="17290" y="16340"/>
                    <a:pt x="17306" y="16780"/>
                    <a:pt x="17306" y="17222"/>
                  </a:cubicBezTo>
                  <a:cubicBezTo>
                    <a:pt x="17306" y="18003"/>
                    <a:pt x="17256" y="18770"/>
                    <a:pt x="17163" y="19525"/>
                  </a:cubicBezTo>
                  <a:cubicBezTo>
                    <a:pt x="18993" y="18186"/>
                    <a:pt x="20389" y="16288"/>
                    <a:pt x="21091" y="14080"/>
                  </a:cubicBezTo>
                  <a:cubicBezTo>
                    <a:pt x="20259" y="14281"/>
                    <a:pt x="19403" y="14425"/>
                    <a:pt x="18531" y="14508"/>
                  </a:cubicBezTo>
                  <a:cubicBezTo>
                    <a:pt x="18326" y="15137"/>
                    <a:pt x="17860" y="15646"/>
                    <a:pt x="17258" y="15906"/>
                  </a:cubicBezTo>
                  <a:close/>
                  <a:moveTo>
                    <a:pt x="14278" y="12804"/>
                  </a:moveTo>
                  <a:cubicBezTo>
                    <a:pt x="14421" y="12507"/>
                    <a:pt x="14624" y="12244"/>
                    <a:pt x="14874" y="12035"/>
                  </a:cubicBezTo>
                  <a:cubicBezTo>
                    <a:pt x="14196" y="9947"/>
                    <a:pt x="13122" y="8037"/>
                    <a:pt x="11738" y="6396"/>
                  </a:cubicBezTo>
                  <a:cubicBezTo>
                    <a:pt x="11462" y="6512"/>
                    <a:pt x="11160" y="6577"/>
                    <a:pt x="10842" y="6577"/>
                  </a:cubicBezTo>
                  <a:cubicBezTo>
                    <a:pt x="10343" y="6577"/>
                    <a:pt x="9883" y="6417"/>
                    <a:pt x="9507" y="6147"/>
                  </a:cubicBezTo>
                  <a:cubicBezTo>
                    <a:pt x="8673" y="6781"/>
                    <a:pt x="7903" y="7490"/>
                    <a:pt x="7202" y="8265"/>
                  </a:cubicBezTo>
                  <a:cubicBezTo>
                    <a:pt x="7421" y="8615"/>
                    <a:pt x="7550" y="9030"/>
                    <a:pt x="7550" y="9475"/>
                  </a:cubicBezTo>
                  <a:cubicBezTo>
                    <a:pt x="7550" y="9715"/>
                    <a:pt x="7513" y="9946"/>
                    <a:pt x="7444" y="10163"/>
                  </a:cubicBezTo>
                  <a:cubicBezTo>
                    <a:pt x="9459" y="11510"/>
                    <a:pt x="11779" y="12433"/>
                    <a:pt x="14278" y="12804"/>
                  </a:cubicBezTo>
                  <a:close/>
                  <a:moveTo>
                    <a:pt x="10842" y="1982"/>
                  </a:moveTo>
                  <a:cubicBezTo>
                    <a:pt x="11448" y="1982"/>
                    <a:pt x="11999" y="2219"/>
                    <a:pt x="12409" y="2604"/>
                  </a:cubicBezTo>
                  <a:cubicBezTo>
                    <a:pt x="13608" y="2088"/>
                    <a:pt x="14870" y="1692"/>
                    <a:pt x="16183" y="1439"/>
                  </a:cubicBezTo>
                  <a:cubicBezTo>
                    <a:pt x="14599" y="526"/>
                    <a:pt x="12761" y="0"/>
                    <a:pt x="10801" y="0"/>
                  </a:cubicBezTo>
                  <a:cubicBezTo>
                    <a:pt x="9464" y="0"/>
                    <a:pt x="8183" y="245"/>
                    <a:pt x="7001" y="690"/>
                  </a:cubicBezTo>
                  <a:cubicBezTo>
                    <a:pt x="7940" y="1152"/>
                    <a:pt x="8833" y="1693"/>
                    <a:pt x="9674" y="2303"/>
                  </a:cubicBezTo>
                  <a:cubicBezTo>
                    <a:pt x="10018" y="2100"/>
                    <a:pt x="10415" y="1982"/>
                    <a:pt x="10842" y="1982"/>
                  </a:cubicBezTo>
                  <a:close/>
                  <a:moveTo>
                    <a:pt x="2954" y="9475"/>
                  </a:moveTo>
                  <a:cubicBezTo>
                    <a:pt x="2954" y="9153"/>
                    <a:pt x="3021" y="8844"/>
                    <a:pt x="3141" y="8566"/>
                  </a:cubicBezTo>
                  <a:cubicBezTo>
                    <a:pt x="2404" y="7757"/>
                    <a:pt x="1736" y="6884"/>
                    <a:pt x="1151" y="5952"/>
                  </a:cubicBezTo>
                  <a:cubicBezTo>
                    <a:pt x="417" y="7410"/>
                    <a:pt x="0" y="9056"/>
                    <a:pt x="0" y="10799"/>
                  </a:cubicBezTo>
                  <a:cubicBezTo>
                    <a:pt x="0" y="12819"/>
                    <a:pt x="556" y="14708"/>
                    <a:pt x="1521" y="16325"/>
                  </a:cubicBezTo>
                  <a:cubicBezTo>
                    <a:pt x="1866" y="14381"/>
                    <a:pt x="2520" y="12545"/>
                    <a:pt x="3424" y="10861"/>
                  </a:cubicBezTo>
                  <a:cubicBezTo>
                    <a:pt x="3130" y="10477"/>
                    <a:pt x="2954" y="9996"/>
                    <a:pt x="2954" y="9475"/>
                  </a:cubicBezTo>
                  <a:close/>
                  <a:moveTo>
                    <a:pt x="5251" y="7176"/>
                  </a:moveTo>
                  <a:cubicBezTo>
                    <a:pt x="5487" y="7176"/>
                    <a:pt x="5715" y="7213"/>
                    <a:pt x="5930" y="7278"/>
                  </a:cubicBezTo>
                  <a:cubicBezTo>
                    <a:pt x="6738" y="6372"/>
                    <a:pt x="7636" y="5547"/>
                    <a:pt x="8608" y="4813"/>
                  </a:cubicBezTo>
                  <a:cubicBezTo>
                    <a:pt x="8567" y="4642"/>
                    <a:pt x="8543" y="4464"/>
                    <a:pt x="8543" y="4280"/>
                  </a:cubicBezTo>
                  <a:cubicBezTo>
                    <a:pt x="8543" y="4026"/>
                    <a:pt x="8587" y="3781"/>
                    <a:pt x="8663" y="3552"/>
                  </a:cubicBezTo>
                  <a:cubicBezTo>
                    <a:pt x="7575" y="2771"/>
                    <a:pt x="6391" y="2115"/>
                    <a:pt x="5131" y="1609"/>
                  </a:cubicBezTo>
                  <a:cubicBezTo>
                    <a:pt x="3949" y="2338"/>
                    <a:pt x="2920" y="3289"/>
                    <a:pt x="2099" y="4405"/>
                  </a:cubicBezTo>
                  <a:cubicBezTo>
                    <a:pt x="2708" y="5484"/>
                    <a:pt x="3433" y="6491"/>
                    <a:pt x="4256" y="7407"/>
                  </a:cubicBezTo>
                  <a:cubicBezTo>
                    <a:pt x="4557" y="7261"/>
                    <a:pt x="4895" y="7176"/>
                    <a:pt x="5251" y="7176"/>
                  </a:cubicBezTo>
                  <a:close/>
                </a:path>
              </a:pathLst>
            </a:custGeom>
            <a:solidFill>
              <a:schemeClr val="bg1"/>
            </a:solidFill>
            <a:ln w="12700">
              <a:miter lim="400000"/>
            </a:ln>
          </p:spPr>
          <p:txBody>
            <a:bodyPr anchor="ctr"/>
            <a:lstStyle/>
            <a:p>
              <a:pPr algn="ctr"/>
              <a:endParaRPr>
                <a:cs typeface="+mn-ea"/>
                <a:sym typeface="+mn-lt"/>
              </a:endParaRPr>
            </a:p>
          </p:txBody>
        </p:sp>
        <p:sp>
          <p:nvSpPr>
            <p:cNvPr id="9" name="isḻîďe">
              <a:extLst>
                <a:ext uri="{FF2B5EF4-FFF2-40B4-BE49-F238E27FC236}">
                  <a16:creationId xmlns="" xmlns:a16="http://schemas.microsoft.com/office/drawing/2014/main" id="{728C9159-374C-42C2-BF41-0D7811356EE7}"/>
                </a:ext>
              </a:extLst>
            </p:cNvPr>
            <p:cNvSpPr/>
            <p:nvPr/>
          </p:nvSpPr>
          <p:spPr bwMode="auto">
            <a:xfrm>
              <a:off x="6206077" y="4392630"/>
              <a:ext cx="388526" cy="331866"/>
            </a:xfrm>
            <a:custGeom>
              <a:avLst/>
              <a:gdLst>
                <a:gd name="T0" fmla="*/ 48 w 48"/>
                <a:gd name="T1" fmla="*/ 38 h 41"/>
                <a:gd name="T2" fmla="*/ 45 w 48"/>
                <a:gd name="T3" fmla="*/ 41 h 41"/>
                <a:gd name="T4" fmla="*/ 37 w 48"/>
                <a:gd name="T5" fmla="*/ 41 h 41"/>
                <a:gd name="T6" fmla="*/ 34 w 48"/>
                <a:gd name="T7" fmla="*/ 38 h 41"/>
                <a:gd name="T8" fmla="*/ 34 w 48"/>
                <a:gd name="T9" fmla="*/ 30 h 41"/>
                <a:gd name="T10" fmla="*/ 37 w 48"/>
                <a:gd name="T11" fmla="*/ 27 h 41"/>
                <a:gd name="T12" fmla="*/ 39 w 48"/>
                <a:gd name="T13" fmla="*/ 27 h 41"/>
                <a:gd name="T14" fmla="*/ 39 w 48"/>
                <a:gd name="T15" fmla="*/ 22 h 41"/>
                <a:gd name="T16" fmla="*/ 25 w 48"/>
                <a:gd name="T17" fmla="*/ 22 h 41"/>
                <a:gd name="T18" fmla="*/ 25 w 48"/>
                <a:gd name="T19" fmla="*/ 27 h 41"/>
                <a:gd name="T20" fmla="*/ 28 w 48"/>
                <a:gd name="T21" fmla="*/ 27 h 41"/>
                <a:gd name="T22" fmla="*/ 31 w 48"/>
                <a:gd name="T23" fmla="*/ 30 h 41"/>
                <a:gd name="T24" fmla="*/ 31 w 48"/>
                <a:gd name="T25" fmla="*/ 38 h 41"/>
                <a:gd name="T26" fmla="*/ 28 w 48"/>
                <a:gd name="T27" fmla="*/ 41 h 41"/>
                <a:gd name="T28" fmla="*/ 19 w 48"/>
                <a:gd name="T29" fmla="*/ 41 h 41"/>
                <a:gd name="T30" fmla="*/ 17 w 48"/>
                <a:gd name="T31" fmla="*/ 38 h 41"/>
                <a:gd name="T32" fmla="*/ 17 w 48"/>
                <a:gd name="T33" fmla="*/ 30 h 41"/>
                <a:gd name="T34" fmla="*/ 19 w 48"/>
                <a:gd name="T35" fmla="*/ 27 h 41"/>
                <a:gd name="T36" fmla="*/ 22 w 48"/>
                <a:gd name="T37" fmla="*/ 27 h 41"/>
                <a:gd name="T38" fmla="*/ 22 w 48"/>
                <a:gd name="T39" fmla="*/ 22 h 41"/>
                <a:gd name="T40" fmla="*/ 8 w 48"/>
                <a:gd name="T41" fmla="*/ 22 h 41"/>
                <a:gd name="T42" fmla="*/ 8 w 48"/>
                <a:gd name="T43" fmla="*/ 27 h 41"/>
                <a:gd name="T44" fmla="*/ 11 w 48"/>
                <a:gd name="T45" fmla="*/ 27 h 41"/>
                <a:gd name="T46" fmla="*/ 13 w 48"/>
                <a:gd name="T47" fmla="*/ 30 h 41"/>
                <a:gd name="T48" fmla="*/ 13 w 48"/>
                <a:gd name="T49" fmla="*/ 38 h 41"/>
                <a:gd name="T50" fmla="*/ 11 w 48"/>
                <a:gd name="T51" fmla="*/ 41 h 41"/>
                <a:gd name="T52" fmla="*/ 2 w 48"/>
                <a:gd name="T53" fmla="*/ 41 h 41"/>
                <a:gd name="T54" fmla="*/ 0 w 48"/>
                <a:gd name="T55" fmla="*/ 38 h 41"/>
                <a:gd name="T56" fmla="*/ 0 w 48"/>
                <a:gd name="T57" fmla="*/ 30 h 41"/>
                <a:gd name="T58" fmla="*/ 2 w 48"/>
                <a:gd name="T59" fmla="*/ 27 h 41"/>
                <a:gd name="T60" fmla="*/ 5 w 48"/>
                <a:gd name="T61" fmla="*/ 27 h 41"/>
                <a:gd name="T62" fmla="*/ 5 w 48"/>
                <a:gd name="T63" fmla="*/ 22 h 41"/>
                <a:gd name="T64" fmla="*/ 8 w 48"/>
                <a:gd name="T65" fmla="*/ 19 h 41"/>
                <a:gd name="T66" fmla="*/ 22 w 48"/>
                <a:gd name="T67" fmla="*/ 19 h 41"/>
                <a:gd name="T68" fmla="*/ 22 w 48"/>
                <a:gd name="T69" fmla="*/ 13 h 41"/>
                <a:gd name="T70" fmla="*/ 19 w 48"/>
                <a:gd name="T71" fmla="*/ 13 h 41"/>
                <a:gd name="T72" fmla="*/ 17 w 48"/>
                <a:gd name="T73" fmla="*/ 11 h 41"/>
                <a:gd name="T74" fmla="*/ 17 w 48"/>
                <a:gd name="T75" fmla="*/ 2 h 41"/>
                <a:gd name="T76" fmla="*/ 19 w 48"/>
                <a:gd name="T77" fmla="*/ 0 h 41"/>
                <a:gd name="T78" fmla="*/ 28 w 48"/>
                <a:gd name="T79" fmla="*/ 0 h 41"/>
                <a:gd name="T80" fmla="*/ 31 w 48"/>
                <a:gd name="T81" fmla="*/ 2 h 41"/>
                <a:gd name="T82" fmla="*/ 31 w 48"/>
                <a:gd name="T83" fmla="*/ 11 h 41"/>
                <a:gd name="T84" fmla="*/ 28 w 48"/>
                <a:gd name="T85" fmla="*/ 13 h 41"/>
                <a:gd name="T86" fmla="*/ 25 w 48"/>
                <a:gd name="T87" fmla="*/ 13 h 41"/>
                <a:gd name="T88" fmla="*/ 25 w 48"/>
                <a:gd name="T89" fmla="*/ 19 h 41"/>
                <a:gd name="T90" fmla="*/ 39 w 48"/>
                <a:gd name="T91" fmla="*/ 19 h 41"/>
                <a:gd name="T92" fmla="*/ 43 w 48"/>
                <a:gd name="T93" fmla="*/ 22 h 41"/>
                <a:gd name="T94" fmla="*/ 43 w 48"/>
                <a:gd name="T95" fmla="*/ 27 h 41"/>
                <a:gd name="T96" fmla="*/ 45 w 48"/>
                <a:gd name="T97" fmla="*/ 27 h 41"/>
                <a:gd name="T98" fmla="*/ 48 w 48"/>
                <a:gd name="T99" fmla="*/ 30 h 41"/>
                <a:gd name="T100" fmla="*/ 48 w 48"/>
                <a:gd name="T101" fmla="*/ 3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8" h="41">
                  <a:moveTo>
                    <a:pt x="48" y="38"/>
                  </a:moveTo>
                  <a:cubicBezTo>
                    <a:pt x="48" y="40"/>
                    <a:pt x="47" y="41"/>
                    <a:pt x="45" y="41"/>
                  </a:cubicBezTo>
                  <a:cubicBezTo>
                    <a:pt x="37" y="41"/>
                    <a:pt x="37" y="41"/>
                    <a:pt x="37" y="41"/>
                  </a:cubicBezTo>
                  <a:cubicBezTo>
                    <a:pt x="35" y="41"/>
                    <a:pt x="34" y="40"/>
                    <a:pt x="34" y="38"/>
                  </a:cubicBezTo>
                  <a:cubicBezTo>
                    <a:pt x="34" y="30"/>
                    <a:pt x="34" y="30"/>
                    <a:pt x="34" y="30"/>
                  </a:cubicBezTo>
                  <a:cubicBezTo>
                    <a:pt x="34" y="28"/>
                    <a:pt x="35" y="27"/>
                    <a:pt x="37" y="27"/>
                  </a:cubicBezTo>
                  <a:cubicBezTo>
                    <a:pt x="39" y="27"/>
                    <a:pt x="39" y="27"/>
                    <a:pt x="39" y="27"/>
                  </a:cubicBezTo>
                  <a:cubicBezTo>
                    <a:pt x="39" y="22"/>
                    <a:pt x="39" y="22"/>
                    <a:pt x="39" y="22"/>
                  </a:cubicBezTo>
                  <a:cubicBezTo>
                    <a:pt x="25" y="22"/>
                    <a:pt x="25" y="22"/>
                    <a:pt x="25" y="22"/>
                  </a:cubicBezTo>
                  <a:cubicBezTo>
                    <a:pt x="25" y="27"/>
                    <a:pt x="25" y="27"/>
                    <a:pt x="25" y="27"/>
                  </a:cubicBezTo>
                  <a:cubicBezTo>
                    <a:pt x="28" y="27"/>
                    <a:pt x="28" y="27"/>
                    <a:pt x="28" y="27"/>
                  </a:cubicBezTo>
                  <a:cubicBezTo>
                    <a:pt x="29" y="27"/>
                    <a:pt x="31" y="28"/>
                    <a:pt x="31" y="30"/>
                  </a:cubicBezTo>
                  <a:cubicBezTo>
                    <a:pt x="31" y="38"/>
                    <a:pt x="31" y="38"/>
                    <a:pt x="31" y="38"/>
                  </a:cubicBezTo>
                  <a:cubicBezTo>
                    <a:pt x="31" y="40"/>
                    <a:pt x="29" y="41"/>
                    <a:pt x="28" y="41"/>
                  </a:cubicBezTo>
                  <a:cubicBezTo>
                    <a:pt x="19" y="41"/>
                    <a:pt x="19" y="41"/>
                    <a:pt x="19" y="41"/>
                  </a:cubicBezTo>
                  <a:cubicBezTo>
                    <a:pt x="18" y="41"/>
                    <a:pt x="17" y="40"/>
                    <a:pt x="17" y="38"/>
                  </a:cubicBezTo>
                  <a:cubicBezTo>
                    <a:pt x="17" y="30"/>
                    <a:pt x="17" y="30"/>
                    <a:pt x="17" y="30"/>
                  </a:cubicBezTo>
                  <a:cubicBezTo>
                    <a:pt x="17" y="28"/>
                    <a:pt x="18" y="27"/>
                    <a:pt x="19" y="27"/>
                  </a:cubicBezTo>
                  <a:cubicBezTo>
                    <a:pt x="22" y="27"/>
                    <a:pt x="22" y="27"/>
                    <a:pt x="22" y="27"/>
                  </a:cubicBezTo>
                  <a:cubicBezTo>
                    <a:pt x="22" y="22"/>
                    <a:pt x="22" y="22"/>
                    <a:pt x="22" y="22"/>
                  </a:cubicBezTo>
                  <a:cubicBezTo>
                    <a:pt x="8" y="22"/>
                    <a:pt x="8" y="22"/>
                    <a:pt x="8" y="22"/>
                  </a:cubicBezTo>
                  <a:cubicBezTo>
                    <a:pt x="8" y="27"/>
                    <a:pt x="8" y="27"/>
                    <a:pt x="8" y="27"/>
                  </a:cubicBezTo>
                  <a:cubicBezTo>
                    <a:pt x="11" y="27"/>
                    <a:pt x="11" y="27"/>
                    <a:pt x="11" y="27"/>
                  </a:cubicBezTo>
                  <a:cubicBezTo>
                    <a:pt x="12" y="27"/>
                    <a:pt x="13" y="28"/>
                    <a:pt x="13" y="30"/>
                  </a:cubicBezTo>
                  <a:cubicBezTo>
                    <a:pt x="13" y="38"/>
                    <a:pt x="13" y="38"/>
                    <a:pt x="13" y="38"/>
                  </a:cubicBezTo>
                  <a:cubicBezTo>
                    <a:pt x="13" y="40"/>
                    <a:pt x="12" y="41"/>
                    <a:pt x="11" y="41"/>
                  </a:cubicBezTo>
                  <a:cubicBezTo>
                    <a:pt x="2" y="41"/>
                    <a:pt x="2" y="41"/>
                    <a:pt x="2" y="41"/>
                  </a:cubicBezTo>
                  <a:cubicBezTo>
                    <a:pt x="1" y="41"/>
                    <a:pt x="0" y="40"/>
                    <a:pt x="0" y="38"/>
                  </a:cubicBezTo>
                  <a:cubicBezTo>
                    <a:pt x="0" y="30"/>
                    <a:pt x="0" y="30"/>
                    <a:pt x="0" y="30"/>
                  </a:cubicBezTo>
                  <a:cubicBezTo>
                    <a:pt x="0" y="28"/>
                    <a:pt x="1" y="27"/>
                    <a:pt x="2" y="27"/>
                  </a:cubicBezTo>
                  <a:cubicBezTo>
                    <a:pt x="5" y="27"/>
                    <a:pt x="5" y="27"/>
                    <a:pt x="5" y="27"/>
                  </a:cubicBezTo>
                  <a:cubicBezTo>
                    <a:pt x="5" y="22"/>
                    <a:pt x="5" y="22"/>
                    <a:pt x="5" y="22"/>
                  </a:cubicBezTo>
                  <a:cubicBezTo>
                    <a:pt x="5" y="20"/>
                    <a:pt x="6" y="19"/>
                    <a:pt x="8" y="19"/>
                  </a:cubicBezTo>
                  <a:cubicBezTo>
                    <a:pt x="22" y="19"/>
                    <a:pt x="22" y="19"/>
                    <a:pt x="22" y="19"/>
                  </a:cubicBezTo>
                  <a:cubicBezTo>
                    <a:pt x="22" y="13"/>
                    <a:pt x="22" y="13"/>
                    <a:pt x="22" y="13"/>
                  </a:cubicBezTo>
                  <a:cubicBezTo>
                    <a:pt x="19" y="13"/>
                    <a:pt x="19" y="13"/>
                    <a:pt x="19" y="13"/>
                  </a:cubicBezTo>
                  <a:cubicBezTo>
                    <a:pt x="18" y="13"/>
                    <a:pt x="17" y="12"/>
                    <a:pt x="17" y="11"/>
                  </a:cubicBezTo>
                  <a:cubicBezTo>
                    <a:pt x="17" y="2"/>
                    <a:pt x="17" y="2"/>
                    <a:pt x="17" y="2"/>
                  </a:cubicBezTo>
                  <a:cubicBezTo>
                    <a:pt x="17" y="1"/>
                    <a:pt x="18" y="0"/>
                    <a:pt x="19" y="0"/>
                  </a:cubicBezTo>
                  <a:cubicBezTo>
                    <a:pt x="28" y="0"/>
                    <a:pt x="28" y="0"/>
                    <a:pt x="28" y="0"/>
                  </a:cubicBezTo>
                  <a:cubicBezTo>
                    <a:pt x="29" y="0"/>
                    <a:pt x="31" y="1"/>
                    <a:pt x="31" y="2"/>
                  </a:cubicBezTo>
                  <a:cubicBezTo>
                    <a:pt x="31" y="11"/>
                    <a:pt x="31" y="11"/>
                    <a:pt x="31" y="11"/>
                  </a:cubicBezTo>
                  <a:cubicBezTo>
                    <a:pt x="31" y="12"/>
                    <a:pt x="29" y="13"/>
                    <a:pt x="28" y="13"/>
                  </a:cubicBezTo>
                  <a:cubicBezTo>
                    <a:pt x="25" y="13"/>
                    <a:pt x="25" y="13"/>
                    <a:pt x="25" y="13"/>
                  </a:cubicBezTo>
                  <a:cubicBezTo>
                    <a:pt x="25" y="19"/>
                    <a:pt x="25" y="19"/>
                    <a:pt x="25" y="19"/>
                  </a:cubicBezTo>
                  <a:cubicBezTo>
                    <a:pt x="39" y="19"/>
                    <a:pt x="39" y="19"/>
                    <a:pt x="39" y="19"/>
                  </a:cubicBezTo>
                  <a:cubicBezTo>
                    <a:pt x="41" y="19"/>
                    <a:pt x="43" y="20"/>
                    <a:pt x="43" y="22"/>
                  </a:cubicBezTo>
                  <a:cubicBezTo>
                    <a:pt x="43" y="27"/>
                    <a:pt x="43" y="27"/>
                    <a:pt x="43" y="27"/>
                  </a:cubicBezTo>
                  <a:cubicBezTo>
                    <a:pt x="45" y="27"/>
                    <a:pt x="45" y="27"/>
                    <a:pt x="45" y="27"/>
                  </a:cubicBezTo>
                  <a:cubicBezTo>
                    <a:pt x="47" y="27"/>
                    <a:pt x="48" y="28"/>
                    <a:pt x="48" y="30"/>
                  </a:cubicBezTo>
                  <a:lnTo>
                    <a:pt x="48" y="38"/>
                  </a:lnTo>
                  <a:close/>
                </a:path>
              </a:pathLst>
            </a:custGeom>
            <a:solidFill>
              <a:schemeClr val="bg1"/>
            </a:solidFill>
            <a:ln>
              <a:noFill/>
            </a:ln>
          </p:spPr>
          <p:txBody>
            <a:bodyPr anchor="ctr"/>
            <a:lstStyle/>
            <a:p>
              <a:pPr algn="ctr"/>
              <a:endParaRPr>
                <a:cs typeface="+mn-ea"/>
                <a:sym typeface="+mn-lt"/>
              </a:endParaRPr>
            </a:p>
          </p:txBody>
        </p:sp>
        <p:sp>
          <p:nvSpPr>
            <p:cNvPr id="10" name="íşḷíḓè">
              <a:extLst>
                <a:ext uri="{FF2B5EF4-FFF2-40B4-BE49-F238E27FC236}">
                  <a16:creationId xmlns="" xmlns:a16="http://schemas.microsoft.com/office/drawing/2014/main" id="{D8502DB2-2805-4B2A-AA43-E2FF33151C83}"/>
                </a:ext>
              </a:extLst>
            </p:cNvPr>
            <p:cNvSpPr/>
            <p:nvPr/>
          </p:nvSpPr>
          <p:spPr bwMode="auto">
            <a:xfrm>
              <a:off x="5513974" y="4368648"/>
              <a:ext cx="406510" cy="406508"/>
            </a:xfrm>
            <a:custGeom>
              <a:avLst/>
              <a:gdLst>
                <a:gd name="T0" fmla="*/ 116 w 232"/>
                <a:gd name="T1" fmla="*/ 0 h 232"/>
                <a:gd name="T2" fmla="*/ 0 w 232"/>
                <a:gd name="T3" fmla="*/ 116 h 232"/>
                <a:gd name="T4" fmla="*/ 116 w 232"/>
                <a:gd name="T5" fmla="*/ 232 h 232"/>
                <a:gd name="T6" fmla="*/ 232 w 232"/>
                <a:gd name="T7" fmla="*/ 116 h 232"/>
                <a:gd name="T8" fmla="*/ 116 w 232"/>
                <a:gd name="T9" fmla="*/ 0 h 232"/>
                <a:gd name="T10" fmla="*/ 129 w 232"/>
                <a:gd name="T11" fmla="*/ 208 h 232"/>
                <a:gd name="T12" fmla="*/ 129 w 232"/>
                <a:gd name="T13" fmla="*/ 190 h 232"/>
                <a:gd name="T14" fmla="*/ 117 w 232"/>
                <a:gd name="T15" fmla="*/ 178 h 232"/>
                <a:gd name="T16" fmla="*/ 105 w 232"/>
                <a:gd name="T17" fmla="*/ 190 h 232"/>
                <a:gd name="T18" fmla="*/ 105 w 232"/>
                <a:gd name="T19" fmla="*/ 208 h 232"/>
                <a:gd name="T20" fmla="*/ 25 w 232"/>
                <a:gd name="T21" fmla="*/ 129 h 232"/>
                <a:gd name="T22" fmla="*/ 42 w 232"/>
                <a:gd name="T23" fmla="*/ 129 h 232"/>
                <a:gd name="T24" fmla="*/ 53 w 232"/>
                <a:gd name="T25" fmla="*/ 117 h 232"/>
                <a:gd name="T26" fmla="*/ 42 w 232"/>
                <a:gd name="T27" fmla="*/ 105 h 232"/>
                <a:gd name="T28" fmla="*/ 24 w 232"/>
                <a:gd name="T29" fmla="*/ 105 h 232"/>
                <a:gd name="T30" fmla="*/ 104 w 232"/>
                <a:gd name="T31" fmla="*/ 25 h 232"/>
                <a:gd name="T32" fmla="*/ 104 w 232"/>
                <a:gd name="T33" fmla="*/ 41 h 232"/>
                <a:gd name="T34" fmla="*/ 116 w 232"/>
                <a:gd name="T35" fmla="*/ 53 h 232"/>
                <a:gd name="T36" fmla="*/ 128 w 232"/>
                <a:gd name="T37" fmla="*/ 41 h 232"/>
                <a:gd name="T38" fmla="*/ 128 w 232"/>
                <a:gd name="T39" fmla="*/ 25 h 232"/>
                <a:gd name="T40" fmla="*/ 208 w 232"/>
                <a:gd name="T41" fmla="*/ 104 h 232"/>
                <a:gd name="T42" fmla="*/ 190 w 232"/>
                <a:gd name="T43" fmla="*/ 104 h 232"/>
                <a:gd name="T44" fmla="*/ 179 w 232"/>
                <a:gd name="T45" fmla="*/ 116 h 232"/>
                <a:gd name="T46" fmla="*/ 190 w 232"/>
                <a:gd name="T47" fmla="*/ 128 h 232"/>
                <a:gd name="T48" fmla="*/ 208 w 232"/>
                <a:gd name="T49" fmla="*/ 128 h 232"/>
                <a:gd name="T50" fmla="*/ 129 w 232"/>
                <a:gd name="T51" fmla="*/ 208 h 232"/>
                <a:gd name="T52" fmla="*/ 124 w 232"/>
                <a:gd name="T53" fmla="*/ 94 h 232"/>
                <a:gd name="T54" fmla="*/ 70 w 232"/>
                <a:gd name="T55" fmla="*/ 69 h 232"/>
                <a:gd name="T56" fmla="*/ 94 w 232"/>
                <a:gd name="T57" fmla="*/ 124 h 232"/>
                <a:gd name="T58" fmla="*/ 109 w 232"/>
                <a:gd name="T59" fmla="*/ 138 h 232"/>
                <a:gd name="T60" fmla="*/ 163 w 232"/>
                <a:gd name="T61" fmla="*/ 163 h 232"/>
                <a:gd name="T62" fmla="*/ 138 w 232"/>
                <a:gd name="T63" fmla="*/ 108 h 232"/>
                <a:gd name="T64" fmla="*/ 124 w 232"/>
                <a:gd name="T65" fmla="*/ 94 h 232"/>
                <a:gd name="T66" fmla="*/ 123 w 232"/>
                <a:gd name="T67" fmla="*/ 123 h 232"/>
                <a:gd name="T68" fmla="*/ 110 w 232"/>
                <a:gd name="T69" fmla="*/ 123 h 232"/>
                <a:gd name="T70" fmla="*/ 110 w 232"/>
                <a:gd name="T71" fmla="*/ 109 h 232"/>
                <a:gd name="T72" fmla="*/ 123 w 232"/>
                <a:gd name="T73" fmla="*/ 109 h 232"/>
                <a:gd name="T74" fmla="*/ 123 w 232"/>
                <a:gd name="T75"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2" h="232">
                  <a:moveTo>
                    <a:pt x="116" y="0"/>
                  </a:moveTo>
                  <a:cubicBezTo>
                    <a:pt x="52" y="0"/>
                    <a:pt x="0" y="52"/>
                    <a:pt x="0" y="116"/>
                  </a:cubicBezTo>
                  <a:cubicBezTo>
                    <a:pt x="0" y="180"/>
                    <a:pt x="52" y="232"/>
                    <a:pt x="116" y="232"/>
                  </a:cubicBezTo>
                  <a:cubicBezTo>
                    <a:pt x="180" y="232"/>
                    <a:pt x="232" y="180"/>
                    <a:pt x="232" y="116"/>
                  </a:cubicBezTo>
                  <a:cubicBezTo>
                    <a:pt x="232" y="52"/>
                    <a:pt x="180" y="0"/>
                    <a:pt x="116" y="0"/>
                  </a:cubicBezTo>
                  <a:close/>
                  <a:moveTo>
                    <a:pt x="129" y="208"/>
                  </a:moveTo>
                  <a:cubicBezTo>
                    <a:pt x="129" y="190"/>
                    <a:pt x="129" y="190"/>
                    <a:pt x="129" y="190"/>
                  </a:cubicBezTo>
                  <a:cubicBezTo>
                    <a:pt x="129" y="183"/>
                    <a:pt x="123" y="178"/>
                    <a:pt x="117" y="178"/>
                  </a:cubicBezTo>
                  <a:cubicBezTo>
                    <a:pt x="110" y="178"/>
                    <a:pt x="105" y="183"/>
                    <a:pt x="105" y="190"/>
                  </a:cubicBezTo>
                  <a:cubicBezTo>
                    <a:pt x="105" y="208"/>
                    <a:pt x="105" y="208"/>
                    <a:pt x="105" y="208"/>
                  </a:cubicBezTo>
                  <a:cubicBezTo>
                    <a:pt x="63" y="203"/>
                    <a:pt x="30" y="170"/>
                    <a:pt x="25" y="129"/>
                  </a:cubicBezTo>
                  <a:cubicBezTo>
                    <a:pt x="42" y="129"/>
                    <a:pt x="42" y="129"/>
                    <a:pt x="42" y="129"/>
                  </a:cubicBezTo>
                  <a:cubicBezTo>
                    <a:pt x="48" y="129"/>
                    <a:pt x="53" y="123"/>
                    <a:pt x="53" y="117"/>
                  </a:cubicBezTo>
                  <a:cubicBezTo>
                    <a:pt x="53" y="110"/>
                    <a:pt x="48" y="105"/>
                    <a:pt x="42" y="105"/>
                  </a:cubicBezTo>
                  <a:cubicBezTo>
                    <a:pt x="24" y="105"/>
                    <a:pt x="24" y="105"/>
                    <a:pt x="24" y="105"/>
                  </a:cubicBezTo>
                  <a:cubicBezTo>
                    <a:pt x="29" y="63"/>
                    <a:pt x="63" y="30"/>
                    <a:pt x="104" y="25"/>
                  </a:cubicBezTo>
                  <a:cubicBezTo>
                    <a:pt x="104" y="41"/>
                    <a:pt x="104" y="41"/>
                    <a:pt x="104" y="41"/>
                  </a:cubicBezTo>
                  <a:cubicBezTo>
                    <a:pt x="104" y="47"/>
                    <a:pt x="109" y="53"/>
                    <a:pt x="116" y="53"/>
                  </a:cubicBezTo>
                  <a:cubicBezTo>
                    <a:pt x="122" y="53"/>
                    <a:pt x="128" y="47"/>
                    <a:pt x="128" y="41"/>
                  </a:cubicBezTo>
                  <a:cubicBezTo>
                    <a:pt x="128" y="25"/>
                    <a:pt x="128" y="25"/>
                    <a:pt x="128" y="25"/>
                  </a:cubicBezTo>
                  <a:cubicBezTo>
                    <a:pt x="169" y="30"/>
                    <a:pt x="202" y="63"/>
                    <a:pt x="208" y="104"/>
                  </a:cubicBezTo>
                  <a:cubicBezTo>
                    <a:pt x="190" y="104"/>
                    <a:pt x="190" y="104"/>
                    <a:pt x="190" y="104"/>
                  </a:cubicBezTo>
                  <a:cubicBezTo>
                    <a:pt x="184" y="104"/>
                    <a:pt x="179" y="109"/>
                    <a:pt x="179" y="116"/>
                  </a:cubicBezTo>
                  <a:cubicBezTo>
                    <a:pt x="179" y="122"/>
                    <a:pt x="184" y="128"/>
                    <a:pt x="190" y="128"/>
                  </a:cubicBezTo>
                  <a:cubicBezTo>
                    <a:pt x="208" y="128"/>
                    <a:pt x="208" y="128"/>
                    <a:pt x="208" y="128"/>
                  </a:cubicBezTo>
                  <a:cubicBezTo>
                    <a:pt x="203" y="169"/>
                    <a:pt x="170" y="202"/>
                    <a:pt x="129" y="208"/>
                  </a:cubicBezTo>
                  <a:close/>
                  <a:moveTo>
                    <a:pt x="124" y="94"/>
                  </a:moveTo>
                  <a:cubicBezTo>
                    <a:pt x="70" y="69"/>
                    <a:pt x="70" y="69"/>
                    <a:pt x="70" y="69"/>
                  </a:cubicBezTo>
                  <a:cubicBezTo>
                    <a:pt x="94" y="124"/>
                    <a:pt x="94" y="124"/>
                    <a:pt x="94" y="124"/>
                  </a:cubicBezTo>
                  <a:cubicBezTo>
                    <a:pt x="97" y="129"/>
                    <a:pt x="103" y="136"/>
                    <a:pt x="109" y="138"/>
                  </a:cubicBezTo>
                  <a:cubicBezTo>
                    <a:pt x="163" y="163"/>
                    <a:pt x="163" y="163"/>
                    <a:pt x="163" y="163"/>
                  </a:cubicBezTo>
                  <a:cubicBezTo>
                    <a:pt x="138" y="108"/>
                    <a:pt x="138" y="108"/>
                    <a:pt x="138" y="108"/>
                  </a:cubicBezTo>
                  <a:cubicBezTo>
                    <a:pt x="136" y="103"/>
                    <a:pt x="130" y="96"/>
                    <a:pt x="124" y="94"/>
                  </a:cubicBezTo>
                  <a:close/>
                  <a:moveTo>
                    <a:pt x="123" y="123"/>
                  </a:moveTo>
                  <a:cubicBezTo>
                    <a:pt x="119" y="126"/>
                    <a:pt x="113" y="126"/>
                    <a:pt x="110" y="123"/>
                  </a:cubicBezTo>
                  <a:cubicBezTo>
                    <a:pt x="106" y="119"/>
                    <a:pt x="106" y="113"/>
                    <a:pt x="110" y="109"/>
                  </a:cubicBezTo>
                  <a:cubicBezTo>
                    <a:pt x="113" y="106"/>
                    <a:pt x="119" y="106"/>
                    <a:pt x="123" y="109"/>
                  </a:cubicBezTo>
                  <a:cubicBezTo>
                    <a:pt x="127" y="113"/>
                    <a:pt x="127" y="119"/>
                    <a:pt x="123" y="123"/>
                  </a:cubicBezTo>
                  <a:close/>
                </a:path>
              </a:pathLst>
            </a:custGeom>
            <a:solidFill>
              <a:schemeClr val="bg1"/>
            </a:solidFill>
            <a:ln>
              <a:noFill/>
            </a:ln>
          </p:spPr>
          <p:txBody>
            <a:bodyPr anchor="ctr"/>
            <a:lstStyle/>
            <a:p>
              <a:pPr algn="ctr"/>
              <a:endParaRPr>
                <a:cs typeface="+mn-ea"/>
                <a:sym typeface="+mn-lt"/>
              </a:endParaRPr>
            </a:p>
          </p:txBody>
        </p:sp>
        <p:sp>
          <p:nvSpPr>
            <p:cNvPr id="11" name="îšḷíḑê">
              <a:extLst>
                <a:ext uri="{FF2B5EF4-FFF2-40B4-BE49-F238E27FC236}">
                  <a16:creationId xmlns="" xmlns:a16="http://schemas.microsoft.com/office/drawing/2014/main" id="{94BB818B-EBF4-450B-B7B8-815E11E8348E}"/>
                </a:ext>
              </a:extLst>
            </p:cNvPr>
            <p:cNvSpPr/>
            <p:nvPr/>
          </p:nvSpPr>
          <p:spPr bwMode="auto">
            <a:xfrm>
              <a:off x="5530768" y="3751976"/>
              <a:ext cx="364244" cy="388526"/>
            </a:xfrm>
            <a:custGeom>
              <a:avLst/>
              <a:gdLst>
                <a:gd name="T0" fmla="*/ 41 w 45"/>
                <a:gd name="T1" fmla="*/ 48 h 48"/>
                <a:gd name="T2" fmla="*/ 0 w 45"/>
                <a:gd name="T3" fmla="*/ 44 h 48"/>
                <a:gd name="T4" fmla="*/ 3 w 45"/>
                <a:gd name="T5" fmla="*/ 7 h 48"/>
                <a:gd name="T6" fmla="*/ 7 w 45"/>
                <a:gd name="T7" fmla="*/ 4 h 48"/>
                <a:gd name="T8" fmla="*/ 13 w 45"/>
                <a:gd name="T9" fmla="*/ 0 h 48"/>
                <a:gd name="T10" fmla="*/ 17 w 45"/>
                <a:gd name="T11" fmla="*/ 7 h 48"/>
                <a:gd name="T12" fmla="*/ 27 w 45"/>
                <a:gd name="T13" fmla="*/ 4 h 48"/>
                <a:gd name="T14" fmla="*/ 33 w 45"/>
                <a:gd name="T15" fmla="*/ 0 h 48"/>
                <a:gd name="T16" fmla="*/ 38 w 45"/>
                <a:gd name="T17" fmla="*/ 7 h 48"/>
                <a:gd name="T18" fmla="*/ 45 w 45"/>
                <a:gd name="T19" fmla="*/ 10 h 48"/>
                <a:gd name="T20" fmla="*/ 11 w 45"/>
                <a:gd name="T21" fmla="*/ 25 h 48"/>
                <a:gd name="T22" fmla="*/ 3 w 45"/>
                <a:gd name="T23" fmla="*/ 17 h 48"/>
                <a:gd name="T24" fmla="*/ 11 w 45"/>
                <a:gd name="T25" fmla="*/ 25 h 48"/>
                <a:gd name="T26" fmla="*/ 11 w 45"/>
                <a:gd name="T27" fmla="*/ 26 h 48"/>
                <a:gd name="T28" fmla="*/ 3 w 45"/>
                <a:gd name="T29" fmla="*/ 35 h 48"/>
                <a:gd name="T30" fmla="*/ 11 w 45"/>
                <a:gd name="T31" fmla="*/ 44 h 48"/>
                <a:gd name="T32" fmla="*/ 3 w 45"/>
                <a:gd name="T33" fmla="*/ 37 h 48"/>
                <a:gd name="T34" fmla="*/ 11 w 45"/>
                <a:gd name="T35" fmla="*/ 44 h 48"/>
                <a:gd name="T36" fmla="*/ 13 w 45"/>
                <a:gd name="T37" fmla="*/ 3 h 48"/>
                <a:gd name="T38" fmla="*/ 10 w 45"/>
                <a:gd name="T39" fmla="*/ 4 h 48"/>
                <a:gd name="T40" fmla="*/ 11 w 45"/>
                <a:gd name="T41" fmla="*/ 13 h 48"/>
                <a:gd name="T42" fmla="*/ 14 w 45"/>
                <a:gd name="T43" fmla="*/ 12 h 48"/>
                <a:gd name="T44" fmla="*/ 21 w 45"/>
                <a:gd name="T45" fmla="*/ 25 h 48"/>
                <a:gd name="T46" fmla="*/ 13 w 45"/>
                <a:gd name="T47" fmla="*/ 17 h 48"/>
                <a:gd name="T48" fmla="*/ 21 w 45"/>
                <a:gd name="T49" fmla="*/ 25 h 48"/>
                <a:gd name="T50" fmla="*/ 21 w 45"/>
                <a:gd name="T51" fmla="*/ 26 h 48"/>
                <a:gd name="T52" fmla="*/ 13 w 45"/>
                <a:gd name="T53" fmla="*/ 35 h 48"/>
                <a:gd name="T54" fmla="*/ 21 w 45"/>
                <a:gd name="T55" fmla="*/ 44 h 48"/>
                <a:gd name="T56" fmla="*/ 13 w 45"/>
                <a:gd name="T57" fmla="*/ 37 h 48"/>
                <a:gd name="T58" fmla="*/ 21 w 45"/>
                <a:gd name="T59" fmla="*/ 44 h 48"/>
                <a:gd name="T60" fmla="*/ 32 w 45"/>
                <a:gd name="T61" fmla="*/ 17 h 48"/>
                <a:gd name="T62" fmla="*/ 23 w 45"/>
                <a:gd name="T63" fmla="*/ 25 h 48"/>
                <a:gd name="T64" fmla="*/ 32 w 45"/>
                <a:gd name="T65" fmla="*/ 35 h 48"/>
                <a:gd name="T66" fmla="*/ 23 w 45"/>
                <a:gd name="T67" fmla="*/ 26 h 48"/>
                <a:gd name="T68" fmla="*/ 32 w 45"/>
                <a:gd name="T69" fmla="*/ 35 h 48"/>
                <a:gd name="T70" fmla="*/ 32 w 45"/>
                <a:gd name="T71" fmla="*/ 37 h 48"/>
                <a:gd name="T72" fmla="*/ 23 w 45"/>
                <a:gd name="T73" fmla="*/ 44 h 48"/>
                <a:gd name="T74" fmla="*/ 34 w 45"/>
                <a:gd name="T75" fmla="*/ 4 h 48"/>
                <a:gd name="T76" fmla="*/ 32 w 45"/>
                <a:gd name="T77" fmla="*/ 3 h 48"/>
                <a:gd name="T78" fmla="*/ 31 w 45"/>
                <a:gd name="T79" fmla="*/ 12 h 48"/>
                <a:gd name="T80" fmla="*/ 33 w 45"/>
                <a:gd name="T81" fmla="*/ 13 h 48"/>
                <a:gd name="T82" fmla="*/ 34 w 45"/>
                <a:gd name="T83" fmla="*/ 4 h 48"/>
                <a:gd name="T84" fmla="*/ 41 w 45"/>
                <a:gd name="T85" fmla="*/ 17 h 48"/>
                <a:gd name="T86" fmla="*/ 33 w 45"/>
                <a:gd name="T87" fmla="*/ 25 h 48"/>
                <a:gd name="T88" fmla="*/ 41 w 45"/>
                <a:gd name="T89" fmla="*/ 35 h 48"/>
                <a:gd name="T90" fmla="*/ 33 w 45"/>
                <a:gd name="T91" fmla="*/ 26 h 48"/>
                <a:gd name="T92" fmla="*/ 41 w 45"/>
                <a:gd name="T93" fmla="*/ 35 h 48"/>
                <a:gd name="T94" fmla="*/ 41 w 45"/>
                <a:gd name="T95" fmla="*/ 37 h 48"/>
                <a:gd name="T96" fmla="*/ 33 w 45"/>
                <a:gd name="T97" fmla="*/ 4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5" h="48">
                  <a:moveTo>
                    <a:pt x="45" y="44"/>
                  </a:moveTo>
                  <a:cubicBezTo>
                    <a:pt x="45" y="46"/>
                    <a:pt x="43" y="48"/>
                    <a:pt x="41" y="48"/>
                  </a:cubicBezTo>
                  <a:cubicBezTo>
                    <a:pt x="3" y="48"/>
                    <a:pt x="3" y="48"/>
                    <a:pt x="3" y="48"/>
                  </a:cubicBezTo>
                  <a:cubicBezTo>
                    <a:pt x="1" y="48"/>
                    <a:pt x="0" y="46"/>
                    <a:pt x="0" y="44"/>
                  </a:cubicBezTo>
                  <a:cubicBezTo>
                    <a:pt x="0" y="10"/>
                    <a:pt x="0" y="10"/>
                    <a:pt x="0" y="10"/>
                  </a:cubicBezTo>
                  <a:cubicBezTo>
                    <a:pt x="0" y="8"/>
                    <a:pt x="1" y="7"/>
                    <a:pt x="3" y="7"/>
                  </a:cubicBezTo>
                  <a:cubicBezTo>
                    <a:pt x="7" y="7"/>
                    <a:pt x="7" y="7"/>
                    <a:pt x="7" y="7"/>
                  </a:cubicBezTo>
                  <a:cubicBezTo>
                    <a:pt x="7" y="4"/>
                    <a:pt x="7" y="4"/>
                    <a:pt x="7" y="4"/>
                  </a:cubicBezTo>
                  <a:cubicBezTo>
                    <a:pt x="7" y="2"/>
                    <a:pt x="9" y="0"/>
                    <a:pt x="11" y="0"/>
                  </a:cubicBezTo>
                  <a:cubicBezTo>
                    <a:pt x="13" y="0"/>
                    <a:pt x="13" y="0"/>
                    <a:pt x="13" y="0"/>
                  </a:cubicBezTo>
                  <a:cubicBezTo>
                    <a:pt x="15" y="0"/>
                    <a:pt x="17" y="2"/>
                    <a:pt x="17" y="4"/>
                  </a:cubicBezTo>
                  <a:cubicBezTo>
                    <a:pt x="17" y="7"/>
                    <a:pt x="17" y="7"/>
                    <a:pt x="17" y="7"/>
                  </a:cubicBezTo>
                  <a:cubicBezTo>
                    <a:pt x="27" y="7"/>
                    <a:pt x="27" y="7"/>
                    <a:pt x="27" y="7"/>
                  </a:cubicBezTo>
                  <a:cubicBezTo>
                    <a:pt x="27" y="4"/>
                    <a:pt x="27" y="4"/>
                    <a:pt x="27" y="4"/>
                  </a:cubicBezTo>
                  <a:cubicBezTo>
                    <a:pt x="27" y="2"/>
                    <a:pt x="29" y="0"/>
                    <a:pt x="32" y="0"/>
                  </a:cubicBezTo>
                  <a:cubicBezTo>
                    <a:pt x="33" y="0"/>
                    <a:pt x="33" y="0"/>
                    <a:pt x="33" y="0"/>
                  </a:cubicBezTo>
                  <a:cubicBezTo>
                    <a:pt x="36" y="0"/>
                    <a:pt x="38" y="2"/>
                    <a:pt x="38" y="4"/>
                  </a:cubicBezTo>
                  <a:cubicBezTo>
                    <a:pt x="38" y="7"/>
                    <a:pt x="38" y="7"/>
                    <a:pt x="38" y="7"/>
                  </a:cubicBezTo>
                  <a:cubicBezTo>
                    <a:pt x="41" y="7"/>
                    <a:pt x="41" y="7"/>
                    <a:pt x="41" y="7"/>
                  </a:cubicBezTo>
                  <a:cubicBezTo>
                    <a:pt x="43" y="7"/>
                    <a:pt x="45" y="8"/>
                    <a:pt x="45" y="10"/>
                  </a:cubicBezTo>
                  <a:lnTo>
                    <a:pt x="45" y="44"/>
                  </a:lnTo>
                  <a:close/>
                  <a:moveTo>
                    <a:pt x="11" y="25"/>
                  </a:moveTo>
                  <a:cubicBezTo>
                    <a:pt x="11" y="17"/>
                    <a:pt x="11" y="17"/>
                    <a:pt x="11" y="17"/>
                  </a:cubicBezTo>
                  <a:cubicBezTo>
                    <a:pt x="3" y="17"/>
                    <a:pt x="3" y="17"/>
                    <a:pt x="3" y="17"/>
                  </a:cubicBezTo>
                  <a:cubicBezTo>
                    <a:pt x="3" y="25"/>
                    <a:pt x="3" y="25"/>
                    <a:pt x="3" y="25"/>
                  </a:cubicBezTo>
                  <a:lnTo>
                    <a:pt x="11" y="25"/>
                  </a:lnTo>
                  <a:close/>
                  <a:moveTo>
                    <a:pt x="11" y="35"/>
                  </a:moveTo>
                  <a:cubicBezTo>
                    <a:pt x="11" y="26"/>
                    <a:pt x="11" y="26"/>
                    <a:pt x="11" y="26"/>
                  </a:cubicBezTo>
                  <a:cubicBezTo>
                    <a:pt x="3" y="26"/>
                    <a:pt x="3" y="26"/>
                    <a:pt x="3" y="26"/>
                  </a:cubicBezTo>
                  <a:cubicBezTo>
                    <a:pt x="3" y="35"/>
                    <a:pt x="3" y="35"/>
                    <a:pt x="3" y="35"/>
                  </a:cubicBezTo>
                  <a:lnTo>
                    <a:pt x="11" y="35"/>
                  </a:lnTo>
                  <a:close/>
                  <a:moveTo>
                    <a:pt x="11" y="44"/>
                  </a:moveTo>
                  <a:cubicBezTo>
                    <a:pt x="11" y="37"/>
                    <a:pt x="11" y="37"/>
                    <a:pt x="11" y="37"/>
                  </a:cubicBezTo>
                  <a:cubicBezTo>
                    <a:pt x="3" y="37"/>
                    <a:pt x="3" y="37"/>
                    <a:pt x="3" y="37"/>
                  </a:cubicBezTo>
                  <a:cubicBezTo>
                    <a:pt x="3" y="44"/>
                    <a:pt x="3" y="44"/>
                    <a:pt x="3" y="44"/>
                  </a:cubicBezTo>
                  <a:lnTo>
                    <a:pt x="11" y="44"/>
                  </a:lnTo>
                  <a:close/>
                  <a:moveTo>
                    <a:pt x="14" y="4"/>
                  </a:moveTo>
                  <a:cubicBezTo>
                    <a:pt x="14" y="4"/>
                    <a:pt x="13" y="3"/>
                    <a:pt x="13" y="3"/>
                  </a:cubicBezTo>
                  <a:cubicBezTo>
                    <a:pt x="11" y="3"/>
                    <a:pt x="11" y="3"/>
                    <a:pt x="11" y="3"/>
                  </a:cubicBezTo>
                  <a:cubicBezTo>
                    <a:pt x="11" y="3"/>
                    <a:pt x="10" y="4"/>
                    <a:pt x="10" y="4"/>
                  </a:cubicBezTo>
                  <a:cubicBezTo>
                    <a:pt x="10" y="12"/>
                    <a:pt x="10" y="12"/>
                    <a:pt x="10" y="12"/>
                  </a:cubicBezTo>
                  <a:cubicBezTo>
                    <a:pt x="10" y="12"/>
                    <a:pt x="11" y="13"/>
                    <a:pt x="11" y="13"/>
                  </a:cubicBezTo>
                  <a:cubicBezTo>
                    <a:pt x="13" y="13"/>
                    <a:pt x="13" y="13"/>
                    <a:pt x="13" y="13"/>
                  </a:cubicBezTo>
                  <a:cubicBezTo>
                    <a:pt x="13" y="13"/>
                    <a:pt x="14" y="12"/>
                    <a:pt x="14" y="12"/>
                  </a:cubicBezTo>
                  <a:lnTo>
                    <a:pt x="14" y="4"/>
                  </a:lnTo>
                  <a:close/>
                  <a:moveTo>
                    <a:pt x="21" y="25"/>
                  </a:moveTo>
                  <a:cubicBezTo>
                    <a:pt x="21" y="17"/>
                    <a:pt x="21" y="17"/>
                    <a:pt x="21" y="17"/>
                  </a:cubicBezTo>
                  <a:cubicBezTo>
                    <a:pt x="13" y="17"/>
                    <a:pt x="13" y="17"/>
                    <a:pt x="13" y="17"/>
                  </a:cubicBezTo>
                  <a:cubicBezTo>
                    <a:pt x="13" y="25"/>
                    <a:pt x="13" y="25"/>
                    <a:pt x="13" y="25"/>
                  </a:cubicBezTo>
                  <a:lnTo>
                    <a:pt x="21" y="25"/>
                  </a:lnTo>
                  <a:close/>
                  <a:moveTo>
                    <a:pt x="21" y="35"/>
                  </a:moveTo>
                  <a:cubicBezTo>
                    <a:pt x="21" y="26"/>
                    <a:pt x="21" y="26"/>
                    <a:pt x="21" y="26"/>
                  </a:cubicBezTo>
                  <a:cubicBezTo>
                    <a:pt x="13" y="26"/>
                    <a:pt x="13" y="26"/>
                    <a:pt x="13" y="26"/>
                  </a:cubicBezTo>
                  <a:cubicBezTo>
                    <a:pt x="13" y="35"/>
                    <a:pt x="13" y="35"/>
                    <a:pt x="13" y="35"/>
                  </a:cubicBezTo>
                  <a:lnTo>
                    <a:pt x="21" y="35"/>
                  </a:lnTo>
                  <a:close/>
                  <a:moveTo>
                    <a:pt x="21" y="44"/>
                  </a:moveTo>
                  <a:cubicBezTo>
                    <a:pt x="21" y="37"/>
                    <a:pt x="21" y="37"/>
                    <a:pt x="21" y="37"/>
                  </a:cubicBezTo>
                  <a:cubicBezTo>
                    <a:pt x="13" y="37"/>
                    <a:pt x="13" y="37"/>
                    <a:pt x="13" y="37"/>
                  </a:cubicBezTo>
                  <a:cubicBezTo>
                    <a:pt x="13" y="44"/>
                    <a:pt x="13" y="44"/>
                    <a:pt x="13" y="44"/>
                  </a:cubicBezTo>
                  <a:lnTo>
                    <a:pt x="21" y="44"/>
                  </a:lnTo>
                  <a:close/>
                  <a:moveTo>
                    <a:pt x="32" y="25"/>
                  </a:moveTo>
                  <a:cubicBezTo>
                    <a:pt x="32" y="17"/>
                    <a:pt x="32" y="17"/>
                    <a:pt x="32" y="17"/>
                  </a:cubicBezTo>
                  <a:cubicBezTo>
                    <a:pt x="23" y="17"/>
                    <a:pt x="23" y="17"/>
                    <a:pt x="23" y="17"/>
                  </a:cubicBezTo>
                  <a:cubicBezTo>
                    <a:pt x="23" y="25"/>
                    <a:pt x="23" y="25"/>
                    <a:pt x="23" y="25"/>
                  </a:cubicBezTo>
                  <a:lnTo>
                    <a:pt x="32" y="25"/>
                  </a:lnTo>
                  <a:close/>
                  <a:moveTo>
                    <a:pt x="32" y="35"/>
                  </a:moveTo>
                  <a:cubicBezTo>
                    <a:pt x="32" y="26"/>
                    <a:pt x="32" y="26"/>
                    <a:pt x="32" y="26"/>
                  </a:cubicBezTo>
                  <a:cubicBezTo>
                    <a:pt x="23" y="26"/>
                    <a:pt x="23" y="26"/>
                    <a:pt x="23" y="26"/>
                  </a:cubicBezTo>
                  <a:cubicBezTo>
                    <a:pt x="23" y="35"/>
                    <a:pt x="23" y="35"/>
                    <a:pt x="23" y="35"/>
                  </a:cubicBezTo>
                  <a:lnTo>
                    <a:pt x="32" y="35"/>
                  </a:lnTo>
                  <a:close/>
                  <a:moveTo>
                    <a:pt x="32" y="44"/>
                  </a:moveTo>
                  <a:cubicBezTo>
                    <a:pt x="32" y="37"/>
                    <a:pt x="32" y="37"/>
                    <a:pt x="32" y="37"/>
                  </a:cubicBezTo>
                  <a:cubicBezTo>
                    <a:pt x="23" y="37"/>
                    <a:pt x="23" y="37"/>
                    <a:pt x="23" y="37"/>
                  </a:cubicBezTo>
                  <a:cubicBezTo>
                    <a:pt x="23" y="44"/>
                    <a:pt x="23" y="44"/>
                    <a:pt x="23" y="44"/>
                  </a:cubicBezTo>
                  <a:lnTo>
                    <a:pt x="32" y="44"/>
                  </a:lnTo>
                  <a:close/>
                  <a:moveTo>
                    <a:pt x="34" y="4"/>
                  </a:moveTo>
                  <a:cubicBezTo>
                    <a:pt x="34" y="4"/>
                    <a:pt x="34" y="3"/>
                    <a:pt x="33" y="3"/>
                  </a:cubicBezTo>
                  <a:cubicBezTo>
                    <a:pt x="32" y="3"/>
                    <a:pt x="32" y="3"/>
                    <a:pt x="32" y="3"/>
                  </a:cubicBezTo>
                  <a:cubicBezTo>
                    <a:pt x="31" y="3"/>
                    <a:pt x="31" y="4"/>
                    <a:pt x="31" y="4"/>
                  </a:cubicBezTo>
                  <a:cubicBezTo>
                    <a:pt x="31" y="12"/>
                    <a:pt x="31" y="12"/>
                    <a:pt x="31" y="12"/>
                  </a:cubicBezTo>
                  <a:cubicBezTo>
                    <a:pt x="31" y="12"/>
                    <a:pt x="31" y="13"/>
                    <a:pt x="32" y="13"/>
                  </a:cubicBezTo>
                  <a:cubicBezTo>
                    <a:pt x="33" y="13"/>
                    <a:pt x="33" y="13"/>
                    <a:pt x="33" y="13"/>
                  </a:cubicBezTo>
                  <a:cubicBezTo>
                    <a:pt x="34" y="13"/>
                    <a:pt x="34" y="12"/>
                    <a:pt x="34" y="12"/>
                  </a:cubicBezTo>
                  <a:lnTo>
                    <a:pt x="34" y="4"/>
                  </a:lnTo>
                  <a:close/>
                  <a:moveTo>
                    <a:pt x="41" y="25"/>
                  </a:moveTo>
                  <a:cubicBezTo>
                    <a:pt x="41" y="17"/>
                    <a:pt x="41" y="17"/>
                    <a:pt x="41" y="17"/>
                  </a:cubicBezTo>
                  <a:cubicBezTo>
                    <a:pt x="33" y="17"/>
                    <a:pt x="33" y="17"/>
                    <a:pt x="33" y="17"/>
                  </a:cubicBezTo>
                  <a:cubicBezTo>
                    <a:pt x="33" y="25"/>
                    <a:pt x="33" y="25"/>
                    <a:pt x="33" y="25"/>
                  </a:cubicBezTo>
                  <a:lnTo>
                    <a:pt x="41" y="25"/>
                  </a:lnTo>
                  <a:close/>
                  <a:moveTo>
                    <a:pt x="41" y="35"/>
                  </a:moveTo>
                  <a:cubicBezTo>
                    <a:pt x="41" y="26"/>
                    <a:pt x="41" y="26"/>
                    <a:pt x="41" y="26"/>
                  </a:cubicBezTo>
                  <a:cubicBezTo>
                    <a:pt x="33" y="26"/>
                    <a:pt x="33" y="26"/>
                    <a:pt x="33" y="26"/>
                  </a:cubicBezTo>
                  <a:cubicBezTo>
                    <a:pt x="33" y="35"/>
                    <a:pt x="33" y="35"/>
                    <a:pt x="33" y="35"/>
                  </a:cubicBezTo>
                  <a:lnTo>
                    <a:pt x="41" y="35"/>
                  </a:lnTo>
                  <a:close/>
                  <a:moveTo>
                    <a:pt x="41" y="44"/>
                  </a:moveTo>
                  <a:cubicBezTo>
                    <a:pt x="41" y="37"/>
                    <a:pt x="41" y="37"/>
                    <a:pt x="41" y="37"/>
                  </a:cubicBezTo>
                  <a:cubicBezTo>
                    <a:pt x="33" y="37"/>
                    <a:pt x="33" y="37"/>
                    <a:pt x="33" y="37"/>
                  </a:cubicBezTo>
                  <a:cubicBezTo>
                    <a:pt x="33" y="44"/>
                    <a:pt x="33" y="44"/>
                    <a:pt x="33" y="44"/>
                  </a:cubicBezTo>
                  <a:lnTo>
                    <a:pt x="41" y="44"/>
                  </a:lnTo>
                  <a:close/>
                </a:path>
              </a:pathLst>
            </a:custGeom>
            <a:solidFill>
              <a:schemeClr val="bg1"/>
            </a:solidFill>
            <a:ln>
              <a:noFill/>
            </a:ln>
          </p:spPr>
          <p:txBody>
            <a:bodyPr anchor="ctr"/>
            <a:lstStyle/>
            <a:p>
              <a:pPr algn="ctr"/>
              <a:endParaRPr>
                <a:cs typeface="+mn-ea"/>
                <a:sym typeface="+mn-lt"/>
              </a:endParaRPr>
            </a:p>
          </p:txBody>
        </p:sp>
      </p:grpSp>
      <p:grpSp>
        <p:nvGrpSpPr>
          <p:cNvPr id="3" name="组合 2">
            <a:extLst>
              <a:ext uri="{FF2B5EF4-FFF2-40B4-BE49-F238E27FC236}">
                <a16:creationId xmlns="" xmlns:a16="http://schemas.microsoft.com/office/drawing/2014/main" id="{0E289057-5F31-4E72-A582-8B8F53EEB7BC}"/>
              </a:ext>
            </a:extLst>
          </p:cNvPr>
          <p:cNvGrpSpPr/>
          <p:nvPr/>
        </p:nvGrpSpPr>
        <p:grpSpPr>
          <a:xfrm>
            <a:off x="1081461" y="2658858"/>
            <a:ext cx="10106954" cy="3422983"/>
            <a:chOff x="1081461" y="2658858"/>
            <a:chExt cx="10106954" cy="3422983"/>
          </a:xfrm>
        </p:grpSpPr>
        <p:sp>
          <p:nvSpPr>
            <p:cNvPr id="24" name="iSḻiḓe">
              <a:extLst>
                <a:ext uri="{FF2B5EF4-FFF2-40B4-BE49-F238E27FC236}">
                  <a16:creationId xmlns="" xmlns:a16="http://schemas.microsoft.com/office/drawing/2014/main" id="{B4CDBB85-85C8-4842-9A3B-F555BDF8EBC7}"/>
                </a:ext>
              </a:extLst>
            </p:cNvPr>
            <p:cNvSpPr/>
            <p:nvPr/>
          </p:nvSpPr>
          <p:spPr bwMode="auto">
            <a:xfrm>
              <a:off x="1081461" y="3195290"/>
              <a:ext cx="3031978" cy="780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400" dirty="0">
                  <a:cs typeface="+mn-ea"/>
                  <a:sym typeface="+mn-lt"/>
                </a:rPr>
                <a:t>输入替换内容文本输入替换内容文本输入替换内容文本</a:t>
              </a:r>
              <a:endParaRPr lang="en-US" altLang="zh-CN" sz="1400" dirty="0">
                <a:cs typeface="+mn-ea"/>
                <a:sym typeface="+mn-lt"/>
              </a:endParaRPr>
            </a:p>
            <a:p>
              <a:pPr>
                <a:lnSpc>
                  <a:spcPct val="120000"/>
                </a:lnSpc>
              </a:pPr>
              <a:r>
                <a:rPr lang="en-US" altLang="zh-CN" sz="1400" dirty="0">
                  <a:cs typeface="+mn-ea"/>
                  <a:sym typeface="+mn-lt"/>
                </a:rPr>
                <a:t>… …</a:t>
              </a:r>
            </a:p>
          </p:txBody>
        </p:sp>
        <p:sp>
          <p:nvSpPr>
            <p:cNvPr id="25" name="íSļiḓê">
              <a:extLst>
                <a:ext uri="{FF2B5EF4-FFF2-40B4-BE49-F238E27FC236}">
                  <a16:creationId xmlns="" xmlns:a16="http://schemas.microsoft.com/office/drawing/2014/main" id="{75E50E58-917F-4B69-A1D9-F9ED28D5A997}"/>
                </a:ext>
              </a:extLst>
            </p:cNvPr>
            <p:cNvSpPr txBox="1"/>
            <p:nvPr/>
          </p:nvSpPr>
          <p:spPr bwMode="auto">
            <a:xfrm>
              <a:off x="1081461" y="2658858"/>
              <a:ext cx="3031978" cy="536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10000"/>
                </a:lnSpc>
                <a:spcBef>
                  <a:spcPct val="0"/>
                </a:spcBef>
              </a:pPr>
              <a:r>
                <a:rPr lang="zh-CN" altLang="en-US" sz="1800" b="1" dirty="0">
                  <a:cs typeface="+mn-ea"/>
                  <a:sym typeface="+mn-lt"/>
                </a:rPr>
                <a:t>输入标题</a:t>
              </a:r>
              <a:endParaRPr lang="en-US" altLang="zh-CN" sz="1800" b="1" dirty="0">
                <a:cs typeface="+mn-ea"/>
                <a:sym typeface="+mn-lt"/>
              </a:endParaRPr>
            </a:p>
          </p:txBody>
        </p:sp>
        <p:sp>
          <p:nvSpPr>
            <p:cNvPr id="22" name="îṥliḍè">
              <a:extLst>
                <a:ext uri="{FF2B5EF4-FFF2-40B4-BE49-F238E27FC236}">
                  <a16:creationId xmlns="" xmlns:a16="http://schemas.microsoft.com/office/drawing/2014/main" id="{1807A1B9-71B4-4268-8392-C1C9F3C5BCAA}"/>
                </a:ext>
              </a:extLst>
            </p:cNvPr>
            <p:cNvSpPr/>
            <p:nvPr/>
          </p:nvSpPr>
          <p:spPr bwMode="auto">
            <a:xfrm>
              <a:off x="1081461" y="5301655"/>
              <a:ext cx="3031978" cy="780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400" dirty="0">
                  <a:cs typeface="+mn-ea"/>
                  <a:sym typeface="+mn-lt"/>
                </a:rPr>
                <a:t>输入替换内容文本输入替换内容文本输入替换内容文本</a:t>
              </a:r>
              <a:endParaRPr lang="en-US" altLang="zh-CN" sz="1400" dirty="0">
                <a:cs typeface="+mn-ea"/>
                <a:sym typeface="+mn-lt"/>
              </a:endParaRPr>
            </a:p>
            <a:p>
              <a:pPr>
                <a:lnSpc>
                  <a:spcPct val="120000"/>
                </a:lnSpc>
              </a:pPr>
              <a:r>
                <a:rPr lang="en-US" altLang="zh-CN" sz="1400" dirty="0">
                  <a:cs typeface="+mn-ea"/>
                  <a:sym typeface="+mn-lt"/>
                </a:rPr>
                <a:t>… …</a:t>
              </a:r>
            </a:p>
          </p:txBody>
        </p:sp>
        <p:sp>
          <p:nvSpPr>
            <p:cNvPr id="23" name="íšliďe">
              <a:extLst>
                <a:ext uri="{FF2B5EF4-FFF2-40B4-BE49-F238E27FC236}">
                  <a16:creationId xmlns="" xmlns:a16="http://schemas.microsoft.com/office/drawing/2014/main" id="{B0BCE66F-5A05-4818-B767-FF95614B12D2}"/>
                </a:ext>
              </a:extLst>
            </p:cNvPr>
            <p:cNvSpPr txBox="1"/>
            <p:nvPr/>
          </p:nvSpPr>
          <p:spPr bwMode="auto">
            <a:xfrm>
              <a:off x="1081461" y="4765223"/>
              <a:ext cx="3031978" cy="536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10000"/>
                </a:lnSpc>
                <a:spcBef>
                  <a:spcPct val="0"/>
                </a:spcBef>
              </a:pPr>
              <a:r>
                <a:rPr lang="zh-CN" altLang="en-US" sz="1800" b="1" dirty="0">
                  <a:cs typeface="+mn-ea"/>
                  <a:sym typeface="+mn-lt"/>
                </a:rPr>
                <a:t>输入标题</a:t>
              </a:r>
              <a:endParaRPr lang="en-US" altLang="zh-CN" sz="1800" b="1" dirty="0">
                <a:cs typeface="+mn-ea"/>
                <a:sym typeface="+mn-lt"/>
              </a:endParaRPr>
            </a:p>
          </p:txBody>
        </p:sp>
        <p:sp>
          <p:nvSpPr>
            <p:cNvPr id="20" name="íŝḻïḑe">
              <a:extLst>
                <a:ext uri="{FF2B5EF4-FFF2-40B4-BE49-F238E27FC236}">
                  <a16:creationId xmlns="" xmlns:a16="http://schemas.microsoft.com/office/drawing/2014/main" id="{F9F33D61-C6D1-40A8-AEF6-2E8871F2E74B}"/>
                </a:ext>
              </a:extLst>
            </p:cNvPr>
            <p:cNvSpPr/>
            <p:nvPr/>
          </p:nvSpPr>
          <p:spPr bwMode="auto">
            <a:xfrm>
              <a:off x="8156437" y="3198902"/>
              <a:ext cx="3031978" cy="780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a:lnSpc>
                  <a:spcPct val="120000"/>
                </a:lnSpc>
              </a:pPr>
              <a:r>
                <a:rPr lang="zh-CN" altLang="en-US" sz="1400" dirty="0">
                  <a:cs typeface="+mn-ea"/>
                  <a:sym typeface="+mn-lt"/>
                </a:rPr>
                <a:t>输入替换内容文本输入替换内容文本输入替换内容文本</a:t>
              </a:r>
              <a:endParaRPr lang="en-US" altLang="zh-CN" sz="1400" dirty="0">
                <a:cs typeface="+mn-ea"/>
                <a:sym typeface="+mn-lt"/>
              </a:endParaRPr>
            </a:p>
            <a:p>
              <a:pPr algn="r">
                <a:lnSpc>
                  <a:spcPct val="120000"/>
                </a:lnSpc>
              </a:pPr>
              <a:r>
                <a:rPr lang="en-US" altLang="zh-CN" sz="1400" dirty="0">
                  <a:cs typeface="+mn-ea"/>
                  <a:sym typeface="+mn-lt"/>
                </a:rPr>
                <a:t>… …</a:t>
              </a:r>
            </a:p>
          </p:txBody>
        </p:sp>
        <p:sp>
          <p:nvSpPr>
            <p:cNvPr id="21" name="íṣľîḓé">
              <a:extLst>
                <a:ext uri="{FF2B5EF4-FFF2-40B4-BE49-F238E27FC236}">
                  <a16:creationId xmlns="" xmlns:a16="http://schemas.microsoft.com/office/drawing/2014/main" id="{8C7B3530-1762-4773-A960-033913FF4348}"/>
                </a:ext>
              </a:extLst>
            </p:cNvPr>
            <p:cNvSpPr txBox="1"/>
            <p:nvPr/>
          </p:nvSpPr>
          <p:spPr bwMode="auto">
            <a:xfrm>
              <a:off x="8156437" y="2662470"/>
              <a:ext cx="3031978" cy="536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a:lnSpc>
                  <a:spcPct val="110000"/>
                </a:lnSpc>
                <a:spcBef>
                  <a:spcPct val="0"/>
                </a:spcBef>
              </a:pPr>
              <a:r>
                <a:rPr lang="zh-CN" altLang="en-US" sz="1800" b="1" dirty="0">
                  <a:cs typeface="+mn-ea"/>
                  <a:sym typeface="+mn-lt"/>
                </a:rPr>
                <a:t>输入标题</a:t>
              </a:r>
              <a:endParaRPr lang="en-US" altLang="zh-CN" sz="1800" b="1" dirty="0">
                <a:cs typeface="+mn-ea"/>
                <a:sym typeface="+mn-lt"/>
              </a:endParaRPr>
            </a:p>
          </p:txBody>
        </p:sp>
        <p:sp>
          <p:nvSpPr>
            <p:cNvPr id="18" name="ïšľïḋê">
              <a:extLst>
                <a:ext uri="{FF2B5EF4-FFF2-40B4-BE49-F238E27FC236}">
                  <a16:creationId xmlns="" xmlns:a16="http://schemas.microsoft.com/office/drawing/2014/main" id="{D7D7F2E9-ABF6-4B77-A583-25C0E2A2ECC8}"/>
                </a:ext>
              </a:extLst>
            </p:cNvPr>
            <p:cNvSpPr/>
            <p:nvPr/>
          </p:nvSpPr>
          <p:spPr bwMode="auto">
            <a:xfrm>
              <a:off x="8156437" y="5301655"/>
              <a:ext cx="3031978" cy="780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a:lnSpc>
                  <a:spcPct val="120000"/>
                </a:lnSpc>
              </a:pPr>
              <a:r>
                <a:rPr lang="zh-CN" altLang="en-US" sz="1400" dirty="0">
                  <a:cs typeface="+mn-ea"/>
                  <a:sym typeface="+mn-lt"/>
                </a:rPr>
                <a:t>输入替换内容文本输入替换内容文本输入替换内容文本</a:t>
              </a:r>
              <a:endParaRPr lang="en-US" altLang="zh-CN" sz="1400" dirty="0">
                <a:cs typeface="+mn-ea"/>
                <a:sym typeface="+mn-lt"/>
              </a:endParaRPr>
            </a:p>
            <a:p>
              <a:pPr algn="r">
                <a:lnSpc>
                  <a:spcPct val="120000"/>
                </a:lnSpc>
              </a:pPr>
              <a:r>
                <a:rPr lang="en-US" altLang="zh-CN" sz="1400" dirty="0">
                  <a:cs typeface="+mn-ea"/>
                  <a:sym typeface="+mn-lt"/>
                </a:rPr>
                <a:t>… …</a:t>
              </a:r>
            </a:p>
          </p:txBody>
        </p:sp>
        <p:sp>
          <p:nvSpPr>
            <p:cNvPr id="19" name="íślïďe">
              <a:extLst>
                <a:ext uri="{FF2B5EF4-FFF2-40B4-BE49-F238E27FC236}">
                  <a16:creationId xmlns="" xmlns:a16="http://schemas.microsoft.com/office/drawing/2014/main" id="{ADE37C7B-6B98-4B93-93E2-14365F3A86B7}"/>
                </a:ext>
              </a:extLst>
            </p:cNvPr>
            <p:cNvSpPr txBox="1"/>
            <p:nvPr/>
          </p:nvSpPr>
          <p:spPr bwMode="auto">
            <a:xfrm>
              <a:off x="8156437" y="4765223"/>
              <a:ext cx="3031978" cy="536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a:lnSpc>
                  <a:spcPct val="110000"/>
                </a:lnSpc>
                <a:spcBef>
                  <a:spcPct val="0"/>
                </a:spcBef>
              </a:pPr>
              <a:r>
                <a:rPr lang="zh-CN" altLang="en-US" sz="1800" b="1" dirty="0">
                  <a:cs typeface="+mn-ea"/>
                  <a:sym typeface="+mn-lt"/>
                </a:rPr>
                <a:t>输入标题</a:t>
              </a:r>
              <a:endParaRPr lang="en-US" altLang="zh-CN" sz="1800" b="1" dirty="0">
                <a:cs typeface="+mn-ea"/>
                <a:sym typeface="+mn-lt"/>
              </a:endParaRPr>
            </a:p>
          </p:txBody>
        </p:sp>
        <p:cxnSp>
          <p:nvCxnSpPr>
            <p:cNvPr id="16" name="直接连接符 15">
              <a:extLst>
                <a:ext uri="{FF2B5EF4-FFF2-40B4-BE49-F238E27FC236}">
                  <a16:creationId xmlns="" xmlns:a16="http://schemas.microsoft.com/office/drawing/2014/main" id="{C3CD5665-1270-4CB0-8E69-B63401B3F279}"/>
                </a:ext>
              </a:extLst>
            </p:cNvPr>
            <p:cNvCxnSpPr>
              <a:cxnSpLocks/>
            </p:cNvCxnSpPr>
            <p:nvPr/>
          </p:nvCxnSpPr>
          <p:spPr>
            <a:xfrm flipV="1">
              <a:off x="1229193" y="4241123"/>
              <a:ext cx="3216126" cy="30971"/>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 xmlns:a16="http://schemas.microsoft.com/office/drawing/2014/main" id="{3CA01DC6-F0A5-4E15-BBCA-493BE88AA3D1}"/>
                </a:ext>
              </a:extLst>
            </p:cNvPr>
            <p:cNvCxnSpPr>
              <a:cxnSpLocks/>
            </p:cNvCxnSpPr>
            <p:nvPr/>
          </p:nvCxnSpPr>
          <p:spPr>
            <a:xfrm flipV="1">
              <a:off x="7733981" y="4209214"/>
              <a:ext cx="3454434" cy="4877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357785027"/>
      </p:ext>
    </p:extLst>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 xmlns:a16="http://schemas.microsoft.com/office/drawing/2014/main" id="{3A94C8EA-13A4-48A8-AD4D-2059D466ADC3}"/>
              </a:ext>
            </a:extLst>
          </p:cNvPr>
          <p:cNvGrpSpPr/>
          <p:nvPr/>
        </p:nvGrpSpPr>
        <p:grpSpPr>
          <a:xfrm>
            <a:off x="-294505" y="-655782"/>
            <a:ext cx="12781010" cy="7513782"/>
            <a:chOff x="-286327" y="-655782"/>
            <a:chExt cx="12781010" cy="7513782"/>
          </a:xfrm>
        </p:grpSpPr>
        <p:grpSp>
          <p:nvGrpSpPr>
            <p:cNvPr id="12" name="组合 11">
              <a:extLst>
                <a:ext uri="{FF2B5EF4-FFF2-40B4-BE49-F238E27FC236}">
                  <a16:creationId xmlns="" xmlns:a16="http://schemas.microsoft.com/office/drawing/2014/main" id="{63BCB666-C8FA-4CA3-8FE2-B4920E2ADF1E}"/>
                </a:ext>
              </a:extLst>
            </p:cNvPr>
            <p:cNvGrpSpPr/>
            <p:nvPr/>
          </p:nvGrpSpPr>
          <p:grpSpPr>
            <a:xfrm>
              <a:off x="-286327" y="-520339"/>
              <a:ext cx="12478327" cy="7378339"/>
              <a:chOff x="-286327" y="-520339"/>
              <a:chExt cx="12478327" cy="7378339"/>
            </a:xfrm>
          </p:grpSpPr>
          <p:grpSp>
            <p:nvGrpSpPr>
              <p:cNvPr id="10" name="组合 9">
                <a:extLst>
                  <a:ext uri="{FF2B5EF4-FFF2-40B4-BE49-F238E27FC236}">
                    <a16:creationId xmlns="" xmlns:a16="http://schemas.microsoft.com/office/drawing/2014/main" id="{1737976E-1542-4104-B89E-4590231EB7C5}"/>
                  </a:ext>
                </a:extLst>
              </p:cNvPr>
              <p:cNvGrpSpPr/>
              <p:nvPr/>
            </p:nvGrpSpPr>
            <p:grpSpPr>
              <a:xfrm>
                <a:off x="-286327" y="-520339"/>
                <a:ext cx="8645236" cy="7378339"/>
                <a:chOff x="-286327" y="-520339"/>
                <a:chExt cx="8645236" cy="7378339"/>
              </a:xfrm>
            </p:grpSpPr>
            <p:pic>
              <p:nvPicPr>
                <p:cNvPr id="9" name="图片 8">
                  <a:extLst>
                    <a:ext uri="{FF2B5EF4-FFF2-40B4-BE49-F238E27FC236}">
                      <a16:creationId xmlns="" xmlns:a16="http://schemas.microsoft.com/office/drawing/2014/main" id="{CF4B22A8-5C28-4C1E-AC7C-4863DC273A1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9091"/>
                <a:stretch/>
              </p:blipFill>
              <p:spPr>
                <a:xfrm flipH="1">
                  <a:off x="-286327" y="762000"/>
                  <a:ext cx="8645236" cy="6096000"/>
                </a:xfrm>
                <a:prstGeom prst="rect">
                  <a:avLst/>
                </a:prstGeom>
              </p:spPr>
            </p:pic>
            <p:pic>
              <p:nvPicPr>
                <p:cNvPr id="5" name="图片 4">
                  <a:extLst>
                    <a:ext uri="{FF2B5EF4-FFF2-40B4-BE49-F238E27FC236}">
                      <a16:creationId xmlns="" xmlns:a16="http://schemas.microsoft.com/office/drawing/2014/main" id="{18756454-765E-468F-9FA7-D6F48AFA42D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82045" b="77879"/>
                <a:stretch/>
              </p:blipFill>
              <p:spPr>
                <a:xfrm>
                  <a:off x="0" y="0"/>
                  <a:ext cx="2189018" cy="1348509"/>
                </a:xfrm>
                <a:prstGeom prst="rect">
                  <a:avLst/>
                </a:prstGeom>
              </p:spPr>
            </p:pic>
            <p:pic>
              <p:nvPicPr>
                <p:cNvPr id="7" name="图片 6">
                  <a:extLst>
                    <a:ext uri="{FF2B5EF4-FFF2-40B4-BE49-F238E27FC236}">
                      <a16:creationId xmlns="" xmlns:a16="http://schemas.microsoft.com/office/drawing/2014/main" id="{A4ACC341-9AC2-4509-A02E-BE246AC7FBA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7879" r="86667"/>
                <a:stretch/>
              </p:blipFill>
              <p:spPr>
                <a:xfrm rot="7764793">
                  <a:off x="1016000" y="-381794"/>
                  <a:ext cx="1625600" cy="1348509"/>
                </a:xfrm>
                <a:prstGeom prst="rect">
                  <a:avLst/>
                </a:prstGeom>
              </p:spPr>
            </p:pic>
          </p:grpSp>
          <p:pic>
            <p:nvPicPr>
              <p:cNvPr id="11" name="图片 10">
                <a:extLst>
                  <a:ext uri="{FF2B5EF4-FFF2-40B4-BE49-F238E27FC236}">
                    <a16:creationId xmlns="" xmlns:a16="http://schemas.microsoft.com/office/drawing/2014/main" id="{4A076A69-FC98-47A0-826D-24064B8183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81000"/>
                <a:ext cx="12192000" cy="6096000"/>
              </a:xfrm>
              <a:prstGeom prst="rect">
                <a:avLst/>
              </a:prstGeom>
            </p:spPr>
          </p:pic>
        </p:grpSp>
        <p:pic>
          <p:nvPicPr>
            <p:cNvPr id="13" name="图片 12">
              <a:extLst>
                <a:ext uri="{FF2B5EF4-FFF2-40B4-BE49-F238E27FC236}">
                  <a16:creationId xmlns="" xmlns:a16="http://schemas.microsoft.com/office/drawing/2014/main" id="{40B7EA96-C8E6-45AF-8DA6-171A50E0A63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424" b="78182"/>
            <a:stretch/>
          </p:blipFill>
          <p:spPr>
            <a:xfrm flipH="1">
              <a:off x="10305666" y="-655782"/>
              <a:ext cx="2189017" cy="1330036"/>
            </a:xfrm>
            <a:prstGeom prst="rect">
              <a:avLst/>
            </a:prstGeom>
          </p:spPr>
        </p:pic>
      </p:grpSp>
      <p:sp>
        <p:nvSpPr>
          <p:cNvPr id="15" name="TextBox 11">
            <a:extLst>
              <a:ext uri="{FF2B5EF4-FFF2-40B4-BE49-F238E27FC236}">
                <a16:creationId xmlns="" xmlns:a16="http://schemas.microsoft.com/office/drawing/2014/main" id="{6431FEA4-ED81-47C6-A7B3-CA023B7DA017}"/>
              </a:ext>
            </a:extLst>
          </p:cNvPr>
          <p:cNvSpPr txBox="1"/>
          <p:nvPr/>
        </p:nvSpPr>
        <p:spPr>
          <a:xfrm>
            <a:off x="1953021" y="2217521"/>
            <a:ext cx="2854762" cy="2657779"/>
          </a:xfrm>
          <a:prstGeom prst="rect">
            <a:avLst/>
          </a:prstGeom>
          <a:noFill/>
        </p:spPr>
        <p:txBody>
          <a:bodyPr wrap="square" rtlCol="0">
            <a:spAutoFit/>
          </a:bodyPr>
          <a:lstStyle/>
          <a:p>
            <a:pPr defTabSz="1185606"/>
            <a:r>
              <a:rPr lang="en-US" altLang="zh-CN" sz="16671" dirty="0">
                <a:solidFill>
                  <a:schemeClr val="tx1">
                    <a:lumMod val="75000"/>
                    <a:lumOff val="25000"/>
                  </a:schemeClr>
                </a:solidFill>
                <a:cs typeface="+mn-ea"/>
                <a:sym typeface="+mn-lt"/>
              </a:rPr>
              <a:t>02</a:t>
            </a:r>
            <a:endParaRPr lang="zh-CN" altLang="en-US" sz="16671" dirty="0">
              <a:solidFill>
                <a:schemeClr val="tx1">
                  <a:lumMod val="75000"/>
                  <a:lumOff val="25000"/>
                </a:schemeClr>
              </a:solidFill>
              <a:cs typeface="+mn-ea"/>
              <a:sym typeface="+mn-lt"/>
            </a:endParaRPr>
          </a:p>
        </p:txBody>
      </p:sp>
      <p:grpSp>
        <p:nvGrpSpPr>
          <p:cNvPr id="25" name="组合 24">
            <a:extLst>
              <a:ext uri="{FF2B5EF4-FFF2-40B4-BE49-F238E27FC236}">
                <a16:creationId xmlns="" xmlns:a16="http://schemas.microsoft.com/office/drawing/2014/main" id="{B1143233-372B-41BE-9CB3-2B0AB0D6777D}"/>
              </a:ext>
            </a:extLst>
          </p:cNvPr>
          <p:cNvGrpSpPr/>
          <p:nvPr/>
        </p:nvGrpSpPr>
        <p:grpSpPr>
          <a:xfrm>
            <a:off x="4807783" y="2649288"/>
            <a:ext cx="5806594" cy="2151002"/>
            <a:chOff x="4807783" y="2649288"/>
            <a:chExt cx="5806594" cy="2151002"/>
          </a:xfrm>
        </p:grpSpPr>
        <p:sp>
          <p:nvSpPr>
            <p:cNvPr id="16" name="Subtitle 9">
              <a:extLst>
                <a:ext uri="{FF2B5EF4-FFF2-40B4-BE49-F238E27FC236}">
                  <a16:creationId xmlns="" xmlns:a16="http://schemas.microsoft.com/office/drawing/2014/main" id="{D45E77DE-51B1-4553-A3C9-E322DE05BB83}"/>
                </a:ext>
              </a:extLst>
            </p:cNvPr>
            <p:cNvSpPr txBox="1"/>
            <p:nvPr/>
          </p:nvSpPr>
          <p:spPr>
            <a:xfrm>
              <a:off x="4807783" y="2649288"/>
              <a:ext cx="5806594" cy="1304900"/>
            </a:xfrm>
            <a:prstGeom prst="rect">
              <a:avLst/>
            </a:prstGeom>
          </p:spPr>
          <p:txBody>
            <a:bodyPr vert="horz" wrap="square" lIns="103562" tIns="51780" rIns="103562" bIns="51780" rtlCol="0">
              <a:spAutoFit/>
            </a:bodyPr>
            <a:lstStyle>
              <a:defPPr>
                <a:defRPr lang="zh-CN"/>
              </a:defPPr>
              <a:lvl1pPr indent="0" algn="r" defTabSz="1087120">
                <a:lnSpc>
                  <a:spcPct val="100000"/>
                </a:lnSpc>
                <a:spcBef>
                  <a:spcPct val="20000"/>
                </a:spcBef>
                <a:buFont typeface="Arial" panose="020B0604020202020204"/>
                <a:buNone/>
                <a:defRPr sz="2000">
                  <a:solidFill>
                    <a:schemeClr val="accent2"/>
                  </a:solidFill>
                  <a:latin typeface="微软雅黑" panose="020B0503020204020204" charset="-122"/>
                  <a:ea typeface="微软雅黑" panose="020B0503020204020204" charset="-122"/>
                  <a:cs typeface="Open Sans Light" panose="020B0306030504020204"/>
                </a:defRPr>
              </a:lvl1pPr>
              <a:lvl2pPr marL="1087755"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2pPr>
              <a:lvl3pPr marL="2174875"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3pPr>
              <a:lvl4pPr marL="3262630"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4pPr>
              <a:lvl5pPr marL="4349750"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5pPr>
              <a:lvl6pPr marL="5437505" indent="0" algn="ctr" defTabSz="1087120">
                <a:spcBef>
                  <a:spcPct val="20000"/>
                </a:spcBef>
                <a:buFont typeface="Arial" panose="020B0604020202020204"/>
                <a:buNone/>
                <a:defRPr sz="4800">
                  <a:solidFill>
                    <a:schemeClr val="tx1">
                      <a:tint val="75000"/>
                    </a:schemeClr>
                  </a:solidFill>
                </a:defRPr>
              </a:lvl6pPr>
              <a:lvl7pPr marL="6524625" indent="0" algn="ctr" defTabSz="1087120">
                <a:spcBef>
                  <a:spcPct val="20000"/>
                </a:spcBef>
                <a:buFont typeface="Arial" panose="020B0604020202020204"/>
                <a:buNone/>
                <a:defRPr sz="4800">
                  <a:solidFill>
                    <a:schemeClr val="tx1">
                      <a:tint val="75000"/>
                    </a:schemeClr>
                  </a:solidFill>
                </a:defRPr>
              </a:lvl7pPr>
              <a:lvl8pPr marL="7612380" indent="0" algn="ctr" defTabSz="1087120">
                <a:spcBef>
                  <a:spcPct val="20000"/>
                </a:spcBef>
                <a:buFont typeface="Arial" panose="020B0604020202020204"/>
                <a:buNone/>
                <a:defRPr sz="4800">
                  <a:solidFill>
                    <a:schemeClr val="tx1">
                      <a:tint val="75000"/>
                    </a:schemeClr>
                  </a:solidFill>
                </a:defRPr>
              </a:lvl8pPr>
              <a:lvl9pPr marL="8699500" indent="0" algn="ctr" defTabSz="1087120">
                <a:spcBef>
                  <a:spcPct val="20000"/>
                </a:spcBef>
                <a:buFont typeface="Arial" panose="020B0604020202020204"/>
                <a:buNone/>
                <a:defRPr sz="4800">
                  <a:solidFill>
                    <a:schemeClr val="tx1">
                      <a:tint val="75000"/>
                    </a:schemeClr>
                  </a:solidFill>
                </a:defRPr>
              </a:lvl9pPr>
            </a:lstStyle>
            <a:p>
              <a:pPr algn="l" defTabSz="1035591">
                <a:defRPr/>
              </a:pPr>
              <a:r>
                <a:rPr lang="zh-CN" altLang="en-US" sz="5400" b="1" kern="0" dirty="0">
                  <a:solidFill>
                    <a:schemeClr val="tx1">
                      <a:lumMod val="75000"/>
                      <a:lumOff val="25000"/>
                    </a:schemeClr>
                  </a:solidFill>
                  <a:latin typeface="+mn-lt"/>
                  <a:ea typeface="+mn-ea"/>
                  <a:cs typeface="+mn-ea"/>
                  <a:sym typeface="+mn-lt"/>
                </a:rPr>
                <a:t>单击添加标题</a:t>
              </a:r>
              <a:endParaRPr lang="en-US" altLang="zh-CN" sz="5400" b="1" kern="0" dirty="0">
                <a:solidFill>
                  <a:schemeClr val="tx1">
                    <a:lumMod val="75000"/>
                    <a:lumOff val="25000"/>
                  </a:schemeClr>
                </a:solidFill>
                <a:latin typeface="+mn-lt"/>
                <a:ea typeface="+mn-ea"/>
                <a:cs typeface="+mn-ea"/>
                <a:sym typeface="+mn-lt"/>
              </a:endParaRPr>
            </a:p>
            <a:p>
              <a:pPr algn="l" defTabSz="1035591">
                <a:defRPr/>
              </a:pPr>
              <a:r>
                <a:rPr lang="en-US" altLang="zh-CN" b="1" kern="0" spc="600" dirty="0">
                  <a:solidFill>
                    <a:schemeClr val="tx1">
                      <a:lumMod val="75000"/>
                      <a:lumOff val="25000"/>
                    </a:schemeClr>
                  </a:solidFill>
                  <a:latin typeface="+mn-lt"/>
                  <a:ea typeface="+mn-ea"/>
                  <a:cs typeface="+mn-ea"/>
                  <a:sym typeface="+mn-lt"/>
                </a:rPr>
                <a:t>ANNUAL WORK SUMMARY</a:t>
              </a:r>
              <a:endParaRPr lang="en-US" b="1" kern="0" spc="600" dirty="0">
                <a:solidFill>
                  <a:schemeClr val="tx1">
                    <a:lumMod val="75000"/>
                    <a:lumOff val="25000"/>
                  </a:schemeClr>
                </a:solidFill>
                <a:latin typeface="+mn-lt"/>
                <a:ea typeface="+mn-ea"/>
                <a:cs typeface="+mn-ea"/>
                <a:sym typeface="+mn-lt"/>
              </a:endParaRPr>
            </a:p>
          </p:txBody>
        </p:sp>
        <p:sp>
          <p:nvSpPr>
            <p:cNvPr id="17" name="4">
              <a:extLst>
                <a:ext uri="{FF2B5EF4-FFF2-40B4-BE49-F238E27FC236}">
                  <a16:creationId xmlns="" xmlns:a16="http://schemas.microsoft.com/office/drawing/2014/main" id="{70D6F860-FD52-4EC9-AA8D-BB935042AEA6}"/>
                </a:ext>
              </a:extLst>
            </p:cNvPr>
            <p:cNvSpPr txBox="1"/>
            <p:nvPr/>
          </p:nvSpPr>
          <p:spPr>
            <a:xfrm>
              <a:off x="4982823" y="4253072"/>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18" name="3">
              <a:extLst>
                <a:ext uri="{FF2B5EF4-FFF2-40B4-BE49-F238E27FC236}">
                  <a16:creationId xmlns="" xmlns:a16="http://schemas.microsoft.com/office/drawing/2014/main" id="{FCECDB0E-99BA-4B92-95AA-0544BF3EE185}"/>
                </a:ext>
              </a:extLst>
            </p:cNvPr>
            <p:cNvSpPr txBox="1"/>
            <p:nvPr/>
          </p:nvSpPr>
          <p:spPr>
            <a:xfrm>
              <a:off x="4982821" y="4581108"/>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19" name="2">
              <a:extLst>
                <a:ext uri="{FF2B5EF4-FFF2-40B4-BE49-F238E27FC236}">
                  <a16:creationId xmlns="" xmlns:a16="http://schemas.microsoft.com/office/drawing/2014/main" id="{06281A3C-A9DF-411A-936A-62EEB0152FEE}"/>
                </a:ext>
              </a:extLst>
            </p:cNvPr>
            <p:cNvSpPr txBox="1"/>
            <p:nvPr/>
          </p:nvSpPr>
          <p:spPr>
            <a:xfrm>
              <a:off x="6699626" y="4256355"/>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20" name="1">
              <a:extLst>
                <a:ext uri="{FF2B5EF4-FFF2-40B4-BE49-F238E27FC236}">
                  <a16:creationId xmlns="" xmlns:a16="http://schemas.microsoft.com/office/drawing/2014/main" id="{50EAEF8A-7439-4971-8656-71D8CBDF0313}"/>
                </a:ext>
              </a:extLst>
            </p:cNvPr>
            <p:cNvSpPr txBox="1"/>
            <p:nvPr/>
          </p:nvSpPr>
          <p:spPr>
            <a:xfrm>
              <a:off x="6699627" y="4584846"/>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grpSp>
      <p:grpSp>
        <p:nvGrpSpPr>
          <p:cNvPr id="24" name="组合 23">
            <a:extLst>
              <a:ext uri="{FF2B5EF4-FFF2-40B4-BE49-F238E27FC236}">
                <a16:creationId xmlns="" xmlns:a16="http://schemas.microsoft.com/office/drawing/2014/main" id="{56154C23-01B8-4077-B25D-C9756F973530}"/>
              </a:ext>
            </a:extLst>
          </p:cNvPr>
          <p:cNvGrpSpPr/>
          <p:nvPr/>
        </p:nvGrpSpPr>
        <p:grpSpPr>
          <a:xfrm>
            <a:off x="-438970" y="6307938"/>
            <a:ext cx="12867537" cy="865521"/>
            <a:chOff x="-438970" y="6307938"/>
            <a:chExt cx="12867537" cy="865521"/>
          </a:xfrm>
        </p:grpSpPr>
        <p:sp>
          <p:nvSpPr>
            <p:cNvPr id="22" name="矩形 21">
              <a:extLst>
                <a:ext uri="{FF2B5EF4-FFF2-40B4-BE49-F238E27FC236}">
                  <a16:creationId xmlns="" xmlns:a16="http://schemas.microsoft.com/office/drawing/2014/main" id="{58B0BDC2-62DD-4B5F-82B7-A51F4BBB38CF}"/>
                </a:ext>
              </a:extLst>
            </p:cNvPr>
            <p:cNvSpPr/>
            <p:nvPr/>
          </p:nvSpPr>
          <p:spPr>
            <a:xfrm>
              <a:off x="-438970" y="6307938"/>
              <a:ext cx="12867537" cy="381000"/>
            </a:xfrm>
            <a:prstGeom prst="rect">
              <a:avLst/>
            </a:prstGeom>
            <a:solidFill>
              <a:srgbClr val="566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矩形 22">
              <a:extLst>
                <a:ext uri="{FF2B5EF4-FFF2-40B4-BE49-F238E27FC236}">
                  <a16:creationId xmlns="" xmlns:a16="http://schemas.microsoft.com/office/drawing/2014/main" id="{21529B98-64C7-403D-A652-D28F48FD1D08}"/>
                </a:ext>
              </a:extLst>
            </p:cNvPr>
            <p:cNvSpPr/>
            <p:nvPr/>
          </p:nvSpPr>
          <p:spPr>
            <a:xfrm>
              <a:off x="-438970" y="6792459"/>
              <a:ext cx="12867537" cy="381000"/>
            </a:xfrm>
            <a:prstGeom prst="rect">
              <a:avLst/>
            </a:prstGeom>
            <a:solidFill>
              <a:srgbClr val="FFCA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3190895294"/>
      </p:ext>
    </p:extLst>
  </p:cSld>
  <p:clrMapOvr>
    <a:masterClrMapping/>
  </p:clrMapOvr>
  <mc:AlternateContent xmlns:mc="http://schemas.openxmlformats.org/markup-compatibility/2006" xmlns:p14="http://schemas.microsoft.com/office/powerpoint/2010/main">
    <mc:Choice Requires="p14">
      <p:transition spd="slow" p14:dur="1250" advTm="2000">
        <p14:switch dir="r"/>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barn(inVertical)">
                                      <p:cBhvr>
                                        <p:cTn id="11" dur="500"/>
                                        <p:tgtEl>
                                          <p:spTgt spid="24"/>
                                        </p:tgtEl>
                                      </p:cBhvr>
                                    </p:animEffec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fill="hold"/>
                                        <p:tgtEl>
                                          <p:spTgt spid="25"/>
                                        </p:tgtEl>
                                        <p:attrNameLst>
                                          <p:attrName>ppt_x</p:attrName>
                                        </p:attrNameLst>
                                      </p:cBhvr>
                                      <p:tavLst>
                                        <p:tav tm="0">
                                          <p:val>
                                            <p:strVal val="#ppt_x"/>
                                          </p:val>
                                        </p:tav>
                                        <p:tav tm="100000">
                                          <p:val>
                                            <p:strVal val="#ppt_x"/>
                                          </p:val>
                                        </p:tav>
                                      </p:tavLst>
                                    </p:anim>
                                    <p:anim calcmode="lin" valueType="num">
                                      <p:cBhvr additive="base">
                                        <p:cTn id="21"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a:extLst>
              <a:ext uri="{FF2B5EF4-FFF2-40B4-BE49-F238E27FC236}">
                <a16:creationId xmlns="" xmlns:a16="http://schemas.microsoft.com/office/drawing/2014/main" id="{5BE1A66F-E6C5-466B-8DC8-75CDAAB1B608}"/>
              </a:ext>
            </a:extLst>
          </p:cNvPr>
          <p:cNvGrpSpPr/>
          <p:nvPr/>
        </p:nvGrpSpPr>
        <p:grpSpPr>
          <a:xfrm>
            <a:off x="-1036609" y="-1457037"/>
            <a:ext cx="13471490" cy="11522369"/>
            <a:chOff x="-1036609" y="-1457037"/>
            <a:chExt cx="13471490" cy="11522369"/>
          </a:xfrm>
        </p:grpSpPr>
        <p:grpSp>
          <p:nvGrpSpPr>
            <p:cNvPr id="47" name="组合 46">
              <a:extLst>
                <a:ext uri="{FF2B5EF4-FFF2-40B4-BE49-F238E27FC236}">
                  <a16:creationId xmlns="" xmlns:a16="http://schemas.microsoft.com/office/drawing/2014/main" id="{0357C483-D5CD-422E-989B-559CC71CEBB8}"/>
                </a:ext>
              </a:extLst>
            </p:cNvPr>
            <p:cNvGrpSpPr/>
            <p:nvPr/>
          </p:nvGrpSpPr>
          <p:grpSpPr>
            <a:xfrm>
              <a:off x="-1036609" y="-1457037"/>
              <a:ext cx="13471490" cy="11522369"/>
              <a:chOff x="-1036609" y="-1457037"/>
              <a:chExt cx="13471490" cy="11522369"/>
            </a:xfrm>
          </p:grpSpPr>
          <p:grpSp>
            <p:nvGrpSpPr>
              <p:cNvPr id="51" name="组合 50">
                <a:extLst>
                  <a:ext uri="{FF2B5EF4-FFF2-40B4-BE49-F238E27FC236}">
                    <a16:creationId xmlns="" xmlns:a16="http://schemas.microsoft.com/office/drawing/2014/main" id="{F29DDB86-3B78-430A-BB11-C9288E21F7C6}"/>
                  </a:ext>
                </a:extLst>
              </p:cNvPr>
              <p:cNvGrpSpPr/>
              <p:nvPr/>
            </p:nvGrpSpPr>
            <p:grpSpPr>
              <a:xfrm>
                <a:off x="-1036609" y="-1457037"/>
                <a:ext cx="13417347" cy="11522369"/>
                <a:chOff x="-1036609" y="-1457037"/>
                <a:chExt cx="13417347" cy="11522369"/>
              </a:xfrm>
            </p:grpSpPr>
            <p:grpSp>
              <p:nvGrpSpPr>
                <p:cNvPr id="53" name="组合 52">
                  <a:extLst>
                    <a:ext uri="{FF2B5EF4-FFF2-40B4-BE49-F238E27FC236}">
                      <a16:creationId xmlns="" xmlns:a16="http://schemas.microsoft.com/office/drawing/2014/main" id="{354AA629-9379-4393-A740-C729FCCF37A7}"/>
                    </a:ext>
                  </a:extLst>
                </p:cNvPr>
                <p:cNvGrpSpPr/>
                <p:nvPr/>
              </p:nvGrpSpPr>
              <p:grpSpPr>
                <a:xfrm>
                  <a:off x="-520087" y="-1457037"/>
                  <a:ext cx="12900825" cy="11522369"/>
                  <a:chOff x="-520087" y="-1457037"/>
                  <a:chExt cx="12900825" cy="11522369"/>
                </a:xfrm>
              </p:grpSpPr>
              <p:pic>
                <p:nvPicPr>
                  <p:cNvPr id="56" name="图片 55">
                    <a:extLst>
                      <a:ext uri="{FF2B5EF4-FFF2-40B4-BE49-F238E27FC236}">
                        <a16:creationId xmlns="" xmlns:a16="http://schemas.microsoft.com/office/drawing/2014/main" id="{9ADFF559-30D1-45EE-B117-73444E8BD7B7}"/>
                      </a:ext>
                    </a:extLst>
                  </p:cNvPr>
                  <p:cNvPicPr>
                    <a:picLocks noChangeAspect="1"/>
                  </p:cNvPicPr>
                  <p:nvPr/>
                </p:nvPicPr>
                <p:blipFill rotWithShape="1">
                  <a:blip r:embed="rId3">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57" name="图片 56">
                    <a:extLst>
                      <a:ext uri="{FF2B5EF4-FFF2-40B4-BE49-F238E27FC236}">
                        <a16:creationId xmlns="" xmlns:a16="http://schemas.microsoft.com/office/drawing/2014/main" id="{B5E77199-78B0-4263-91B2-2B2759B9AAA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54" name="图片 53">
                  <a:extLst>
                    <a:ext uri="{FF2B5EF4-FFF2-40B4-BE49-F238E27FC236}">
                      <a16:creationId xmlns="" xmlns:a16="http://schemas.microsoft.com/office/drawing/2014/main" id="{21AB34BD-CD37-422C-8A74-E09003761FE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55" name="图片 54">
                  <a:extLst>
                    <a:ext uri="{FF2B5EF4-FFF2-40B4-BE49-F238E27FC236}">
                      <a16:creationId xmlns="" xmlns:a16="http://schemas.microsoft.com/office/drawing/2014/main" id="{7B8011AC-A010-46B8-9898-480E51BF4F8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52" name="图片 51">
                <a:extLst>
                  <a:ext uri="{FF2B5EF4-FFF2-40B4-BE49-F238E27FC236}">
                    <a16:creationId xmlns="" xmlns:a16="http://schemas.microsoft.com/office/drawing/2014/main" id="{E5D165D3-5C40-40F1-8737-C7585DFC2A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50" name="文本框 49">
              <a:extLst>
                <a:ext uri="{FF2B5EF4-FFF2-40B4-BE49-F238E27FC236}">
                  <a16:creationId xmlns="" xmlns:a16="http://schemas.microsoft.com/office/drawing/2014/main" id="{54571D48-8115-458C-A63C-998E7097E3ED}"/>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cs typeface="+mn-ea"/>
                  <a:sym typeface="+mn-lt"/>
                </a:rPr>
                <a:t>输入标题文本</a:t>
              </a:r>
            </a:p>
          </p:txBody>
        </p:sp>
      </p:grpSp>
      <p:grpSp>
        <p:nvGrpSpPr>
          <p:cNvPr id="2" name="组合 1">
            <a:extLst>
              <a:ext uri="{FF2B5EF4-FFF2-40B4-BE49-F238E27FC236}">
                <a16:creationId xmlns="" xmlns:a16="http://schemas.microsoft.com/office/drawing/2014/main" id="{1E854C34-FFFA-4875-8480-4FF6EAED0C36}"/>
              </a:ext>
            </a:extLst>
          </p:cNvPr>
          <p:cNvGrpSpPr/>
          <p:nvPr/>
        </p:nvGrpSpPr>
        <p:grpSpPr>
          <a:xfrm>
            <a:off x="1128963" y="2265225"/>
            <a:ext cx="5696380" cy="3606262"/>
            <a:chOff x="1128963" y="2265225"/>
            <a:chExt cx="5696380" cy="3606262"/>
          </a:xfrm>
        </p:grpSpPr>
        <p:sp>
          <p:nvSpPr>
            <p:cNvPr id="42" name="矩形 41"/>
            <p:cNvSpPr/>
            <p:nvPr/>
          </p:nvSpPr>
          <p:spPr>
            <a:xfrm>
              <a:off x="4346655" y="2417625"/>
              <a:ext cx="995362" cy="90533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矩形 22"/>
            <p:cNvSpPr/>
            <p:nvPr/>
          </p:nvSpPr>
          <p:spPr>
            <a:xfrm>
              <a:off x="1209850" y="2417625"/>
              <a:ext cx="995362" cy="9053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矩形 23"/>
            <p:cNvSpPr/>
            <p:nvPr/>
          </p:nvSpPr>
          <p:spPr>
            <a:xfrm>
              <a:off x="2201402" y="2417625"/>
              <a:ext cx="995362" cy="90533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矩形 40"/>
            <p:cNvSpPr/>
            <p:nvPr/>
          </p:nvSpPr>
          <p:spPr>
            <a:xfrm>
              <a:off x="3106473" y="2265225"/>
              <a:ext cx="1330474" cy="1210130"/>
            </a:xfrm>
            <a:prstGeom prst="rect">
              <a:avLst/>
            </a:prstGeom>
            <a:solidFill>
              <a:schemeClr val="accent1"/>
            </a:solidFill>
            <a:ln>
              <a:noFill/>
            </a:ln>
            <a:effectLst>
              <a:outerShdw blurRad="101600" dist="635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文本框 42"/>
            <p:cNvSpPr txBox="1"/>
            <p:nvPr/>
          </p:nvSpPr>
          <p:spPr>
            <a:xfrm>
              <a:off x="1301658" y="2602488"/>
              <a:ext cx="810117" cy="369332"/>
            </a:xfrm>
            <a:prstGeom prst="rect">
              <a:avLst/>
            </a:prstGeom>
            <a:noFill/>
          </p:spPr>
          <p:txBody>
            <a:bodyPr wrap="square" rtlCol="0">
              <a:spAutoFit/>
            </a:bodyPr>
            <a:lstStyle/>
            <a:p>
              <a:pPr algn="ctr"/>
              <a:r>
                <a:rPr lang="en-US" altLang="zh-CN" dirty="0">
                  <a:solidFill>
                    <a:schemeClr val="bg1">
                      <a:lumMod val="95000"/>
                    </a:schemeClr>
                  </a:solidFill>
                  <a:cs typeface="+mn-ea"/>
                  <a:sym typeface="+mn-lt"/>
                </a:rPr>
                <a:t>680K</a:t>
              </a:r>
              <a:endParaRPr lang="zh-CN" altLang="en-US" dirty="0">
                <a:solidFill>
                  <a:schemeClr val="bg1">
                    <a:lumMod val="95000"/>
                  </a:schemeClr>
                </a:solidFill>
                <a:cs typeface="+mn-ea"/>
                <a:sym typeface="+mn-lt"/>
              </a:endParaRPr>
            </a:p>
          </p:txBody>
        </p:sp>
        <p:sp>
          <p:nvSpPr>
            <p:cNvPr id="25" name="文本框 24"/>
            <p:cNvSpPr txBox="1"/>
            <p:nvPr/>
          </p:nvSpPr>
          <p:spPr>
            <a:xfrm>
              <a:off x="2268030" y="2602488"/>
              <a:ext cx="810117" cy="369332"/>
            </a:xfrm>
            <a:prstGeom prst="rect">
              <a:avLst/>
            </a:prstGeom>
            <a:noFill/>
          </p:spPr>
          <p:txBody>
            <a:bodyPr wrap="square" rtlCol="0">
              <a:spAutoFit/>
            </a:bodyPr>
            <a:lstStyle/>
            <a:p>
              <a:pPr algn="ctr"/>
              <a:r>
                <a:rPr lang="en-US" altLang="zh-CN" dirty="0">
                  <a:solidFill>
                    <a:schemeClr val="bg1">
                      <a:lumMod val="95000"/>
                    </a:schemeClr>
                  </a:solidFill>
                  <a:cs typeface="+mn-ea"/>
                  <a:sym typeface="+mn-lt"/>
                </a:rPr>
                <a:t>680K</a:t>
              </a:r>
              <a:endParaRPr lang="zh-CN" altLang="en-US" dirty="0">
                <a:solidFill>
                  <a:schemeClr val="bg1">
                    <a:lumMod val="95000"/>
                  </a:schemeClr>
                </a:solidFill>
                <a:cs typeface="+mn-ea"/>
                <a:sym typeface="+mn-lt"/>
              </a:endParaRPr>
            </a:p>
          </p:txBody>
        </p:sp>
        <p:sp>
          <p:nvSpPr>
            <p:cNvPr id="45" name="文本框 44"/>
            <p:cNvSpPr txBox="1"/>
            <p:nvPr/>
          </p:nvSpPr>
          <p:spPr>
            <a:xfrm>
              <a:off x="3264396" y="2556321"/>
              <a:ext cx="1038985" cy="461665"/>
            </a:xfrm>
            <a:prstGeom prst="rect">
              <a:avLst/>
            </a:prstGeom>
            <a:noFill/>
          </p:spPr>
          <p:txBody>
            <a:bodyPr wrap="square" rtlCol="0">
              <a:spAutoFit/>
            </a:bodyPr>
            <a:lstStyle/>
            <a:p>
              <a:pPr algn="ctr"/>
              <a:r>
                <a:rPr lang="en-US" altLang="zh-CN" sz="2400" dirty="0">
                  <a:solidFill>
                    <a:schemeClr val="bg1">
                      <a:lumMod val="95000"/>
                    </a:schemeClr>
                  </a:solidFill>
                  <a:cs typeface="+mn-ea"/>
                  <a:sym typeface="+mn-lt"/>
                </a:rPr>
                <a:t>999K</a:t>
              </a:r>
              <a:endParaRPr lang="zh-CN" altLang="en-US" sz="2400" dirty="0">
                <a:solidFill>
                  <a:schemeClr val="bg1">
                    <a:lumMod val="95000"/>
                  </a:schemeClr>
                </a:solidFill>
                <a:cs typeface="+mn-ea"/>
                <a:sym typeface="+mn-lt"/>
              </a:endParaRPr>
            </a:p>
          </p:txBody>
        </p:sp>
        <p:sp>
          <p:nvSpPr>
            <p:cNvPr id="46" name="文本框 45"/>
            <p:cNvSpPr txBox="1"/>
            <p:nvPr/>
          </p:nvSpPr>
          <p:spPr>
            <a:xfrm>
              <a:off x="4468574" y="2602488"/>
              <a:ext cx="810117" cy="369332"/>
            </a:xfrm>
            <a:prstGeom prst="rect">
              <a:avLst/>
            </a:prstGeom>
            <a:noFill/>
          </p:spPr>
          <p:txBody>
            <a:bodyPr wrap="square" rtlCol="0">
              <a:spAutoFit/>
            </a:bodyPr>
            <a:lstStyle/>
            <a:p>
              <a:pPr algn="ctr"/>
              <a:r>
                <a:rPr lang="en-US" altLang="zh-CN" dirty="0">
                  <a:solidFill>
                    <a:schemeClr val="bg1">
                      <a:lumMod val="95000"/>
                    </a:schemeClr>
                  </a:solidFill>
                  <a:cs typeface="+mn-ea"/>
                  <a:sym typeface="+mn-lt"/>
                </a:rPr>
                <a:t>680K</a:t>
              </a:r>
              <a:endParaRPr lang="zh-CN" altLang="en-US" dirty="0">
                <a:solidFill>
                  <a:schemeClr val="bg1">
                    <a:lumMod val="95000"/>
                  </a:schemeClr>
                </a:solidFill>
                <a:cs typeface="+mn-ea"/>
                <a:sym typeface="+mn-lt"/>
              </a:endParaRPr>
            </a:p>
          </p:txBody>
        </p:sp>
        <p:sp>
          <p:nvSpPr>
            <p:cNvPr id="26" name="文本框 25"/>
            <p:cNvSpPr txBox="1"/>
            <p:nvPr/>
          </p:nvSpPr>
          <p:spPr>
            <a:xfrm>
              <a:off x="1241705" y="2942986"/>
              <a:ext cx="928070" cy="276999"/>
            </a:xfrm>
            <a:prstGeom prst="rect">
              <a:avLst/>
            </a:prstGeom>
            <a:noFill/>
          </p:spPr>
          <p:txBody>
            <a:bodyPr wrap="square" rtlCol="0">
              <a:spAutoFit/>
            </a:bodyPr>
            <a:lstStyle/>
            <a:p>
              <a:pPr algn="ctr"/>
              <a:r>
                <a:rPr lang="en-US" altLang="zh-CN" sz="1200" dirty="0">
                  <a:solidFill>
                    <a:schemeClr val="bg1">
                      <a:alpha val="70000"/>
                    </a:schemeClr>
                  </a:solidFill>
                  <a:cs typeface="+mn-ea"/>
                  <a:sym typeface="+mn-lt"/>
                </a:rPr>
                <a:t>Add title</a:t>
              </a:r>
              <a:endParaRPr lang="zh-CN" altLang="en-US" sz="1200" dirty="0">
                <a:solidFill>
                  <a:schemeClr val="bg1">
                    <a:alpha val="70000"/>
                  </a:schemeClr>
                </a:solidFill>
                <a:cs typeface="+mn-ea"/>
                <a:sym typeface="+mn-lt"/>
              </a:endParaRPr>
            </a:p>
          </p:txBody>
        </p:sp>
        <p:sp>
          <p:nvSpPr>
            <p:cNvPr id="48" name="文本框 47"/>
            <p:cNvSpPr txBox="1"/>
            <p:nvPr/>
          </p:nvSpPr>
          <p:spPr>
            <a:xfrm>
              <a:off x="2156766" y="2942986"/>
              <a:ext cx="928070" cy="276999"/>
            </a:xfrm>
            <a:prstGeom prst="rect">
              <a:avLst/>
            </a:prstGeom>
            <a:noFill/>
          </p:spPr>
          <p:txBody>
            <a:bodyPr wrap="square" rtlCol="0">
              <a:spAutoFit/>
            </a:bodyPr>
            <a:lstStyle/>
            <a:p>
              <a:pPr algn="ctr"/>
              <a:r>
                <a:rPr lang="en-US" altLang="zh-CN" sz="1200" dirty="0">
                  <a:solidFill>
                    <a:schemeClr val="bg1">
                      <a:alpha val="70000"/>
                    </a:schemeClr>
                  </a:solidFill>
                  <a:cs typeface="+mn-ea"/>
                  <a:sym typeface="+mn-lt"/>
                </a:rPr>
                <a:t>Add title</a:t>
              </a:r>
              <a:endParaRPr lang="zh-CN" altLang="en-US" sz="1200" dirty="0">
                <a:solidFill>
                  <a:schemeClr val="bg1">
                    <a:alpha val="70000"/>
                  </a:schemeClr>
                </a:solidFill>
                <a:cs typeface="+mn-ea"/>
                <a:sym typeface="+mn-lt"/>
              </a:endParaRPr>
            </a:p>
          </p:txBody>
        </p:sp>
        <p:sp>
          <p:nvSpPr>
            <p:cNvPr id="49" name="文本框 48"/>
            <p:cNvSpPr txBox="1"/>
            <p:nvPr/>
          </p:nvSpPr>
          <p:spPr>
            <a:xfrm>
              <a:off x="4404386" y="2942986"/>
              <a:ext cx="928070" cy="276999"/>
            </a:xfrm>
            <a:prstGeom prst="rect">
              <a:avLst/>
            </a:prstGeom>
            <a:noFill/>
          </p:spPr>
          <p:txBody>
            <a:bodyPr wrap="square" rtlCol="0">
              <a:spAutoFit/>
            </a:bodyPr>
            <a:lstStyle/>
            <a:p>
              <a:pPr algn="ctr"/>
              <a:r>
                <a:rPr lang="en-US" altLang="zh-CN" sz="1200" dirty="0">
                  <a:solidFill>
                    <a:schemeClr val="bg1">
                      <a:alpha val="70000"/>
                    </a:schemeClr>
                  </a:solidFill>
                  <a:cs typeface="+mn-ea"/>
                  <a:sym typeface="+mn-lt"/>
                </a:rPr>
                <a:t>Add title</a:t>
              </a:r>
              <a:endParaRPr lang="zh-CN" altLang="en-US" sz="1200" dirty="0">
                <a:solidFill>
                  <a:schemeClr val="bg1">
                    <a:alpha val="70000"/>
                  </a:schemeClr>
                </a:solidFill>
                <a:cs typeface="+mn-ea"/>
                <a:sym typeface="+mn-lt"/>
              </a:endParaRPr>
            </a:p>
          </p:txBody>
        </p:sp>
        <p:sp>
          <p:nvSpPr>
            <p:cNvPr id="27" name="文本框 26"/>
            <p:cNvSpPr txBox="1"/>
            <p:nvPr/>
          </p:nvSpPr>
          <p:spPr>
            <a:xfrm>
              <a:off x="3310642" y="2942986"/>
              <a:ext cx="928070" cy="307777"/>
            </a:xfrm>
            <a:prstGeom prst="rect">
              <a:avLst/>
            </a:prstGeom>
            <a:noFill/>
          </p:spPr>
          <p:txBody>
            <a:bodyPr wrap="square" rtlCol="0">
              <a:spAutoFit/>
            </a:bodyPr>
            <a:lstStyle/>
            <a:p>
              <a:pPr algn="ctr"/>
              <a:r>
                <a:rPr lang="en-US" altLang="zh-CN" sz="1400" dirty="0">
                  <a:solidFill>
                    <a:schemeClr val="bg1">
                      <a:alpha val="85000"/>
                    </a:schemeClr>
                  </a:solidFill>
                  <a:cs typeface="+mn-ea"/>
                  <a:sym typeface="+mn-lt"/>
                </a:rPr>
                <a:t>Add title</a:t>
              </a:r>
              <a:endParaRPr lang="zh-CN" altLang="en-US" sz="1400" dirty="0">
                <a:solidFill>
                  <a:schemeClr val="bg1">
                    <a:alpha val="85000"/>
                  </a:schemeClr>
                </a:solidFill>
                <a:cs typeface="+mn-ea"/>
                <a:sym typeface="+mn-lt"/>
              </a:endParaRPr>
            </a:p>
          </p:txBody>
        </p:sp>
        <p:grpSp>
          <p:nvGrpSpPr>
            <p:cNvPr id="28" name="组合 27"/>
            <p:cNvGrpSpPr/>
            <p:nvPr/>
          </p:nvGrpSpPr>
          <p:grpSpPr>
            <a:xfrm>
              <a:off x="1128963" y="3717756"/>
              <a:ext cx="5696380" cy="2153731"/>
              <a:chOff x="7523108" y="3331677"/>
              <a:chExt cx="4918973" cy="1859563"/>
            </a:xfrm>
          </p:grpSpPr>
          <p:sp>
            <p:nvSpPr>
              <p:cNvPr id="29" name="矩形 28"/>
              <p:cNvSpPr/>
              <p:nvPr/>
            </p:nvSpPr>
            <p:spPr>
              <a:xfrm>
                <a:off x="7523108" y="3331677"/>
                <a:ext cx="2241974" cy="377903"/>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cs typeface="+mn-ea"/>
                    <a:sym typeface="+mn-lt"/>
                  </a:rPr>
                  <a:t>标题添加</a:t>
                </a:r>
              </a:p>
            </p:txBody>
          </p:sp>
          <p:sp>
            <p:nvSpPr>
              <p:cNvPr id="30" name="文本框 29"/>
              <p:cNvSpPr txBox="1"/>
              <p:nvPr/>
            </p:nvSpPr>
            <p:spPr>
              <a:xfrm>
                <a:off x="7524203" y="3709580"/>
                <a:ext cx="4917878" cy="1481660"/>
              </a:xfrm>
              <a:prstGeom prst="rect">
                <a:avLst/>
              </a:prstGeom>
              <a:noFill/>
            </p:spPr>
            <p:txBody>
              <a:bodyPr wrap="square" rtlCol="0">
                <a:spAutoFit/>
                <a:scene3d>
                  <a:camera prst="orthographicFront"/>
                  <a:lightRig rig="threePt" dir="t"/>
                </a:scene3d>
                <a:sp3d contourW="12700"/>
              </a:bodyPr>
              <a:lstStyle/>
              <a:p>
                <a:pPr>
                  <a:lnSpc>
                    <a:spcPct val="154000"/>
                  </a:lnSpc>
                </a:pPr>
                <a:r>
                  <a:rPr lang="zh-CN" altLang="en-US" sz="1400" dirty="0">
                    <a:cs typeface="+mn-ea"/>
                    <a:sym typeface="+mn-lt"/>
                  </a:rPr>
                  <a:t>请替换文字内容，修改文字内容，也可以直接复制你的内容到此请替换文字内容请替换文字内容，修改文字内容，也可以直接复制你的内容到此请替换文字内容请替换文字内容，修改文字内容，也可以直接复制你的内容到此请替换文字内容请替换文字内容，修改文字内容，也可以直接复制你的内容到此请替换文字内容请替换文字内容</a:t>
                </a:r>
                <a:endParaRPr lang="en-US" altLang="zh-CN" sz="1400" dirty="0">
                  <a:cs typeface="+mn-ea"/>
                  <a:sym typeface="+mn-lt"/>
                </a:endParaRPr>
              </a:p>
            </p:txBody>
          </p:sp>
        </p:grpSp>
      </p:grpSp>
      <p:grpSp>
        <p:nvGrpSpPr>
          <p:cNvPr id="31" name="组合 30"/>
          <p:cNvGrpSpPr/>
          <p:nvPr/>
        </p:nvGrpSpPr>
        <p:grpSpPr>
          <a:xfrm>
            <a:off x="6167770" y="1834814"/>
            <a:ext cx="6281133" cy="4203568"/>
            <a:chOff x="5267930" y="1925770"/>
            <a:chExt cx="6281133" cy="4203568"/>
          </a:xfrm>
        </p:grpSpPr>
        <p:grpSp>
          <p:nvGrpSpPr>
            <p:cNvPr id="32" name="组合 31"/>
            <p:cNvGrpSpPr/>
            <p:nvPr/>
          </p:nvGrpSpPr>
          <p:grpSpPr>
            <a:xfrm>
              <a:off x="5267930" y="1925770"/>
              <a:ext cx="6281133" cy="4203568"/>
              <a:chOff x="2908904" y="2226671"/>
              <a:chExt cx="6768496" cy="4529729"/>
            </a:xfrm>
          </p:grpSpPr>
          <p:graphicFrame>
            <p:nvGraphicFramePr>
              <p:cNvPr id="33" name="图表 32"/>
              <p:cNvGraphicFramePr/>
              <p:nvPr/>
            </p:nvGraphicFramePr>
            <p:xfrm>
              <a:off x="2908904" y="2226671"/>
              <a:ext cx="6768496" cy="45297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4" name="图表 33"/>
              <p:cNvGraphicFramePr/>
              <p:nvPr/>
            </p:nvGraphicFramePr>
            <p:xfrm>
              <a:off x="3403505" y="2564420"/>
              <a:ext cx="5779294" cy="3852863"/>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35" name="图表 34"/>
              <p:cNvGraphicFramePr/>
              <p:nvPr>
                <p:extLst>
                  <p:ext uri="{D42A27DB-BD31-4B8C-83A1-F6EECF244321}">
                    <p14:modId xmlns:p14="http://schemas.microsoft.com/office/powerpoint/2010/main" val="2322265851"/>
                  </p:ext>
                </p:extLst>
              </p:nvPr>
            </p:nvGraphicFramePr>
            <p:xfrm>
              <a:off x="4011815" y="2971328"/>
              <a:ext cx="4562674" cy="3041783"/>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6" name="图表 35"/>
              <p:cNvGraphicFramePr/>
              <p:nvPr/>
            </p:nvGraphicFramePr>
            <p:xfrm>
              <a:off x="4571667" y="3343878"/>
              <a:ext cx="3442971" cy="2295314"/>
            </p:xfrm>
            <a:graphic>
              <a:graphicData uri="http://schemas.openxmlformats.org/drawingml/2006/chart">
                <c:chart xmlns:c="http://schemas.openxmlformats.org/drawingml/2006/chart" xmlns:r="http://schemas.openxmlformats.org/officeDocument/2006/relationships" r:id="rId10"/>
              </a:graphicData>
            </a:graphic>
          </p:graphicFrame>
        </p:grpSp>
        <p:sp>
          <p:nvSpPr>
            <p:cNvPr id="37" name="文本框 36"/>
            <p:cNvSpPr txBox="1"/>
            <p:nvPr/>
          </p:nvSpPr>
          <p:spPr>
            <a:xfrm>
              <a:off x="7900496" y="1994332"/>
              <a:ext cx="660400" cy="307777"/>
            </a:xfrm>
            <a:prstGeom prst="rect">
              <a:avLst/>
            </a:prstGeom>
            <a:noFill/>
          </p:spPr>
          <p:txBody>
            <a:bodyPr wrap="square" rtlCol="0">
              <a:spAutoFit/>
            </a:bodyPr>
            <a:lstStyle/>
            <a:p>
              <a:r>
                <a:rPr lang="en-US" altLang="zh-CN" sz="1400" dirty="0">
                  <a:solidFill>
                    <a:schemeClr val="bg1">
                      <a:lumMod val="65000"/>
                    </a:schemeClr>
                  </a:solidFill>
                  <a:cs typeface="+mn-ea"/>
                  <a:sym typeface="+mn-lt"/>
                </a:rPr>
                <a:t>80%</a:t>
              </a:r>
              <a:endParaRPr lang="zh-CN" altLang="en-US" sz="1400" dirty="0">
                <a:solidFill>
                  <a:schemeClr val="bg1">
                    <a:lumMod val="65000"/>
                  </a:schemeClr>
                </a:solidFill>
                <a:cs typeface="+mn-ea"/>
                <a:sym typeface="+mn-lt"/>
              </a:endParaRPr>
            </a:p>
          </p:txBody>
        </p:sp>
        <p:sp>
          <p:nvSpPr>
            <p:cNvPr id="38" name="文本框 37"/>
            <p:cNvSpPr txBox="1"/>
            <p:nvPr/>
          </p:nvSpPr>
          <p:spPr>
            <a:xfrm>
              <a:off x="7900496" y="2354251"/>
              <a:ext cx="660400" cy="307777"/>
            </a:xfrm>
            <a:prstGeom prst="rect">
              <a:avLst/>
            </a:prstGeom>
            <a:noFill/>
          </p:spPr>
          <p:txBody>
            <a:bodyPr wrap="square" rtlCol="0">
              <a:spAutoFit/>
            </a:bodyPr>
            <a:lstStyle/>
            <a:p>
              <a:r>
                <a:rPr lang="en-US" altLang="zh-CN" sz="1400" dirty="0">
                  <a:solidFill>
                    <a:schemeClr val="bg1">
                      <a:lumMod val="65000"/>
                    </a:schemeClr>
                  </a:solidFill>
                  <a:cs typeface="+mn-ea"/>
                  <a:sym typeface="+mn-lt"/>
                </a:rPr>
                <a:t>65%</a:t>
              </a:r>
              <a:endParaRPr lang="zh-CN" altLang="en-US" sz="1400" dirty="0">
                <a:solidFill>
                  <a:schemeClr val="bg1">
                    <a:lumMod val="65000"/>
                  </a:schemeClr>
                </a:solidFill>
                <a:cs typeface="+mn-ea"/>
                <a:sym typeface="+mn-lt"/>
              </a:endParaRPr>
            </a:p>
          </p:txBody>
        </p:sp>
        <p:sp>
          <p:nvSpPr>
            <p:cNvPr id="39" name="文本框 38"/>
            <p:cNvSpPr txBox="1"/>
            <p:nvPr/>
          </p:nvSpPr>
          <p:spPr>
            <a:xfrm>
              <a:off x="7900496" y="2714170"/>
              <a:ext cx="660400" cy="307777"/>
            </a:xfrm>
            <a:prstGeom prst="rect">
              <a:avLst/>
            </a:prstGeom>
            <a:noFill/>
          </p:spPr>
          <p:txBody>
            <a:bodyPr wrap="square" rtlCol="0">
              <a:spAutoFit/>
            </a:bodyPr>
            <a:lstStyle/>
            <a:p>
              <a:r>
                <a:rPr lang="en-US" altLang="zh-CN" sz="1400" dirty="0">
                  <a:solidFill>
                    <a:schemeClr val="bg1">
                      <a:lumMod val="65000"/>
                    </a:schemeClr>
                  </a:solidFill>
                  <a:cs typeface="+mn-ea"/>
                  <a:sym typeface="+mn-lt"/>
                </a:rPr>
                <a:t>60%</a:t>
              </a:r>
              <a:endParaRPr lang="zh-CN" altLang="en-US" sz="1400" dirty="0">
                <a:solidFill>
                  <a:schemeClr val="bg1">
                    <a:lumMod val="65000"/>
                  </a:schemeClr>
                </a:solidFill>
                <a:cs typeface="+mn-ea"/>
                <a:sym typeface="+mn-lt"/>
              </a:endParaRPr>
            </a:p>
          </p:txBody>
        </p:sp>
        <p:sp>
          <p:nvSpPr>
            <p:cNvPr id="40" name="文本框 39"/>
            <p:cNvSpPr txBox="1"/>
            <p:nvPr/>
          </p:nvSpPr>
          <p:spPr>
            <a:xfrm>
              <a:off x="7900496" y="3074090"/>
              <a:ext cx="660400" cy="307777"/>
            </a:xfrm>
            <a:prstGeom prst="rect">
              <a:avLst/>
            </a:prstGeom>
            <a:noFill/>
          </p:spPr>
          <p:txBody>
            <a:bodyPr wrap="square" rtlCol="0">
              <a:spAutoFit/>
            </a:bodyPr>
            <a:lstStyle/>
            <a:p>
              <a:r>
                <a:rPr lang="en-US" altLang="zh-CN" sz="1400" dirty="0">
                  <a:solidFill>
                    <a:schemeClr val="bg1">
                      <a:lumMod val="65000"/>
                    </a:schemeClr>
                  </a:solidFill>
                  <a:cs typeface="+mn-ea"/>
                  <a:sym typeface="+mn-lt"/>
                </a:rPr>
                <a:t>50%</a:t>
              </a:r>
              <a:endParaRPr lang="zh-CN" altLang="en-US" sz="1400" dirty="0">
                <a:solidFill>
                  <a:schemeClr val="bg1">
                    <a:lumMod val="65000"/>
                  </a:schemeClr>
                </a:solidFill>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31"/>
                                        </p:tgtEl>
                                        <p:attrNameLst>
                                          <p:attrName>style.visibility</p:attrName>
                                        </p:attrNameLst>
                                      </p:cBhvr>
                                      <p:to>
                                        <p:strVal val="visible"/>
                                      </p:to>
                                    </p:set>
                                    <p:anim calcmode="lin" valueType="num">
                                      <p:cBhvr additive="base">
                                        <p:cTn id="16" dur="500" fill="hold"/>
                                        <p:tgtEl>
                                          <p:spTgt spid="31"/>
                                        </p:tgtEl>
                                        <p:attrNameLst>
                                          <p:attrName>ppt_x</p:attrName>
                                        </p:attrNameLst>
                                      </p:cBhvr>
                                      <p:tavLst>
                                        <p:tav tm="0">
                                          <p:val>
                                            <p:strVal val="#ppt_x"/>
                                          </p:val>
                                        </p:tav>
                                        <p:tav tm="100000">
                                          <p:val>
                                            <p:strVal val="#ppt_x"/>
                                          </p:val>
                                        </p:tav>
                                      </p:tavLst>
                                    </p:anim>
                                    <p:anim calcmode="lin" valueType="num">
                                      <p:cBhvr additive="base">
                                        <p:cTn id="17"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a:extLst>
              <a:ext uri="{FF2B5EF4-FFF2-40B4-BE49-F238E27FC236}">
                <a16:creationId xmlns="" xmlns:a16="http://schemas.microsoft.com/office/drawing/2014/main" id="{C5110B08-96E5-4A95-A375-4B0392ADE805}"/>
              </a:ext>
            </a:extLst>
          </p:cNvPr>
          <p:cNvGrpSpPr/>
          <p:nvPr/>
        </p:nvGrpSpPr>
        <p:grpSpPr>
          <a:xfrm>
            <a:off x="-1036609" y="-1457037"/>
            <a:ext cx="13471490" cy="11522369"/>
            <a:chOff x="-1036609" y="-1457037"/>
            <a:chExt cx="13471490" cy="11522369"/>
          </a:xfrm>
        </p:grpSpPr>
        <p:grpSp>
          <p:nvGrpSpPr>
            <p:cNvPr id="37" name="组合 36">
              <a:extLst>
                <a:ext uri="{FF2B5EF4-FFF2-40B4-BE49-F238E27FC236}">
                  <a16:creationId xmlns="" xmlns:a16="http://schemas.microsoft.com/office/drawing/2014/main" id="{C7FD9E0D-2F98-4B52-9A77-81D2F92F2AFF}"/>
                </a:ext>
              </a:extLst>
            </p:cNvPr>
            <p:cNvGrpSpPr/>
            <p:nvPr/>
          </p:nvGrpSpPr>
          <p:grpSpPr>
            <a:xfrm>
              <a:off x="-1036609" y="-1457037"/>
              <a:ext cx="13471490" cy="11522369"/>
              <a:chOff x="-1036609" y="-1457037"/>
              <a:chExt cx="13471490" cy="11522369"/>
            </a:xfrm>
          </p:grpSpPr>
          <p:grpSp>
            <p:nvGrpSpPr>
              <p:cNvPr id="46" name="组合 45">
                <a:extLst>
                  <a:ext uri="{FF2B5EF4-FFF2-40B4-BE49-F238E27FC236}">
                    <a16:creationId xmlns="" xmlns:a16="http://schemas.microsoft.com/office/drawing/2014/main" id="{4205C504-299A-4F59-8187-1101EC008E9E}"/>
                  </a:ext>
                </a:extLst>
              </p:cNvPr>
              <p:cNvGrpSpPr/>
              <p:nvPr/>
            </p:nvGrpSpPr>
            <p:grpSpPr>
              <a:xfrm>
                <a:off x="-1036609" y="-1457037"/>
                <a:ext cx="13417347" cy="11522369"/>
                <a:chOff x="-1036609" y="-1457037"/>
                <a:chExt cx="13417347" cy="11522369"/>
              </a:xfrm>
            </p:grpSpPr>
            <p:grpSp>
              <p:nvGrpSpPr>
                <p:cNvPr id="48" name="组合 47">
                  <a:extLst>
                    <a:ext uri="{FF2B5EF4-FFF2-40B4-BE49-F238E27FC236}">
                      <a16:creationId xmlns="" xmlns:a16="http://schemas.microsoft.com/office/drawing/2014/main" id="{4936BB05-9BE6-4CBB-B42E-EA8266CF3D84}"/>
                    </a:ext>
                  </a:extLst>
                </p:cNvPr>
                <p:cNvGrpSpPr/>
                <p:nvPr/>
              </p:nvGrpSpPr>
              <p:grpSpPr>
                <a:xfrm>
                  <a:off x="-520087" y="-1457037"/>
                  <a:ext cx="12900825" cy="11522369"/>
                  <a:chOff x="-520087" y="-1457037"/>
                  <a:chExt cx="12900825" cy="11522369"/>
                </a:xfrm>
              </p:grpSpPr>
              <p:pic>
                <p:nvPicPr>
                  <p:cNvPr id="51" name="图片 50">
                    <a:extLst>
                      <a:ext uri="{FF2B5EF4-FFF2-40B4-BE49-F238E27FC236}">
                        <a16:creationId xmlns="" xmlns:a16="http://schemas.microsoft.com/office/drawing/2014/main" id="{27492657-492A-4FB2-B7E4-04F5DB968F06}"/>
                      </a:ext>
                    </a:extLst>
                  </p:cNvPr>
                  <p:cNvPicPr>
                    <a:picLocks noChangeAspect="1"/>
                  </p:cNvPicPr>
                  <p:nvPr/>
                </p:nvPicPr>
                <p:blipFill rotWithShape="1">
                  <a:blip r:embed="rId3">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52" name="图片 51">
                    <a:extLst>
                      <a:ext uri="{FF2B5EF4-FFF2-40B4-BE49-F238E27FC236}">
                        <a16:creationId xmlns="" xmlns:a16="http://schemas.microsoft.com/office/drawing/2014/main" id="{C26714D0-49B3-49A6-B3C0-91445029E56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49" name="图片 48">
                  <a:extLst>
                    <a:ext uri="{FF2B5EF4-FFF2-40B4-BE49-F238E27FC236}">
                      <a16:creationId xmlns="" xmlns:a16="http://schemas.microsoft.com/office/drawing/2014/main" id="{FA49486A-8042-4CB7-AB8C-0F0AF9D922E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50" name="图片 49">
                  <a:extLst>
                    <a:ext uri="{FF2B5EF4-FFF2-40B4-BE49-F238E27FC236}">
                      <a16:creationId xmlns="" xmlns:a16="http://schemas.microsoft.com/office/drawing/2014/main" id="{6C2E763A-0937-4A2C-AFCF-124E67793BB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47" name="图片 46">
                <a:extLst>
                  <a:ext uri="{FF2B5EF4-FFF2-40B4-BE49-F238E27FC236}">
                    <a16:creationId xmlns="" xmlns:a16="http://schemas.microsoft.com/office/drawing/2014/main" id="{D5A5C470-96BD-4105-9887-4678D633E9B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41" name="文本框 40">
              <a:extLst>
                <a:ext uri="{FF2B5EF4-FFF2-40B4-BE49-F238E27FC236}">
                  <a16:creationId xmlns="" xmlns:a16="http://schemas.microsoft.com/office/drawing/2014/main" id="{15DAADA4-2340-4F94-A54C-46F5F310E0E0}"/>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cs typeface="+mn-ea"/>
                  <a:sym typeface="+mn-lt"/>
                </a:rPr>
                <a:t>输入标题文本</a:t>
              </a:r>
            </a:p>
          </p:txBody>
        </p:sp>
      </p:grpSp>
      <p:grpSp>
        <p:nvGrpSpPr>
          <p:cNvPr id="2" name="组合 1">
            <a:extLst>
              <a:ext uri="{FF2B5EF4-FFF2-40B4-BE49-F238E27FC236}">
                <a16:creationId xmlns="" xmlns:a16="http://schemas.microsoft.com/office/drawing/2014/main" id="{49D7A3D5-BCCC-479E-BBE0-8013DD283D03}"/>
              </a:ext>
            </a:extLst>
          </p:cNvPr>
          <p:cNvGrpSpPr/>
          <p:nvPr/>
        </p:nvGrpSpPr>
        <p:grpSpPr>
          <a:xfrm>
            <a:off x="918507" y="1988820"/>
            <a:ext cx="5008068" cy="3803955"/>
            <a:chOff x="918507" y="1988820"/>
            <a:chExt cx="5008068" cy="3803955"/>
          </a:xfrm>
        </p:grpSpPr>
        <p:grpSp>
          <p:nvGrpSpPr>
            <p:cNvPr id="11" name="组合 10"/>
            <p:cNvGrpSpPr/>
            <p:nvPr/>
          </p:nvGrpSpPr>
          <p:grpSpPr>
            <a:xfrm>
              <a:off x="1263650" y="1988820"/>
              <a:ext cx="1791970" cy="1791970"/>
              <a:chOff x="6662056" y="1325999"/>
              <a:chExt cx="4717142" cy="4717142"/>
            </a:xfrm>
          </p:grpSpPr>
          <p:sp>
            <p:nvSpPr>
              <p:cNvPr id="12" name="椭圆 11"/>
              <p:cNvSpPr/>
              <p:nvPr/>
            </p:nvSpPr>
            <p:spPr>
              <a:xfrm>
                <a:off x="6662056" y="1325999"/>
                <a:ext cx="4717142" cy="4717142"/>
              </a:xfrm>
              <a:prstGeom prst="ellipse">
                <a:avLst/>
              </a:prstGeom>
              <a:solidFill>
                <a:schemeClr val="accent1"/>
              </a:solidFill>
              <a:ln>
                <a:noFill/>
              </a:ln>
              <a:effectLst>
                <a:outerShdw blurRad="381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6" name="弧形 15"/>
              <p:cNvSpPr/>
              <p:nvPr/>
            </p:nvSpPr>
            <p:spPr>
              <a:xfrm>
                <a:off x="7167238" y="1831181"/>
                <a:ext cx="3706778" cy="3706778"/>
              </a:xfrm>
              <a:prstGeom prst="arc">
                <a:avLst>
                  <a:gd name="adj1" fmla="val 16200000"/>
                  <a:gd name="adj2" fmla="val 10890859"/>
                </a:avLst>
              </a:prstGeom>
              <a:ln w="152400" cap="rnd">
                <a:solidFill>
                  <a:schemeClr val="bg1"/>
                </a:solidFill>
              </a:ln>
              <a:effectLst>
                <a:outerShdw blurRad="38100" sx="101000" sy="101000" algn="ctr"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sp>
          <p:nvSpPr>
            <p:cNvPr id="23" name="文本框 22"/>
            <p:cNvSpPr txBox="1"/>
            <p:nvPr/>
          </p:nvSpPr>
          <p:spPr>
            <a:xfrm>
              <a:off x="1263650" y="2614597"/>
              <a:ext cx="1791970" cy="583565"/>
            </a:xfrm>
            <a:prstGeom prst="rect">
              <a:avLst/>
            </a:prstGeom>
            <a:noFill/>
          </p:spPr>
          <p:txBody>
            <a:bodyPr wrap="square" rtlCol="0">
              <a:spAutoFit/>
            </a:bodyPr>
            <a:lstStyle/>
            <a:p>
              <a:pPr algn="ctr"/>
              <a:r>
                <a:rPr lang="en-US" altLang="zh-CN" sz="3200" dirty="0">
                  <a:solidFill>
                    <a:schemeClr val="bg1"/>
                  </a:solidFill>
                  <a:cs typeface="+mn-ea"/>
                  <a:sym typeface="+mn-lt"/>
                </a:rPr>
                <a:t>75%</a:t>
              </a:r>
            </a:p>
          </p:txBody>
        </p:sp>
        <p:grpSp>
          <p:nvGrpSpPr>
            <p:cNvPr id="17" name="组合 16"/>
            <p:cNvGrpSpPr/>
            <p:nvPr/>
          </p:nvGrpSpPr>
          <p:grpSpPr>
            <a:xfrm>
              <a:off x="3965575" y="1988820"/>
              <a:ext cx="1791970" cy="1791970"/>
              <a:chOff x="3789736" y="1841579"/>
              <a:chExt cx="1939069" cy="1939068"/>
            </a:xfrm>
          </p:grpSpPr>
          <p:grpSp>
            <p:nvGrpSpPr>
              <p:cNvPr id="18" name="组合 17"/>
              <p:cNvGrpSpPr/>
              <p:nvPr/>
            </p:nvGrpSpPr>
            <p:grpSpPr>
              <a:xfrm>
                <a:off x="3789737" y="1841579"/>
                <a:ext cx="1939068" cy="1939068"/>
                <a:chOff x="6662056" y="1325999"/>
                <a:chExt cx="4717142" cy="4717142"/>
              </a:xfrm>
            </p:grpSpPr>
            <p:sp>
              <p:nvSpPr>
                <p:cNvPr id="19" name="椭圆 18"/>
                <p:cNvSpPr/>
                <p:nvPr/>
              </p:nvSpPr>
              <p:spPr>
                <a:xfrm>
                  <a:off x="6662056" y="1325999"/>
                  <a:ext cx="4717142" cy="4717142"/>
                </a:xfrm>
                <a:prstGeom prst="ellipse">
                  <a:avLst/>
                </a:prstGeom>
                <a:solidFill>
                  <a:schemeClr val="accent2"/>
                </a:solidFill>
                <a:ln>
                  <a:noFill/>
                </a:ln>
                <a:effectLst>
                  <a:outerShdw blurRad="381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弧形 19"/>
                <p:cNvSpPr/>
                <p:nvPr/>
              </p:nvSpPr>
              <p:spPr>
                <a:xfrm>
                  <a:off x="7167238" y="1831181"/>
                  <a:ext cx="3706778" cy="3706778"/>
                </a:xfrm>
                <a:prstGeom prst="arc">
                  <a:avLst>
                    <a:gd name="adj1" fmla="val 16200000"/>
                    <a:gd name="adj2" fmla="val 7708620"/>
                  </a:avLst>
                </a:prstGeom>
                <a:ln w="152400" cap="rnd">
                  <a:solidFill>
                    <a:schemeClr val="bg1"/>
                  </a:solidFill>
                </a:ln>
                <a:effectLst>
                  <a:outerShdw blurRad="38100" sx="101000" sy="101000" algn="ctr"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sp>
            <p:nvSpPr>
              <p:cNvPr id="27" name="文本框 26"/>
              <p:cNvSpPr txBox="1"/>
              <p:nvPr/>
            </p:nvSpPr>
            <p:spPr>
              <a:xfrm>
                <a:off x="3789736" y="2518724"/>
                <a:ext cx="1939068" cy="631468"/>
              </a:xfrm>
              <a:prstGeom prst="rect">
                <a:avLst/>
              </a:prstGeom>
              <a:noFill/>
            </p:spPr>
            <p:txBody>
              <a:bodyPr wrap="square" rtlCol="0">
                <a:spAutoFit/>
              </a:bodyPr>
              <a:lstStyle/>
              <a:p>
                <a:pPr algn="ctr"/>
                <a:r>
                  <a:rPr lang="en-US" altLang="zh-CN" sz="3200" dirty="0">
                    <a:solidFill>
                      <a:schemeClr val="bg1"/>
                    </a:solidFill>
                    <a:cs typeface="+mn-ea"/>
                    <a:sym typeface="+mn-lt"/>
                  </a:rPr>
                  <a:t>60%</a:t>
                </a:r>
              </a:p>
            </p:txBody>
          </p:sp>
        </p:grpSp>
        <p:sp>
          <p:nvSpPr>
            <p:cNvPr id="33" name="文本框 32"/>
            <p:cNvSpPr txBox="1"/>
            <p:nvPr/>
          </p:nvSpPr>
          <p:spPr>
            <a:xfrm>
              <a:off x="918507" y="4763904"/>
              <a:ext cx="2334610" cy="1028871"/>
            </a:xfrm>
            <a:prstGeom prst="rect">
              <a:avLst/>
            </a:prstGeom>
            <a:noFill/>
          </p:spPr>
          <p:txBody>
            <a:bodyPr wrap="square" rtlCol="0">
              <a:spAutoFit/>
            </a:bodyPr>
            <a:lstStyle/>
            <a:p>
              <a:pPr marL="0" marR="0" lvl="0" indent="0" algn="ctr" defTabSz="914400" rtl="0" eaLnBrk="1" fontAlgn="base" latinLnBrk="0" hangingPunct="1">
                <a:lnSpc>
                  <a:spcPct val="150000"/>
                </a:lnSpc>
                <a:spcBef>
                  <a:spcPct val="0"/>
                </a:spcBef>
                <a:spcAft>
                  <a:spcPct val="0"/>
                </a:spcAft>
                <a:buClrTx/>
                <a:buSzTx/>
                <a:buFontTx/>
                <a:buNone/>
                <a:defRPr/>
              </a:pPr>
              <a:r>
                <a:rPr lang="zh-CN" altLang="en-US" sz="1400" noProof="0" dirty="0">
                  <a:ln>
                    <a:noFill/>
                  </a:ln>
                  <a:effectLst/>
                  <a:uLnTx/>
                  <a:uFillTx/>
                  <a:cs typeface="+mn-ea"/>
                  <a:sym typeface="+mn-lt"/>
                </a:rPr>
                <a:t>此处添加详细文本描述，建议与标题相关并符合整体语言风格</a:t>
              </a:r>
              <a:endParaRPr lang="zh-CN" altLang="en-US" sz="1400" spc="40" dirty="0">
                <a:cs typeface="+mn-ea"/>
                <a:sym typeface="+mn-lt"/>
              </a:endParaRPr>
            </a:p>
          </p:txBody>
        </p:sp>
        <p:sp>
          <p:nvSpPr>
            <p:cNvPr id="35" name="文本框 34"/>
            <p:cNvSpPr txBox="1"/>
            <p:nvPr/>
          </p:nvSpPr>
          <p:spPr>
            <a:xfrm>
              <a:off x="1087725" y="4169534"/>
              <a:ext cx="1996174" cy="400110"/>
            </a:xfrm>
            <a:prstGeom prst="rect">
              <a:avLst/>
            </a:prstGeom>
            <a:noFill/>
          </p:spPr>
          <p:txBody>
            <a:bodyPr wrap="square" rtlCol="0">
              <a:spAutoFit/>
            </a:bodyPr>
            <a:lstStyle/>
            <a:p>
              <a:pPr algn="ctr"/>
              <a:r>
                <a:rPr lang="zh-CN" altLang="en-US" sz="2000" b="1" dirty="0">
                  <a:cs typeface="+mn-ea"/>
                  <a:sym typeface="+mn-lt"/>
                </a:rPr>
                <a:t>点击输入标题</a:t>
              </a:r>
            </a:p>
          </p:txBody>
        </p:sp>
        <p:sp>
          <p:nvSpPr>
            <p:cNvPr id="36" name="矩形 35"/>
            <p:cNvSpPr/>
            <p:nvPr/>
          </p:nvSpPr>
          <p:spPr>
            <a:xfrm>
              <a:off x="1941811" y="4618959"/>
              <a:ext cx="288000" cy="28800"/>
            </a:xfrm>
            <a:prstGeom prst="rect">
              <a:avLst/>
            </a:prstGeom>
            <a:solidFill>
              <a:srgbClr val="3A5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cs typeface="+mn-ea"/>
                <a:sym typeface="+mn-lt"/>
              </a:endParaRPr>
            </a:p>
          </p:txBody>
        </p:sp>
        <p:sp>
          <p:nvSpPr>
            <p:cNvPr id="38" name="文本框 37"/>
            <p:cNvSpPr txBox="1"/>
            <p:nvPr/>
          </p:nvSpPr>
          <p:spPr>
            <a:xfrm>
              <a:off x="3591965" y="4763904"/>
              <a:ext cx="2334610" cy="1028871"/>
            </a:xfrm>
            <a:prstGeom prst="rect">
              <a:avLst/>
            </a:prstGeom>
            <a:noFill/>
          </p:spPr>
          <p:txBody>
            <a:bodyPr wrap="square" rtlCol="0">
              <a:spAutoFit/>
            </a:bodyPr>
            <a:lstStyle/>
            <a:p>
              <a:pPr algn="ctr">
                <a:lnSpc>
                  <a:spcPct val="150000"/>
                </a:lnSpc>
              </a:pPr>
              <a:r>
                <a:rPr lang="zh-CN" altLang="en-US" sz="1400" noProof="0" dirty="0">
                  <a:ln>
                    <a:noFill/>
                  </a:ln>
                  <a:effectLst/>
                  <a:uLnTx/>
                  <a:uFillTx/>
                  <a:cs typeface="+mn-ea"/>
                  <a:sym typeface="+mn-lt"/>
                </a:rPr>
                <a:t>此处添加详细文本描述，建议与标题相关并符合整体语言风格</a:t>
              </a:r>
              <a:r>
                <a:rPr lang="en-US" altLang="zh-CN" sz="1400" spc="40" dirty="0">
                  <a:cs typeface="+mn-ea"/>
                  <a:sym typeface="+mn-lt"/>
                </a:rPr>
                <a:t> </a:t>
              </a:r>
              <a:endParaRPr lang="zh-CN" altLang="en-US" sz="1400" spc="40" dirty="0">
                <a:cs typeface="+mn-ea"/>
                <a:sym typeface="+mn-lt"/>
              </a:endParaRPr>
            </a:p>
          </p:txBody>
        </p:sp>
        <p:sp>
          <p:nvSpPr>
            <p:cNvPr id="39" name="文本框 38"/>
            <p:cNvSpPr txBox="1"/>
            <p:nvPr/>
          </p:nvSpPr>
          <p:spPr>
            <a:xfrm>
              <a:off x="3761183" y="4169534"/>
              <a:ext cx="1996174" cy="400110"/>
            </a:xfrm>
            <a:prstGeom prst="rect">
              <a:avLst/>
            </a:prstGeom>
            <a:noFill/>
          </p:spPr>
          <p:txBody>
            <a:bodyPr wrap="square" rtlCol="0">
              <a:spAutoFit/>
            </a:bodyPr>
            <a:lstStyle/>
            <a:p>
              <a:pPr algn="ctr"/>
              <a:r>
                <a:rPr lang="zh-CN" altLang="en-US" sz="2000" b="1" dirty="0">
                  <a:cs typeface="+mn-ea"/>
                  <a:sym typeface="+mn-lt"/>
                </a:rPr>
                <a:t>点击输入标题</a:t>
              </a:r>
            </a:p>
          </p:txBody>
        </p:sp>
        <p:sp>
          <p:nvSpPr>
            <p:cNvPr id="40" name="矩形 39"/>
            <p:cNvSpPr/>
            <p:nvPr/>
          </p:nvSpPr>
          <p:spPr>
            <a:xfrm>
              <a:off x="4615269" y="4618959"/>
              <a:ext cx="288000" cy="28800"/>
            </a:xfrm>
            <a:prstGeom prst="rect">
              <a:avLst/>
            </a:prstGeom>
            <a:solidFill>
              <a:srgbClr val="128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cs typeface="+mn-ea"/>
                <a:sym typeface="+mn-lt"/>
              </a:endParaRPr>
            </a:p>
          </p:txBody>
        </p:sp>
      </p:grpSp>
      <p:grpSp>
        <p:nvGrpSpPr>
          <p:cNvPr id="3" name="组合 2">
            <a:extLst>
              <a:ext uri="{FF2B5EF4-FFF2-40B4-BE49-F238E27FC236}">
                <a16:creationId xmlns="" xmlns:a16="http://schemas.microsoft.com/office/drawing/2014/main" id="{5F971F76-5722-4D82-8A10-5B0523EAE7DE}"/>
              </a:ext>
            </a:extLst>
          </p:cNvPr>
          <p:cNvGrpSpPr/>
          <p:nvPr/>
        </p:nvGrpSpPr>
        <p:grpSpPr>
          <a:xfrm>
            <a:off x="6265423" y="1988820"/>
            <a:ext cx="5008072" cy="3803955"/>
            <a:chOff x="6265423" y="1988820"/>
            <a:chExt cx="5008072" cy="3803955"/>
          </a:xfrm>
        </p:grpSpPr>
        <p:grpSp>
          <p:nvGrpSpPr>
            <p:cNvPr id="22" name="组合 21"/>
            <p:cNvGrpSpPr/>
            <p:nvPr/>
          </p:nvGrpSpPr>
          <p:grpSpPr>
            <a:xfrm>
              <a:off x="6610351" y="1988820"/>
              <a:ext cx="1791969" cy="1791970"/>
              <a:chOff x="6662056" y="1325999"/>
              <a:chExt cx="4717142" cy="4717142"/>
            </a:xfrm>
          </p:grpSpPr>
          <p:sp>
            <p:nvSpPr>
              <p:cNvPr id="24" name="椭圆 23"/>
              <p:cNvSpPr/>
              <p:nvPr/>
            </p:nvSpPr>
            <p:spPr>
              <a:xfrm>
                <a:off x="6662056" y="1325999"/>
                <a:ext cx="4717142" cy="4717142"/>
              </a:xfrm>
              <a:prstGeom prst="ellipse">
                <a:avLst/>
              </a:prstGeom>
              <a:solidFill>
                <a:schemeClr val="accent1"/>
              </a:solidFill>
              <a:ln>
                <a:noFill/>
              </a:ln>
              <a:effectLst>
                <a:outerShdw blurRad="381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弧形 24"/>
              <p:cNvSpPr/>
              <p:nvPr/>
            </p:nvSpPr>
            <p:spPr>
              <a:xfrm>
                <a:off x="7167238" y="1831181"/>
                <a:ext cx="3706778" cy="3706778"/>
              </a:xfrm>
              <a:prstGeom prst="arc">
                <a:avLst>
                  <a:gd name="adj1" fmla="val 16200000"/>
                  <a:gd name="adj2" fmla="val 5522870"/>
                </a:avLst>
              </a:prstGeom>
              <a:ln w="152400" cap="rnd">
                <a:solidFill>
                  <a:schemeClr val="bg1"/>
                </a:solidFill>
              </a:ln>
              <a:effectLst>
                <a:outerShdw blurRad="38100" sx="101000" sy="101000" algn="ctr"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sp>
          <p:nvSpPr>
            <p:cNvPr id="28" name="文本框 27"/>
            <p:cNvSpPr txBox="1"/>
            <p:nvPr/>
          </p:nvSpPr>
          <p:spPr>
            <a:xfrm>
              <a:off x="6610350" y="2614597"/>
              <a:ext cx="1791969" cy="583565"/>
            </a:xfrm>
            <a:prstGeom prst="rect">
              <a:avLst/>
            </a:prstGeom>
            <a:noFill/>
          </p:spPr>
          <p:txBody>
            <a:bodyPr wrap="square" rtlCol="0">
              <a:spAutoFit/>
            </a:bodyPr>
            <a:lstStyle/>
            <a:p>
              <a:pPr algn="ctr"/>
              <a:r>
                <a:rPr lang="en-US" altLang="zh-CN" sz="3200" dirty="0">
                  <a:solidFill>
                    <a:schemeClr val="bg1"/>
                  </a:solidFill>
                  <a:cs typeface="+mn-ea"/>
                  <a:sym typeface="+mn-lt"/>
                </a:rPr>
                <a:t>50%</a:t>
              </a:r>
            </a:p>
          </p:txBody>
        </p:sp>
        <p:grpSp>
          <p:nvGrpSpPr>
            <p:cNvPr id="26" name="组合 25"/>
            <p:cNvGrpSpPr/>
            <p:nvPr/>
          </p:nvGrpSpPr>
          <p:grpSpPr>
            <a:xfrm>
              <a:off x="9312275" y="1988820"/>
              <a:ext cx="1791970" cy="1791970"/>
              <a:chOff x="9136653" y="1841579"/>
              <a:chExt cx="1939068" cy="1939068"/>
            </a:xfrm>
          </p:grpSpPr>
          <p:grpSp>
            <p:nvGrpSpPr>
              <p:cNvPr id="29" name="组合 28"/>
              <p:cNvGrpSpPr/>
              <p:nvPr/>
            </p:nvGrpSpPr>
            <p:grpSpPr>
              <a:xfrm>
                <a:off x="9136653" y="1841579"/>
                <a:ext cx="1939068" cy="1939068"/>
                <a:chOff x="6662056" y="1325999"/>
                <a:chExt cx="4717142" cy="4717142"/>
              </a:xfrm>
            </p:grpSpPr>
            <p:sp>
              <p:nvSpPr>
                <p:cNvPr id="30" name="椭圆 29"/>
                <p:cNvSpPr/>
                <p:nvPr/>
              </p:nvSpPr>
              <p:spPr>
                <a:xfrm>
                  <a:off x="6662056" y="1325999"/>
                  <a:ext cx="4717142" cy="4717142"/>
                </a:xfrm>
                <a:prstGeom prst="ellipse">
                  <a:avLst/>
                </a:prstGeom>
                <a:solidFill>
                  <a:schemeClr val="accent2"/>
                </a:solidFill>
                <a:ln>
                  <a:noFill/>
                </a:ln>
                <a:effectLst>
                  <a:outerShdw blurRad="381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弧形 30"/>
                <p:cNvSpPr/>
                <p:nvPr/>
              </p:nvSpPr>
              <p:spPr>
                <a:xfrm>
                  <a:off x="7167238" y="1831181"/>
                  <a:ext cx="3706778" cy="3706778"/>
                </a:xfrm>
                <a:prstGeom prst="arc">
                  <a:avLst>
                    <a:gd name="adj1" fmla="val 16200000"/>
                    <a:gd name="adj2" fmla="val 13905248"/>
                  </a:avLst>
                </a:prstGeom>
                <a:ln w="152400" cap="rnd">
                  <a:solidFill>
                    <a:schemeClr val="bg1"/>
                  </a:solidFill>
                </a:ln>
                <a:effectLst>
                  <a:outerShdw blurRad="38100" sx="101000" sy="101000" algn="ctr"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sp>
            <p:nvSpPr>
              <p:cNvPr id="32" name="文本框 31"/>
              <p:cNvSpPr txBox="1"/>
              <p:nvPr/>
            </p:nvSpPr>
            <p:spPr>
              <a:xfrm>
                <a:off x="9136653" y="2518724"/>
                <a:ext cx="1939068" cy="631468"/>
              </a:xfrm>
              <a:prstGeom prst="rect">
                <a:avLst/>
              </a:prstGeom>
              <a:noFill/>
            </p:spPr>
            <p:txBody>
              <a:bodyPr wrap="square" rtlCol="0">
                <a:spAutoFit/>
              </a:bodyPr>
              <a:lstStyle/>
              <a:p>
                <a:pPr algn="ctr"/>
                <a:r>
                  <a:rPr lang="en-US" altLang="zh-CN" sz="3200" dirty="0">
                    <a:solidFill>
                      <a:schemeClr val="bg1"/>
                    </a:solidFill>
                    <a:cs typeface="+mn-ea"/>
                    <a:sym typeface="+mn-lt"/>
                  </a:rPr>
                  <a:t>85%</a:t>
                </a:r>
              </a:p>
            </p:txBody>
          </p:sp>
        </p:grpSp>
        <p:sp>
          <p:nvSpPr>
            <p:cNvPr id="42" name="文本框 41"/>
            <p:cNvSpPr txBox="1"/>
            <p:nvPr/>
          </p:nvSpPr>
          <p:spPr>
            <a:xfrm>
              <a:off x="6265423" y="4763904"/>
              <a:ext cx="2334610" cy="1028871"/>
            </a:xfrm>
            <a:prstGeom prst="rect">
              <a:avLst/>
            </a:prstGeom>
            <a:noFill/>
          </p:spPr>
          <p:txBody>
            <a:bodyPr wrap="square" rtlCol="0">
              <a:spAutoFit/>
            </a:bodyPr>
            <a:lstStyle/>
            <a:p>
              <a:pPr marL="0" marR="0" lvl="0" indent="0" algn="ctr" defTabSz="914400" rtl="0" eaLnBrk="1" fontAlgn="base" latinLnBrk="0" hangingPunct="1">
                <a:lnSpc>
                  <a:spcPct val="150000"/>
                </a:lnSpc>
                <a:spcBef>
                  <a:spcPct val="0"/>
                </a:spcBef>
                <a:spcAft>
                  <a:spcPct val="0"/>
                </a:spcAft>
                <a:buClrTx/>
                <a:buSzTx/>
                <a:buFontTx/>
                <a:buNone/>
                <a:defRPr/>
              </a:pPr>
              <a:r>
                <a:rPr lang="zh-CN" altLang="en-US" sz="1400" noProof="0" dirty="0">
                  <a:ln>
                    <a:noFill/>
                  </a:ln>
                  <a:effectLst/>
                  <a:uLnTx/>
                  <a:uFillTx/>
                  <a:cs typeface="+mn-ea"/>
                  <a:sym typeface="+mn-lt"/>
                </a:rPr>
                <a:t>此处添加详细文本描述，建议与标题相关并符合整体语言风格</a:t>
              </a:r>
              <a:endParaRPr lang="zh-CN" altLang="en-US" sz="1400" spc="40" dirty="0">
                <a:cs typeface="+mn-ea"/>
                <a:sym typeface="+mn-lt"/>
              </a:endParaRPr>
            </a:p>
          </p:txBody>
        </p:sp>
        <p:sp>
          <p:nvSpPr>
            <p:cNvPr id="43" name="文本框 42"/>
            <p:cNvSpPr txBox="1"/>
            <p:nvPr/>
          </p:nvSpPr>
          <p:spPr>
            <a:xfrm>
              <a:off x="6434641" y="4169534"/>
              <a:ext cx="1996174" cy="400110"/>
            </a:xfrm>
            <a:prstGeom prst="rect">
              <a:avLst/>
            </a:prstGeom>
            <a:noFill/>
          </p:spPr>
          <p:txBody>
            <a:bodyPr wrap="square" rtlCol="0">
              <a:spAutoFit/>
            </a:bodyPr>
            <a:lstStyle/>
            <a:p>
              <a:pPr algn="ctr"/>
              <a:r>
                <a:rPr lang="zh-CN" altLang="en-US" sz="2000" b="1" dirty="0">
                  <a:cs typeface="+mn-ea"/>
                  <a:sym typeface="+mn-lt"/>
                </a:rPr>
                <a:t>点击输入标题</a:t>
              </a:r>
            </a:p>
          </p:txBody>
        </p:sp>
        <p:sp>
          <p:nvSpPr>
            <p:cNvPr id="44" name="矩形 43"/>
            <p:cNvSpPr/>
            <p:nvPr/>
          </p:nvSpPr>
          <p:spPr>
            <a:xfrm>
              <a:off x="7288727" y="4618959"/>
              <a:ext cx="288000" cy="28800"/>
            </a:xfrm>
            <a:prstGeom prst="rect">
              <a:avLst/>
            </a:prstGeom>
            <a:solidFill>
              <a:srgbClr val="3A5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cs typeface="+mn-ea"/>
                <a:sym typeface="+mn-lt"/>
              </a:endParaRPr>
            </a:p>
          </p:txBody>
        </p:sp>
        <p:sp>
          <p:nvSpPr>
            <p:cNvPr id="63" name="文本框 62"/>
            <p:cNvSpPr txBox="1"/>
            <p:nvPr/>
          </p:nvSpPr>
          <p:spPr>
            <a:xfrm>
              <a:off x="8938885" y="4763904"/>
              <a:ext cx="2334610" cy="1028871"/>
            </a:xfrm>
            <a:prstGeom prst="rect">
              <a:avLst/>
            </a:prstGeom>
            <a:noFill/>
          </p:spPr>
          <p:txBody>
            <a:bodyPr wrap="square" rtlCol="0">
              <a:spAutoFit/>
            </a:bodyPr>
            <a:lstStyle/>
            <a:p>
              <a:pPr marL="0" marR="0" lvl="0" indent="0" algn="ctr" defTabSz="914400" rtl="0" eaLnBrk="1" fontAlgn="base" latinLnBrk="0" hangingPunct="1">
                <a:lnSpc>
                  <a:spcPct val="150000"/>
                </a:lnSpc>
                <a:spcBef>
                  <a:spcPct val="0"/>
                </a:spcBef>
                <a:spcAft>
                  <a:spcPct val="0"/>
                </a:spcAft>
                <a:buClrTx/>
                <a:buSzTx/>
                <a:buFontTx/>
                <a:buNone/>
                <a:defRPr/>
              </a:pPr>
              <a:r>
                <a:rPr lang="zh-CN" altLang="en-US" sz="1400" noProof="0" dirty="0">
                  <a:ln>
                    <a:noFill/>
                  </a:ln>
                  <a:effectLst/>
                  <a:uLnTx/>
                  <a:uFillTx/>
                  <a:cs typeface="+mn-ea"/>
                  <a:sym typeface="+mn-lt"/>
                </a:rPr>
                <a:t>此处添加详细文本描述，建议与标题相关并符合整体语言风格</a:t>
              </a:r>
              <a:endParaRPr lang="zh-CN" altLang="en-US" sz="1400" spc="40" dirty="0">
                <a:cs typeface="+mn-ea"/>
                <a:sym typeface="+mn-lt"/>
              </a:endParaRPr>
            </a:p>
          </p:txBody>
        </p:sp>
        <p:sp>
          <p:nvSpPr>
            <p:cNvPr id="45" name="文本框 44"/>
            <p:cNvSpPr txBox="1"/>
            <p:nvPr/>
          </p:nvSpPr>
          <p:spPr>
            <a:xfrm>
              <a:off x="9108103" y="4169534"/>
              <a:ext cx="1996174" cy="400110"/>
            </a:xfrm>
            <a:prstGeom prst="rect">
              <a:avLst/>
            </a:prstGeom>
            <a:noFill/>
          </p:spPr>
          <p:txBody>
            <a:bodyPr wrap="square" rtlCol="0">
              <a:spAutoFit/>
            </a:bodyPr>
            <a:lstStyle/>
            <a:p>
              <a:pPr algn="ctr"/>
              <a:r>
                <a:rPr lang="zh-CN" altLang="en-US" sz="2000" b="1" dirty="0">
                  <a:cs typeface="+mn-ea"/>
                  <a:sym typeface="+mn-lt"/>
                </a:rPr>
                <a:t>点击输入标题</a:t>
              </a:r>
            </a:p>
          </p:txBody>
        </p:sp>
        <p:sp>
          <p:nvSpPr>
            <p:cNvPr id="65" name="矩形 64"/>
            <p:cNvSpPr/>
            <p:nvPr/>
          </p:nvSpPr>
          <p:spPr>
            <a:xfrm>
              <a:off x="9962189" y="4618959"/>
              <a:ext cx="288000" cy="28800"/>
            </a:xfrm>
            <a:prstGeom prst="rect">
              <a:avLst/>
            </a:prstGeom>
            <a:solidFill>
              <a:srgbClr val="128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a:extLst>
              <a:ext uri="{FF2B5EF4-FFF2-40B4-BE49-F238E27FC236}">
                <a16:creationId xmlns="" xmlns:a16="http://schemas.microsoft.com/office/drawing/2014/main" id="{087FC948-CA00-43F7-BA15-FF8CF45582C8}"/>
              </a:ext>
            </a:extLst>
          </p:cNvPr>
          <p:cNvGrpSpPr/>
          <p:nvPr/>
        </p:nvGrpSpPr>
        <p:grpSpPr>
          <a:xfrm>
            <a:off x="-1036609" y="-1457037"/>
            <a:ext cx="13471490" cy="11522369"/>
            <a:chOff x="-1036609" y="-1457037"/>
            <a:chExt cx="13471490" cy="11522369"/>
          </a:xfrm>
        </p:grpSpPr>
        <p:grpSp>
          <p:nvGrpSpPr>
            <p:cNvPr id="56" name="组合 55">
              <a:extLst>
                <a:ext uri="{FF2B5EF4-FFF2-40B4-BE49-F238E27FC236}">
                  <a16:creationId xmlns="" xmlns:a16="http://schemas.microsoft.com/office/drawing/2014/main" id="{47E08DFB-C391-4A0E-BCBA-B4E3116C5C54}"/>
                </a:ext>
              </a:extLst>
            </p:cNvPr>
            <p:cNvGrpSpPr/>
            <p:nvPr/>
          </p:nvGrpSpPr>
          <p:grpSpPr>
            <a:xfrm>
              <a:off x="-1036609" y="-1457037"/>
              <a:ext cx="13471490" cy="11522369"/>
              <a:chOff x="-1036609" y="-1457037"/>
              <a:chExt cx="13471490" cy="11522369"/>
            </a:xfrm>
          </p:grpSpPr>
          <p:grpSp>
            <p:nvGrpSpPr>
              <p:cNvPr id="58" name="组合 57">
                <a:extLst>
                  <a:ext uri="{FF2B5EF4-FFF2-40B4-BE49-F238E27FC236}">
                    <a16:creationId xmlns="" xmlns:a16="http://schemas.microsoft.com/office/drawing/2014/main" id="{15C23C9D-DB50-4D24-A734-50BFF8CFE8F3}"/>
                  </a:ext>
                </a:extLst>
              </p:cNvPr>
              <p:cNvGrpSpPr/>
              <p:nvPr/>
            </p:nvGrpSpPr>
            <p:grpSpPr>
              <a:xfrm>
                <a:off x="-1036609" y="-1457037"/>
                <a:ext cx="13417347" cy="11522369"/>
                <a:chOff x="-1036609" y="-1457037"/>
                <a:chExt cx="13417347" cy="11522369"/>
              </a:xfrm>
            </p:grpSpPr>
            <p:grpSp>
              <p:nvGrpSpPr>
                <p:cNvPr id="60" name="组合 59">
                  <a:extLst>
                    <a:ext uri="{FF2B5EF4-FFF2-40B4-BE49-F238E27FC236}">
                      <a16:creationId xmlns="" xmlns:a16="http://schemas.microsoft.com/office/drawing/2014/main" id="{922F3F10-F17E-476D-A6B5-E0515884CB98}"/>
                    </a:ext>
                  </a:extLst>
                </p:cNvPr>
                <p:cNvGrpSpPr/>
                <p:nvPr/>
              </p:nvGrpSpPr>
              <p:grpSpPr>
                <a:xfrm>
                  <a:off x="-520087" y="-1457037"/>
                  <a:ext cx="12900825" cy="11522369"/>
                  <a:chOff x="-520087" y="-1457037"/>
                  <a:chExt cx="12900825" cy="11522369"/>
                </a:xfrm>
              </p:grpSpPr>
              <p:pic>
                <p:nvPicPr>
                  <p:cNvPr id="63" name="图片 62">
                    <a:extLst>
                      <a:ext uri="{FF2B5EF4-FFF2-40B4-BE49-F238E27FC236}">
                        <a16:creationId xmlns="" xmlns:a16="http://schemas.microsoft.com/office/drawing/2014/main" id="{90FE0DA5-2CDC-4FA3-8312-A23F27520F07}"/>
                      </a:ext>
                    </a:extLst>
                  </p:cNvPr>
                  <p:cNvPicPr>
                    <a:picLocks noChangeAspect="1"/>
                  </p:cNvPicPr>
                  <p:nvPr/>
                </p:nvPicPr>
                <p:blipFill rotWithShape="1">
                  <a:blip r:embed="rId3">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64" name="图片 63">
                    <a:extLst>
                      <a:ext uri="{FF2B5EF4-FFF2-40B4-BE49-F238E27FC236}">
                        <a16:creationId xmlns="" xmlns:a16="http://schemas.microsoft.com/office/drawing/2014/main" id="{077B0957-2EEE-43CB-8DF4-1396E91D36F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61" name="图片 60">
                  <a:extLst>
                    <a:ext uri="{FF2B5EF4-FFF2-40B4-BE49-F238E27FC236}">
                      <a16:creationId xmlns="" xmlns:a16="http://schemas.microsoft.com/office/drawing/2014/main" id="{E7D37B45-0D30-4BFF-A41C-E15EC2B2EDA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62" name="图片 61">
                  <a:extLst>
                    <a:ext uri="{FF2B5EF4-FFF2-40B4-BE49-F238E27FC236}">
                      <a16:creationId xmlns="" xmlns:a16="http://schemas.microsoft.com/office/drawing/2014/main" id="{8E6A0BF6-BB28-4636-8BA8-C449DB94FDD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59" name="图片 58">
                <a:extLst>
                  <a:ext uri="{FF2B5EF4-FFF2-40B4-BE49-F238E27FC236}">
                    <a16:creationId xmlns="" xmlns:a16="http://schemas.microsoft.com/office/drawing/2014/main" id="{4750D6A8-BEBF-4966-93CB-7F619F3F939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57" name="文本框 56">
              <a:extLst>
                <a:ext uri="{FF2B5EF4-FFF2-40B4-BE49-F238E27FC236}">
                  <a16:creationId xmlns="" xmlns:a16="http://schemas.microsoft.com/office/drawing/2014/main" id="{A58EC711-A7ED-4F5C-BA1F-F1806D107A61}"/>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cs typeface="+mn-ea"/>
                  <a:sym typeface="+mn-lt"/>
                </a:rPr>
                <a:t>输入标题文本</a:t>
              </a:r>
            </a:p>
          </p:txBody>
        </p:sp>
      </p:grpSp>
      <p:grpSp>
        <p:nvGrpSpPr>
          <p:cNvPr id="3" name="组合 2">
            <a:extLst>
              <a:ext uri="{FF2B5EF4-FFF2-40B4-BE49-F238E27FC236}">
                <a16:creationId xmlns="" xmlns:a16="http://schemas.microsoft.com/office/drawing/2014/main" id="{F249CDE5-E935-4414-A88A-15CB36B154C7}"/>
              </a:ext>
            </a:extLst>
          </p:cNvPr>
          <p:cNvGrpSpPr/>
          <p:nvPr/>
        </p:nvGrpSpPr>
        <p:grpSpPr>
          <a:xfrm>
            <a:off x="3773764" y="2065668"/>
            <a:ext cx="4390035" cy="3481601"/>
            <a:chOff x="3773764" y="2065668"/>
            <a:chExt cx="4390035" cy="3481601"/>
          </a:xfrm>
        </p:grpSpPr>
        <p:sp>
          <p:nvSpPr>
            <p:cNvPr id="25" name="六边形 24"/>
            <p:cNvSpPr/>
            <p:nvPr/>
          </p:nvSpPr>
          <p:spPr>
            <a:xfrm rot="3881436">
              <a:off x="5140937" y="2186321"/>
              <a:ext cx="1749465" cy="1508159"/>
            </a:xfrm>
            <a:prstGeom prst="hexagon">
              <a:avLst/>
            </a:prstGeom>
            <a:ln w="6350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26" name="六边形 25"/>
            <p:cNvSpPr/>
            <p:nvPr/>
          </p:nvSpPr>
          <p:spPr>
            <a:xfrm rot="3881436">
              <a:off x="5044380" y="3918457"/>
              <a:ext cx="1749464" cy="1508159"/>
            </a:xfrm>
            <a:prstGeom prst="hexagon">
              <a:avLst/>
            </a:prstGeom>
            <a:ln w="6350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27" name="六边形 26"/>
            <p:cNvSpPr/>
            <p:nvPr/>
          </p:nvSpPr>
          <p:spPr>
            <a:xfrm rot="3881436">
              <a:off x="6534988" y="3204789"/>
              <a:ext cx="1749464" cy="1508159"/>
            </a:xfrm>
            <a:prstGeom prst="hexagon">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28" name="六边形 27"/>
            <p:cNvSpPr/>
            <p:nvPr/>
          </p:nvSpPr>
          <p:spPr>
            <a:xfrm rot="3881436">
              <a:off x="3653112" y="2901340"/>
              <a:ext cx="1749464" cy="1508159"/>
            </a:xfrm>
            <a:prstGeom prst="hexagon">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29" name="Freeform 34"/>
            <p:cNvSpPr/>
            <p:nvPr/>
          </p:nvSpPr>
          <p:spPr bwMode="auto">
            <a:xfrm>
              <a:off x="4207549" y="3373769"/>
              <a:ext cx="718643" cy="635264"/>
            </a:xfrm>
            <a:custGeom>
              <a:avLst/>
              <a:gdLst>
                <a:gd name="T0" fmla="*/ 136 w 136"/>
                <a:gd name="T1" fmla="*/ 48 h 120"/>
                <a:gd name="T2" fmla="*/ 68 w 136"/>
                <a:gd name="T3" fmla="*/ 0 h 120"/>
                <a:gd name="T4" fmla="*/ 0 w 136"/>
                <a:gd name="T5" fmla="*/ 48 h 120"/>
                <a:gd name="T6" fmla="*/ 37 w 136"/>
                <a:gd name="T7" fmla="*/ 91 h 120"/>
                <a:gd name="T8" fmla="*/ 22 w 136"/>
                <a:gd name="T9" fmla="*/ 120 h 120"/>
                <a:gd name="T10" fmla="*/ 73 w 136"/>
                <a:gd name="T11" fmla="*/ 96 h 120"/>
                <a:gd name="T12" fmla="*/ 136 w 136"/>
                <a:gd name="T13" fmla="*/ 48 h 120"/>
              </a:gdLst>
              <a:ahLst/>
              <a:cxnLst>
                <a:cxn ang="0">
                  <a:pos x="T0" y="T1"/>
                </a:cxn>
                <a:cxn ang="0">
                  <a:pos x="T2" y="T3"/>
                </a:cxn>
                <a:cxn ang="0">
                  <a:pos x="T4" y="T5"/>
                </a:cxn>
                <a:cxn ang="0">
                  <a:pos x="T6" y="T7"/>
                </a:cxn>
                <a:cxn ang="0">
                  <a:pos x="T8" y="T9"/>
                </a:cxn>
                <a:cxn ang="0">
                  <a:pos x="T10" y="T11"/>
                </a:cxn>
                <a:cxn ang="0">
                  <a:pos x="T12" y="T13"/>
                </a:cxn>
              </a:cxnLst>
              <a:rect l="0" t="0" r="r" b="b"/>
              <a:pathLst>
                <a:path w="136" h="120">
                  <a:moveTo>
                    <a:pt x="136" y="48"/>
                  </a:moveTo>
                  <a:cubicBezTo>
                    <a:pt x="136" y="22"/>
                    <a:pt x="106" y="0"/>
                    <a:pt x="68" y="0"/>
                  </a:cubicBezTo>
                  <a:cubicBezTo>
                    <a:pt x="31" y="0"/>
                    <a:pt x="0" y="22"/>
                    <a:pt x="0" y="48"/>
                  </a:cubicBezTo>
                  <a:cubicBezTo>
                    <a:pt x="0" y="67"/>
                    <a:pt x="15" y="83"/>
                    <a:pt x="37" y="91"/>
                  </a:cubicBezTo>
                  <a:cubicBezTo>
                    <a:pt x="38" y="96"/>
                    <a:pt x="37" y="106"/>
                    <a:pt x="22" y="120"/>
                  </a:cubicBezTo>
                  <a:cubicBezTo>
                    <a:pt x="22" y="120"/>
                    <a:pt x="54" y="111"/>
                    <a:pt x="73" y="96"/>
                  </a:cubicBezTo>
                  <a:cubicBezTo>
                    <a:pt x="108" y="94"/>
                    <a:pt x="136" y="73"/>
                    <a:pt x="136" y="48"/>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30" name="Freeform 64"/>
            <p:cNvSpPr>
              <a:spLocks noEditPoints="1"/>
            </p:cNvSpPr>
            <p:nvPr/>
          </p:nvSpPr>
          <p:spPr bwMode="auto">
            <a:xfrm>
              <a:off x="5540703" y="4432278"/>
              <a:ext cx="647720" cy="618445"/>
            </a:xfrm>
            <a:custGeom>
              <a:avLst/>
              <a:gdLst>
                <a:gd name="T0" fmla="*/ 125 w 133"/>
                <a:gd name="T1" fmla="*/ 0 h 127"/>
                <a:gd name="T2" fmla="*/ 9 w 133"/>
                <a:gd name="T3" fmla="*/ 0 h 127"/>
                <a:gd name="T4" fmla="*/ 0 w 133"/>
                <a:gd name="T5" fmla="*/ 9 h 127"/>
                <a:gd name="T6" fmla="*/ 0 w 133"/>
                <a:gd name="T7" fmla="*/ 91 h 127"/>
                <a:gd name="T8" fmla="*/ 9 w 133"/>
                <a:gd name="T9" fmla="*/ 100 h 127"/>
                <a:gd name="T10" fmla="*/ 53 w 133"/>
                <a:gd name="T11" fmla="*/ 100 h 127"/>
                <a:gd name="T12" fmla="*/ 40 w 133"/>
                <a:gd name="T13" fmla="*/ 118 h 127"/>
                <a:gd name="T14" fmla="*/ 40 w 133"/>
                <a:gd name="T15" fmla="*/ 127 h 127"/>
                <a:gd name="T16" fmla="*/ 53 w 133"/>
                <a:gd name="T17" fmla="*/ 127 h 127"/>
                <a:gd name="T18" fmla="*/ 80 w 133"/>
                <a:gd name="T19" fmla="*/ 127 h 127"/>
                <a:gd name="T20" fmla="*/ 94 w 133"/>
                <a:gd name="T21" fmla="*/ 127 h 127"/>
                <a:gd name="T22" fmla="*/ 94 w 133"/>
                <a:gd name="T23" fmla="*/ 118 h 127"/>
                <a:gd name="T24" fmla="*/ 80 w 133"/>
                <a:gd name="T25" fmla="*/ 100 h 127"/>
                <a:gd name="T26" fmla="*/ 125 w 133"/>
                <a:gd name="T27" fmla="*/ 100 h 127"/>
                <a:gd name="T28" fmla="*/ 133 w 133"/>
                <a:gd name="T29" fmla="*/ 91 h 127"/>
                <a:gd name="T30" fmla="*/ 133 w 133"/>
                <a:gd name="T31" fmla="*/ 9 h 127"/>
                <a:gd name="T32" fmla="*/ 125 w 133"/>
                <a:gd name="T33" fmla="*/ 0 h 127"/>
                <a:gd name="T34" fmla="*/ 60 w 133"/>
                <a:gd name="T35" fmla="*/ 89 h 127"/>
                <a:gd name="T36" fmla="*/ 67 w 133"/>
                <a:gd name="T37" fmla="*/ 82 h 127"/>
                <a:gd name="T38" fmla="*/ 75 w 133"/>
                <a:gd name="T39" fmla="*/ 89 h 127"/>
                <a:gd name="T40" fmla="*/ 67 w 133"/>
                <a:gd name="T41" fmla="*/ 97 h 127"/>
                <a:gd name="T42" fmla="*/ 60 w 133"/>
                <a:gd name="T43" fmla="*/ 89 h 127"/>
                <a:gd name="T44" fmla="*/ 124 w 133"/>
                <a:gd name="T45" fmla="*/ 79 h 127"/>
                <a:gd name="T46" fmla="*/ 10 w 133"/>
                <a:gd name="T47" fmla="*/ 79 h 127"/>
                <a:gd name="T48" fmla="*/ 10 w 133"/>
                <a:gd name="T49" fmla="*/ 10 h 127"/>
                <a:gd name="T50" fmla="*/ 124 w 133"/>
                <a:gd name="T51" fmla="*/ 10 h 127"/>
                <a:gd name="T52" fmla="*/ 124 w 133"/>
                <a:gd name="T53" fmla="*/ 7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3" h="127">
                  <a:moveTo>
                    <a:pt x="125" y="0"/>
                  </a:moveTo>
                  <a:cubicBezTo>
                    <a:pt x="9" y="0"/>
                    <a:pt x="9" y="0"/>
                    <a:pt x="9" y="0"/>
                  </a:cubicBezTo>
                  <a:cubicBezTo>
                    <a:pt x="4" y="0"/>
                    <a:pt x="0" y="4"/>
                    <a:pt x="0" y="9"/>
                  </a:cubicBezTo>
                  <a:cubicBezTo>
                    <a:pt x="0" y="91"/>
                    <a:pt x="0" y="91"/>
                    <a:pt x="0" y="91"/>
                  </a:cubicBezTo>
                  <a:cubicBezTo>
                    <a:pt x="0" y="96"/>
                    <a:pt x="4" y="100"/>
                    <a:pt x="9" y="100"/>
                  </a:cubicBezTo>
                  <a:cubicBezTo>
                    <a:pt x="53" y="100"/>
                    <a:pt x="53" y="100"/>
                    <a:pt x="53" y="100"/>
                  </a:cubicBezTo>
                  <a:cubicBezTo>
                    <a:pt x="53" y="100"/>
                    <a:pt x="55" y="118"/>
                    <a:pt x="40" y="118"/>
                  </a:cubicBezTo>
                  <a:cubicBezTo>
                    <a:pt x="40" y="127"/>
                    <a:pt x="40" y="127"/>
                    <a:pt x="40" y="127"/>
                  </a:cubicBezTo>
                  <a:cubicBezTo>
                    <a:pt x="53" y="127"/>
                    <a:pt x="53" y="127"/>
                    <a:pt x="53" y="127"/>
                  </a:cubicBezTo>
                  <a:cubicBezTo>
                    <a:pt x="80" y="127"/>
                    <a:pt x="80" y="127"/>
                    <a:pt x="80" y="127"/>
                  </a:cubicBezTo>
                  <a:cubicBezTo>
                    <a:pt x="94" y="127"/>
                    <a:pt x="94" y="127"/>
                    <a:pt x="94" y="127"/>
                  </a:cubicBezTo>
                  <a:cubicBezTo>
                    <a:pt x="94" y="118"/>
                    <a:pt x="94" y="118"/>
                    <a:pt x="94" y="118"/>
                  </a:cubicBezTo>
                  <a:cubicBezTo>
                    <a:pt x="78" y="118"/>
                    <a:pt x="80" y="100"/>
                    <a:pt x="80" y="100"/>
                  </a:cubicBezTo>
                  <a:cubicBezTo>
                    <a:pt x="125" y="100"/>
                    <a:pt x="125" y="100"/>
                    <a:pt x="125" y="100"/>
                  </a:cubicBezTo>
                  <a:cubicBezTo>
                    <a:pt x="129" y="100"/>
                    <a:pt x="133" y="96"/>
                    <a:pt x="133" y="91"/>
                  </a:cubicBezTo>
                  <a:cubicBezTo>
                    <a:pt x="133" y="9"/>
                    <a:pt x="133" y="9"/>
                    <a:pt x="133" y="9"/>
                  </a:cubicBezTo>
                  <a:cubicBezTo>
                    <a:pt x="133" y="4"/>
                    <a:pt x="129" y="0"/>
                    <a:pt x="125" y="0"/>
                  </a:cubicBezTo>
                  <a:close/>
                  <a:moveTo>
                    <a:pt x="60" y="89"/>
                  </a:moveTo>
                  <a:cubicBezTo>
                    <a:pt x="60" y="85"/>
                    <a:pt x="63" y="82"/>
                    <a:pt x="67" y="82"/>
                  </a:cubicBezTo>
                  <a:cubicBezTo>
                    <a:pt x="72" y="82"/>
                    <a:pt x="75" y="85"/>
                    <a:pt x="75" y="89"/>
                  </a:cubicBezTo>
                  <a:cubicBezTo>
                    <a:pt x="75" y="94"/>
                    <a:pt x="72" y="97"/>
                    <a:pt x="67" y="97"/>
                  </a:cubicBezTo>
                  <a:cubicBezTo>
                    <a:pt x="63" y="97"/>
                    <a:pt x="60" y="94"/>
                    <a:pt x="60" y="89"/>
                  </a:cubicBezTo>
                  <a:close/>
                  <a:moveTo>
                    <a:pt x="124" y="79"/>
                  </a:moveTo>
                  <a:cubicBezTo>
                    <a:pt x="10" y="79"/>
                    <a:pt x="10" y="79"/>
                    <a:pt x="10" y="79"/>
                  </a:cubicBezTo>
                  <a:cubicBezTo>
                    <a:pt x="10" y="10"/>
                    <a:pt x="10" y="10"/>
                    <a:pt x="10" y="10"/>
                  </a:cubicBezTo>
                  <a:cubicBezTo>
                    <a:pt x="124" y="10"/>
                    <a:pt x="124" y="10"/>
                    <a:pt x="124" y="10"/>
                  </a:cubicBezTo>
                  <a:lnTo>
                    <a:pt x="124" y="7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grpSp>
          <p:nvGrpSpPr>
            <p:cNvPr id="31" name="组合 30"/>
            <p:cNvGrpSpPr/>
            <p:nvPr/>
          </p:nvGrpSpPr>
          <p:grpSpPr>
            <a:xfrm>
              <a:off x="7189899" y="3779535"/>
              <a:ext cx="619382" cy="539973"/>
              <a:chOff x="6623247" y="4394597"/>
              <a:chExt cx="389342" cy="339426"/>
            </a:xfrm>
            <a:solidFill>
              <a:schemeClr val="accent1"/>
            </a:solidFill>
          </p:grpSpPr>
          <p:sp>
            <p:nvSpPr>
              <p:cNvPr id="32" name="Freeform 110"/>
              <p:cNvSpPr/>
              <p:nvPr/>
            </p:nvSpPr>
            <p:spPr bwMode="auto">
              <a:xfrm>
                <a:off x="6882808" y="4496924"/>
                <a:ext cx="102328" cy="102328"/>
              </a:xfrm>
              <a:custGeom>
                <a:avLst/>
                <a:gdLst>
                  <a:gd name="T0" fmla="*/ 0 w 41"/>
                  <a:gd name="T1" fmla="*/ 39 h 41"/>
                  <a:gd name="T2" fmla="*/ 3 w 41"/>
                  <a:gd name="T3" fmla="*/ 41 h 41"/>
                  <a:gd name="T4" fmla="*/ 41 w 41"/>
                  <a:gd name="T5" fmla="*/ 3 h 41"/>
                  <a:gd name="T6" fmla="*/ 39 w 41"/>
                  <a:gd name="T7" fmla="*/ 0 h 41"/>
                  <a:gd name="T8" fmla="*/ 0 w 41"/>
                  <a:gd name="T9" fmla="*/ 39 h 41"/>
                </a:gdLst>
                <a:ahLst/>
                <a:cxnLst>
                  <a:cxn ang="0">
                    <a:pos x="T0" y="T1"/>
                  </a:cxn>
                  <a:cxn ang="0">
                    <a:pos x="T2" y="T3"/>
                  </a:cxn>
                  <a:cxn ang="0">
                    <a:pos x="T4" y="T5"/>
                  </a:cxn>
                  <a:cxn ang="0">
                    <a:pos x="T6" y="T7"/>
                  </a:cxn>
                  <a:cxn ang="0">
                    <a:pos x="T8" y="T9"/>
                  </a:cxn>
                </a:cxnLst>
                <a:rect l="0" t="0" r="r" b="b"/>
                <a:pathLst>
                  <a:path w="41" h="41">
                    <a:moveTo>
                      <a:pt x="0" y="39"/>
                    </a:moveTo>
                    <a:lnTo>
                      <a:pt x="3" y="41"/>
                    </a:lnTo>
                    <a:lnTo>
                      <a:pt x="41" y="3"/>
                    </a:lnTo>
                    <a:lnTo>
                      <a:pt x="39" y="0"/>
                    </a:lnTo>
                    <a:lnTo>
                      <a:pt x="0"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33" name="Freeform 111"/>
              <p:cNvSpPr/>
              <p:nvPr/>
            </p:nvSpPr>
            <p:spPr bwMode="auto">
              <a:xfrm>
                <a:off x="6860345" y="4469470"/>
                <a:ext cx="109814" cy="114806"/>
              </a:xfrm>
              <a:custGeom>
                <a:avLst/>
                <a:gdLst>
                  <a:gd name="T0" fmla="*/ 37 w 44"/>
                  <a:gd name="T1" fmla="*/ 0 h 46"/>
                  <a:gd name="T2" fmla="*/ 0 w 44"/>
                  <a:gd name="T3" fmla="*/ 39 h 46"/>
                  <a:gd name="T4" fmla="*/ 6 w 44"/>
                  <a:gd name="T5" fmla="*/ 46 h 46"/>
                  <a:gd name="T6" fmla="*/ 44 w 44"/>
                  <a:gd name="T7" fmla="*/ 8 h 46"/>
                  <a:gd name="T8" fmla="*/ 37 w 44"/>
                  <a:gd name="T9" fmla="*/ 0 h 46"/>
                </a:gdLst>
                <a:ahLst/>
                <a:cxnLst>
                  <a:cxn ang="0">
                    <a:pos x="T0" y="T1"/>
                  </a:cxn>
                  <a:cxn ang="0">
                    <a:pos x="T2" y="T3"/>
                  </a:cxn>
                  <a:cxn ang="0">
                    <a:pos x="T4" y="T5"/>
                  </a:cxn>
                  <a:cxn ang="0">
                    <a:pos x="T6" y="T7"/>
                  </a:cxn>
                  <a:cxn ang="0">
                    <a:pos x="T8" y="T9"/>
                  </a:cxn>
                </a:cxnLst>
                <a:rect l="0" t="0" r="r" b="b"/>
                <a:pathLst>
                  <a:path w="44" h="46">
                    <a:moveTo>
                      <a:pt x="37" y="0"/>
                    </a:moveTo>
                    <a:lnTo>
                      <a:pt x="0" y="39"/>
                    </a:lnTo>
                    <a:lnTo>
                      <a:pt x="6" y="46"/>
                    </a:lnTo>
                    <a:lnTo>
                      <a:pt x="44" y="8"/>
                    </a:lnTo>
                    <a:lnTo>
                      <a:pt x="3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34" name="Freeform 112"/>
              <p:cNvSpPr/>
              <p:nvPr/>
            </p:nvSpPr>
            <p:spPr bwMode="auto">
              <a:xfrm>
                <a:off x="6840379" y="4454495"/>
                <a:ext cx="104823" cy="104823"/>
              </a:xfrm>
              <a:custGeom>
                <a:avLst/>
                <a:gdLst>
                  <a:gd name="T0" fmla="*/ 0 w 42"/>
                  <a:gd name="T1" fmla="*/ 38 h 42"/>
                  <a:gd name="T2" fmla="*/ 4 w 42"/>
                  <a:gd name="T3" fmla="*/ 42 h 42"/>
                  <a:gd name="T4" fmla="*/ 42 w 42"/>
                  <a:gd name="T5" fmla="*/ 4 h 42"/>
                  <a:gd name="T6" fmla="*/ 38 w 42"/>
                  <a:gd name="T7" fmla="*/ 0 h 42"/>
                  <a:gd name="T8" fmla="*/ 0 w 42"/>
                  <a:gd name="T9" fmla="*/ 38 h 42"/>
                </a:gdLst>
                <a:ahLst/>
                <a:cxnLst>
                  <a:cxn ang="0">
                    <a:pos x="T0" y="T1"/>
                  </a:cxn>
                  <a:cxn ang="0">
                    <a:pos x="T2" y="T3"/>
                  </a:cxn>
                  <a:cxn ang="0">
                    <a:pos x="T4" y="T5"/>
                  </a:cxn>
                  <a:cxn ang="0">
                    <a:pos x="T6" y="T7"/>
                  </a:cxn>
                  <a:cxn ang="0">
                    <a:pos x="T8" y="T9"/>
                  </a:cxn>
                </a:cxnLst>
                <a:rect l="0" t="0" r="r" b="b"/>
                <a:pathLst>
                  <a:path w="42" h="42">
                    <a:moveTo>
                      <a:pt x="0" y="38"/>
                    </a:moveTo>
                    <a:lnTo>
                      <a:pt x="4" y="42"/>
                    </a:lnTo>
                    <a:lnTo>
                      <a:pt x="42" y="4"/>
                    </a:lnTo>
                    <a:lnTo>
                      <a:pt x="38" y="0"/>
                    </a:lnTo>
                    <a:lnTo>
                      <a:pt x="0" y="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35" name="Freeform 113"/>
              <p:cNvSpPr/>
              <p:nvPr/>
            </p:nvSpPr>
            <p:spPr bwMode="auto">
              <a:xfrm>
                <a:off x="6812926" y="4556823"/>
                <a:ext cx="69882" cy="69882"/>
              </a:xfrm>
              <a:custGeom>
                <a:avLst/>
                <a:gdLst>
                  <a:gd name="T0" fmla="*/ 28 w 28"/>
                  <a:gd name="T1" fmla="*/ 20 h 28"/>
                  <a:gd name="T2" fmla="*/ 8 w 28"/>
                  <a:gd name="T3" fmla="*/ 0 h 28"/>
                  <a:gd name="T4" fmla="*/ 0 w 28"/>
                  <a:gd name="T5" fmla="*/ 20 h 28"/>
                  <a:gd name="T6" fmla="*/ 9 w 28"/>
                  <a:gd name="T7" fmla="*/ 28 h 28"/>
                  <a:gd name="T8" fmla="*/ 28 w 28"/>
                  <a:gd name="T9" fmla="*/ 20 h 28"/>
                </a:gdLst>
                <a:ahLst/>
                <a:cxnLst>
                  <a:cxn ang="0">
                    <a:pos x="T0" y="T1"/>
                  </a:cxn>
                  <a:cxn ang="0">
                    <a:pos x="T2" y="T3"/>
                  </a:cxn>
                  <a:cxn ang="0">
                    <a:pos x="T4" y="T5"/>
                  </a:cxn>
                  <a:cxn ang="0">
                    <a:pos x="T6" y="T7"/>
                  </a:cxn>
                  <a:cxn ang="0">
                    <a:pos x="T8" y="T9"/>
                  </a:cxn>
                </a:cxnLst>
                <a:rect l="0" t="0" r="r" b="b"/>
                <a:pathLst>
                  <a:path w="28" h="28">
                    <a:moveTo>
                      <a:pt x="28" y="20"/>
                    </a:moveTo>
                    <a:lnTo>
                      <a:pt x="8" y="0"/>
                    </a:lnTo>
                    <a:lnTo>
                      <a:pt x="0" y="20"/>
                    </a:lnTo>
                    <a:lnTo>
                      <a:pt x="9" y="28"/>
                    </a:lnTo>
                    <a:lnTo>
                      <a:pt x="28"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36" name="Freeform 114"/>
              <p:cNvSpPr/>
              <p:nvPr/>
            </p:nvSpPr>
            <p:spPr bwMode="auto">
              <a:xfrm>
                <a:off x="6795455" y="4614225"/>
                <a:ext cx="34941" cy="32446"/>
              </a:xfrm>
              <a:custGeom>
                <a:avLst/>
                <a:gdLst>
                  <a:gd name="T0" fmla="*/ 0 w 14"/>
                  <a:gd name="T1" fmla="*/ 13 h 13"/>
                  <a:gd name="T2" fmla="*/ 14 w 14"/>
                  <a:gd name="T3" fmla="*/ 6 h 13"/>
                  <a:gd name="T4" fmla="*/ 6 w 14"/>
                  <a:gd name="T5" fmla="*/ 0 h 13"/>
                  <a:gd name="T6" fmla="*/ 0 w 14"/>
                  <a:gd name="T7" fmla="*/ 13 h 13"/>
                </a:gdLst>
                <a:ahLst/>
                <a:cxnLst>
                  <a:cxn ang="0">
                    <a:pos x="T0" y="T1"/>
                  </a:cxn>
                  <a:cxn ang="0">
                    <a:pos x="T2" y="T3"/>
                  </a:cxn>
                  <a:cxn ang="0">
                    <a:pos x="T4" y="T5"/>
                  </a:cxn>
                  <a:cxn ang="0">
                    <a:pos x="T6" y="T7"/>
                  </a:cxn>
                </a:cxnLst>
                <a:rect l="0" t="0" r="r" b="b"/>
                <a:pathLst>
                  <a:path w="14" h="13">
                    <a:moveTo>
                      <a:pt x="0" y="13"/>
                    </a:moveTo>
                    <a:lnTo>
                      <a:pt x="14" y="6"/>
                    </a:lnTo>
                    <a:lnTo>
                      <a:pt x="6" y="0"/>
                    </a:lnTo>
                    <a:lnTo>
                      <a:pt x="0" y="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37" name="Freeform 115"/>
              <p:cNvSpPr/>
              <p:nvPr/>
            </p:nvSpPr>
            <p:spPr bwMode="auto">
              <a:xfrm>
                <a:off x="6942707" y="4429538"/>
                <a:ext cx="69882" cy="69882"/>
              </a:xfrm>
              <a:custGeom>
                <a:avLst/>
                <a:gdLst>
                  <a:gd name="T0" fmla="*/ 7 w 28"/>
                  <a:gd name="T1" fmla="*/ 0 h 28"/>
                  <a:gd name="T2" fmla="*/ 0 w 28"/>
                  <a:gd name="T3" fmla="*/ 8 h 28"/>
                  <a:gd name="T4" fmla="*/ 20 w 28"/>
                  <a:gd name="T5" fmla="*/ 28 h 28"/>
                  <a:gd name="T6" fmla="*/ 28 w 28"/>
                  <a:gd name="T7" fmla="*/ 20 h 28"/>
                  <a:gd name="T8" fmla="*/ 7 w 28"/>
                  <a:gd name="T9" fmla="*/ 0 h 28"/>
                </a:gdLst>
                <a:ahLst/>
                <a:cxnLst>
                  <a:cxn ang="0">
                    <a:pos x="T0" y="T1"/>
                  </a:cxn>
                  <a:cxn ang="0">
                    <a:pos x="T2" y="T3"/>
                  </a:cxn>
                  <a:cxn ang="0">
                    <a:pos x="T4" y="T5"/>
                  </a:cxn>
                  <a:cxn ang="0">
                    <a:pos x="T6" y="T7"/>
                  </a:cxn>
                  <a:cxn ang="0">
                    <a:pos x="T8" y="T9"/>
                  </a:cxn>
                </a:cxnLst>
                <a:rect l="0" t="0" r="r" b="b"/>
                <a:pathLst>
                  <a:path w="28" h="28">
                    <a:moveTo>
                      <a:pt x="7" y="0"/>
                    </a:moveTo>
                    <a:lnTo>
                      <a:pt x="0" y="8"/>
                    </a:lnTo>
                    <a:lnTo>
                      <a:pt x="20" y="28"/>
                    </a:lnTo>
                    <a:lnTo>
                      <a:pt x="28" y="20"/>
                    </a:ln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38" name="Freeform 116"/>
              <p:cNvSpPr/>
              <p:nvPr/>
            </p:nvSpPr>
            <p:spPr bwMode="auto">
              <a:xfrm>
                <a:off x="6623247" y="4394597"/>
                <a:ext cx="279527" cy="339426"/>
              </a:xfrm>
              <a:custGeom>
                <a:avLst/>
                <a:gdLst>
                  <a:gd name="T0" fmla="*/ 104 w 112"/>
                  <a:gd name="T1" fmla="*/ 101 h 136"/>
                  <a:gd name="T2" fmla="*/ 83 w 112"/>
                  <a:gd name="T3" fmla="*/ 101 h 136"/>
                  <a:gd name="T4" fmla="*/ 83 w 112"/>
                  <a:gd name="T5" fmla="*/ 129 h 136"/>
                  <a:gd name="T6" fmla="*/ 7 w 112"/>
                  <a:gd name="T7" fmla="*/ 129 h 136"/>
                  <a:gd name="T8" fmla="*/ 7 w 112"/>
                  <a:gd name="T9" fmla="*/ 32 h 136"/>
                  <a:gd name="T10" fmla="*/ 104 w 112"/>
                  <a:gd name="T11" fmla="*/ 32 h 136"/>
                  <a:gd name="T12" fmla="*/ 104 w 112"/>
                  <a:gd name="T13" fmla="*/ 40 h 136"/>
                  <a:gd name="T14" fmla="*/ 112 w 112"/>
                  <a:gd name="T15" fmla="*/ 32 h 136"/>
                  <a:gd name="T16" fmla="*/ 112 w 112"/>
                  <a:gd name="T17" fmla="*/ 6 h 136"/>
                  <a:gd name="T18" fmla="*/ 97 w 112"/>
                  <a:gd name="T19" fmla="*/ 6 h 136"/>
                  <a:gd name="T20" fmla="*/ 97 w 112"/>
                  <a:gd name="T21" fmla="*/ 20 h 136"/>
                  <a:gd name="T22" fmla="*/ 95 w 112"/>
                  <a:gd name="T23" fmla="*/ 20 h 136"/>
                  <a:gd name="T24" fmla="*/ 95 w 112"/>
                  <a:gd name="T25" fmla="*/ 0 h 136"/>
                  <a:gd name="T26" fmla="*/ 89 w 112"/>
                  <a:gd name="T27" fmla="*/ 0 h 136"/>
                  <a:gd name="T28" fmla="*/ 89 w 112"/>
                  <a:gd name="T29" fmla="*/ 20 h 136"/>
                  <a:gd name="T30" fmla="*/ 87 w 112"/>
                  <a:gd name="T31" fmla="*/ 20 h 136"/>
                  <a:gd name="T32" fmla="*/ 87 w 112"/>
                  <a:gd name="T33" fmla="*/ 6 h 136"/>
                  <a:gd name="T34" fmla="*/ 79 w 112"/>
                  <a:gd name="T35" fmla="*/ 6 h 136"/>
                  <a:gd name="T36" fmla="*/ 79 w 112"/>
                  <a:gd name="T37" fmla="*/ 20 h 136"/>
                  <a:gd name="T38" fmla="*/ 76 w 112"/>
                  <a:gd name="T39" fmla="*/ 20 h 136"/>
                  <a:gd name="T40" fmla="*/ 76 w 112"/>
                  <a:gd name="T41" fmla="*/ 0 h 136"/>
                  <a:gd name="T42" fmla="*/ 72 w 112"/>
                  <a:gd name="T43" fmla="*/ 0 h 136"/>
                  <a:gd name="T44" fmla="*/ 72 w 112"/>
                  <a:gd name="T45" fmla="*/ 20 h 136"/>
                  <a:gd name="T46" fmla="*/ 68 w 112"/>
                  <a:gd name="T47" fmla="*/ 20 h 136"/>
                  <a:gd name="T48" fmla="*/ 68 w 112"/>
                  <a:gd name="T49" fmla="*/ 6 h 136"/>
                  <a:gd name="T50" fmla="*/ 60 w 112"/>
                  <a:gd name="T51" fmla="*/ 6 h 136"/>
                  <a:gd name="T52" fmla="*/ 60 w 112"/>
                  <a:gd name="T53" fmla="*/ 20 h 136"/>
                  <a:gd name="T54" fmla="*/ 57 w 112"/>
                  <a:gd name="T55" fmla="*/ 20 h 136"/>
                  <a:gd name="T56" fmla="*/ 57 w 112"/>
                  <a:gd name="T57" fmla="*/ 0 h 136"/>
                  <a:gd name="T58" fmla="*/ 53 w 112"/>
                  <a:gd name="T59" fmla="*/ 0 h 136"/>
                  <a:gd name="T60" fmla="*/ 53 w 112"/>
                  <a:gd name="T61" fmla="*/ 20 h 136"/>
                  <a:gd name="T62" fmla="*/ 51 w 112"/>
                  <a:gd name="T63" fmla="*/ 20 h 136"/>
                  <a:gd name="T64" fmla="*/ 51 w 112"/>
                  <a:gd name="T65" fmla="*/ 6 h 136"/>
                  <a:gd name="T66" fmla="*/ 43 w 112"/>
                  <a:gd name="T67" fmla="*/ 6 h 136"/>
                  <a:gd name="T68" fmla="*/ 43 w 112"/>
                  <a:gd name="T69" fmla="*/ 20 h 136"/>
                  <a:gd name="T70" fmla="*/ 40 w 112"/>
                  <a:gd name="T71" fmla="*/ 20 h 136"/>
                  <a:gd name="T72" fmla="*/ 40 w 112"/>
                  <a:gd name="T73" fmla="*/ 0 h 136"/>
                  <a:gd name="T74" fmla="*/ 35 w 112"/>
                  <a:gd name="T75" fmla="*/ 0 h 136"/>
                  <a:gd name="T76" fmla="*/ 35 w 112"/>
                  <a:gd name="T77" fmla="*/ 20 h 136"/>
                  <a:gd name="T78" fmla="*/ 32 w 112"/>
                  <a:gd name="T79" fmla="*/ 20 h 136"/>
                  <a:gd name="T80" fmla="*/ 32 w 112"/>
                  <a:gd name="T81" fmla="*/ 6 h 136"/>
                  <a:gd name="T82" fmla="*/ 25 w 112"/>
                  <a:gd name="T83" fmla="*/ 6 h 136"/>
                  <a:gd name="T84" fmla="*/ 25 w 112"/>
                  <a:gd name="T85" fmla="*/ 20 h 136"/>
                  <a:gd name="T86" fmla="*/ 23 w 112"/>
                  <a:gd name="T87" fmla="*/ 20 h 136"/>
                  <a:gd name="T88" fmla="*/ 23 w 112"/>
                  <a:gd name="T89" fmla="*/ 0 h 136"/>
                  <a:gd name="T90" fmla="*/ 17 w 112"/>
                  <a:gd name="T91" fmla="*/ 0 h 136"/>
                  <a:gd name="T92" fmla="*/ 17 w 112"/>
                  <a:gd name="T93" fmla="*/ 20 h 136"/>
                  <a:gd name="T94" fmla="*/ 15 w 112"/>
                  <a:gd name="T95" fmla="*/ 20 h 136"/>
                  <a:gd name="T96" fmla="*/ 15 w 112"/>
                  <a:gd name="T97" fmla="*/ 6 h 136"/>
                  <a:gd name="T98" fmla="*/ 0 w 112"/>
                  <a:gd name="T99" fmla="*/ 6 h 136"/>
                  <a:gd name="T100" fmla="*/ 0 w 112"/>
                  <a:gd name="T101" fmla="*/ 24 h 136"/>
                  <a:gd name="T102" fmla="*/ 0 w 112"/>
                  <a:gd name="T103" fmla="*/ 28 h 136"/>
                  <a:gd name="T104" fmla="*/ 0 w 112"/>
                  <a:gd name="T105" fmla="*/ 136 h 136"/>
                  <a:gd name="T106" fmla="*/ 89 w 112"/>
                  <a:gd name="T107" fmla="*/ 136 h 136"/>
                  <a:gd name="T108" fmla="*/ 112 w 112"/>
                  <a:gd name="T109" fmla="*/ 110 h 136"/>
                  <a:gd name="T110" fmla="*/ 112 w 112"/>
                  <a:gd name="T111" fmla="*/ 84 h 136"/>
                  <a:gd name="T112" fmla="*/ 104 w 112"/>
                  <a:gd name="T113" fmla="*/ 92 h 136"/>
                  <a:gd name="T114" fmla="*/ 104 w 112"/>
                  <a:gd name="T115" fmla="*/ 10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39" name="Rectangle 117"/>
              <p:cNvSpPr>
                <a:spLocks noChangeArrowheads="1"/>
              </p:cNvSpPr>
              <p:nvPr/>
            </p:nvSpPr>
            <p:spPr bwMode="auto">
              <a:xfrm>
                <a:off x="6673163" y="4509403"/>
                <a:ext cx="109814" cy="174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40" name="Rectangle 118"/>
              <p:cNvSpPr>
                <a:spLocks noChangeArrowheads="1"/>
              </p:cNvSpPr>
              <p:nvPr/>
            </p:nvSpPr>
            <p:spPr bwMode="auto">
              <a:xfrm>
                <a:off x="6673163" y="4549335"/>
                <a:ext cx="109814" cy="174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41" name="Rectangle 119"/>
              <p:cNvSpPr>
                <a:spLocks noChangeArrowheads="1"/>
              </p:cNvSpPr>
              <p:nvPr/>
            </p:nvSpPr>
            <p:spPr bwMode="auto">
              <a:xfrm>
                <a:off x="6673163" y="4594259"/>
                <a:ext cx="109814" cy="149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42" name="Rectangle 120"/>
              <p:cNvSpPr>
                <a:spLocks noChangeArrowheads="1"/>
              </p:cNvSpPr>
              <p:nvPr/>
            </p:nvSpPr>
            <p:spPr bwMode="auto">
              <a:xfrm>
                <a:off x="6673163" y="4636688"/>
                <a:ext cx="109814" cy="174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grpSp>
        <p:grpSp>
          <p:nvGrpSpPr>
            <p:cNvPr id="43" name="组合 42"/>
            <p:cNvGrpSpPr/>
            <p:nvPr/>
          </p:nvGrpSpPr>
          <p:grpSpPr>
            <a:xfrm>
              <a:off x="5674857" y="2648475"/>
              <a:ext cx="686877" cy="682908"/>
              <a:chOff x="6631982" y="2570442"/>
              <a:chExt cx="431769" cy="429274"/>
            </a:xfrm>
            <a:solidFill>
              <a:schemeClr val="accent2"/>
            </a:solidFill>
          </p:grpSpPr>
          <p:sp>
            <p:nvSpPr>
              <p:cNvPr id="44" name="Freeform 126"/>
              <p:cNvSpPr>
                <a:spLocks noEditPoints="1"/>
              </p:cNvSpPr>
              <p:nvPr/>
            </p:nvSpPr>
            <p:spPr bwMode="auto">
              <a:xfrm>
                <a:off x="6859097" y="2670273"/>
                <a:ext cx="204654" cy="329443"/>
              </a:xfrm>
              <a:custGeom>
                <a:avLst/>
                <a:gdLst>
                  <a:gd name="T0" fmla="*/ 0 w 82"/>
                  <a:gd name="T1" fmla="*/ 34 h 132"/>
                  <a:gd name="T2" fmla="*/ 0 w 82"/>
                  <a:gd name="T3" fmla="*/ 132 h 132"/>
                  <a:gd name="T4" fmla="*/ 82 w 82"/>
                  <a:gd name="T5" fmla="*/ 99 h 132"/>
                  <a:gd name="T6" fmla="*/ 82 w 82"/>
                  <a:gd name="T7" fmla="*/ 0 h 132"/>
                  <a:gd name="T8" fmla="*/ 0 w 82"/>
                  <a:gd name="T9" fmla="*/ 34 h 132"/>
                  <a:gd name="T10" fmla="*/ 76 w 82"/>
                  <a:gd name="T11" fmla="*/ 10 h 132"/>
                  <a:gd name="T12" fmla="*/ 76 w 82"/>
                  <a:gd name="T13" fmla="*/ 94 h 132"/>
                  <a:gd name="T14" fmla="*/ 5 w 82"/>
                  <a:gd name="T15" fmla="*/ 66 h 132"/>
                  <a:gd name="T16" fmla="*/ 5 w 82"/>
                  <a:gd name="T17" fmla="*/ 38 h 132"/>
                  <a:gd name="T18" fmla="*/ 76 w 82"/>
                  <a:gd name="T19" fmla="*/ 10 h 132"/>
                  <a:gd name="T20" fmla="*/ 5 w 82"/>
                  <a:gd name="T21" fmla="*/ 70 h 132"/>
                  <a:gd name="T22" fmla="*/ 73 w 82"/>
                  <a:gd name="T23" fmla="*/ 96 h 132"/>
                  <a:gd name="T24" fmla="*/ 5 w 82"/>
                  <a:gd name="T25" fmla="*/ 124 h 132"/>
                  <a:gd name="T26" fmla="*/ 5 w 82"/>
                  <a:gd name="T27" fmla="*/ 7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2" h="132">
                    <a:moveTo>
                      <a:pt x="0" y="34"/>
                    </a:moveTo>
                    <a:lnTo>
                      <a:pt x="0" y="132"/>
                    </a:lnTo>
                    <a:lnTo>
                      <a:pt x="82" y="99"/>
                    </a:lnTo>
                    <a:lnTo>
                      <a:pt x="82" y="0"/>
                    </a:lnTo>
                    <a:lnTo>
                      <a:pt x="0" y="34"/>
                    </a:lnTo>
                    <a:close/>
                    <a:moveTo>
                      <a:pt x="76" y="10"/>
                    </a:moveTo>
                    <a:lnTo>
                      <a:pt x="76" y="94"/>
                    </a:lnTo>
                    <a:lnTo>
                      <a:pt x="5" y="66"/>
                    </a:lnTo>
                    <a:lnTo>
                      <a:pt x="5" y="38"/>
                    </a:lnTo>
                    <a:lnTo>
                      <a:pt x="76" y="10"/>
                    </a:lnTo>
                    <a:close/>
                    <a:moveTo>
                      <a:pt x="5" y="70"/>
                    </a:moveTo>
                    <a:lnTo>
                      <a:pt x="73" y="96"/>
                    </a:lnTo>
                    <a:lnTo>
                      <a:pt x="5" y="124"/>
                    </a:lnTo>
                    <a:lnTo>
                      <a:pt x="5" y="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45" name="Freeform 127"/>
              <p:cNvSpPr/>
              <p:nvPr/>
            </p:nvSpPr>
            <p:spPr bwMode="auto">
              <a:xfrm>
                <a:off x="6631982" y="2670273"/>
                <a:ext cx="202159" cy="329443"/>
              </a:xfrm>
              <a:custGeom>
                <a:avLst/>
                <a:gdLst>
                  <a:gd name="T0" fmla="*/ 0 w 81"/>
                  <a:gd name="T1" fmla="*/ 99 h 132"/>
                  <a:gd name="T2" fmla="*/ 81 w 81"/>
                  <a:gd name="T3" fmla="*/ 132 h 132"/>
                  <a:gd name="T4" fmla="*/ 81 w 81"/>
                  <a:gd name="T5" fmla="*/ 34 h 132"/>
                  <a:gd name="T6" fmla="*/ 0 w 81"/>
                  <a:gd name="T7" fmla="*/ 0 h 132"/>
                  <a:gd name="T8" fmla="*/ 0 w 81"/>
                  <a:gd name="T9" fmla="*/ 99 h 132"/>
                </a:gdLst>
                <a:ahLst/>
                <a:cxnLst>
                  <a:cxn ang="0">
                    <a:pos x="T0" y="T1"/>
                  </a:cxn>
                  <a:cxn ang="0">
                    <a:pos x="T2" y="T3"/>
                  </a:cxn>
                  <a:cxn ang="0">
                    <a:pos x="T4" y="T5"/>
                  </a:cxn>
                  <a:cxn ang="0">
                    <a:pos x="T6" y="T7"/>
                  </a:cxn>
                  <a:cxn ang="0">
                    <a:pos x="T8" y="T9"/>
                  </a:cxn>
                </a:cxnLst>
                <a:rect l="0" t="0" r="r" b="b"/>
                <a:pathLst>
                  <a:path w="81" h="132">
                    <a:moveTo>
                      <a:pt x="0" y="99"/>
                    </a:moveTo>
                    <a:lnTo>
                      <a:pt x="81" y="132"/>
                    </a:lnTo>
                    <a:lnTo>
                      <a:pt x="81" y="34"/>
                    </a:lnTo>
                    <a:lnTo>
                      <a:pt x="0" y="0"/>
                    </a:lnTo>
                    <a:lnTo>
                      <a:pt x="0" y="9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sp>
            <p:nvSpPr>
              <p:cNvPr id="46" name="Freeform 128"/>
              <p:cNvSpPr>
                <a:spLocks noEditPoints="1"/>
              </p:cNvSpPr>
              <p:nvPr/>
            </p:nvSpPr>
            <p:spPr bwMode="auto">
              <a:xfrm>
                <a:off x="6644460" y="2570442"/>
                <a:ext cx="414299" cy="164721"/>
              </a:xfrm>
              <a:custGeom>
                <a:avLst/>
                <a:gdLst>
                  <a:gd name="T0" fmla="*/ 82 w 166"/>
                  <a:gd name="T1" fmla="*/ 0 h 66"/>
                  <a:gd name="T2" fmla="*/ 0 w 166"/>
                  <a:gd name="T3" fmla="*/ 32 h 66"/>
                  <a:gd name="T4" fmla="*/ 80 w 166"/>
                  <a:gd name="T5" fmla="*/ 66 h 66"/>
                  <a:gd name="T6" fmla="*/ 166 w 166"/>
                  <a:gd name="T7" fmla="*/ 32 h 66"/>
                  <a:gd name="T8" fmla="*/ 82 w 166"/>
                  <a:gd name="T9" fmla="*/ 0 h 66"/>
                  <a:gd name="T10" fmla="*/ 82 w 166"/>
                  <a:gd name="T11" fmla="*/ 6 h 66"/>
                  <a:gd name="T12" fmla="*/ 151 w 166"/>
                  <a:gd name="T13" fmla="*/ 32 h 66"/>
                  <a:gd name="T14" fmla="*/ 82 w 166"/>
                  <a:gd name="T15" fmla="*/ 59 h 66"/>
                  <a:gd name="T16" fmla="*/ 82 w 166"/>
                  <a:gd name="T17" fmla="*/ 6 h 66"/>
                  <a:gd name="T18" fmla="*/ 78 w 166"/>
                  <a:gd name="T19" fmla="*/ 7 h 66"/>
                  <a:gd name="T20" fmla="*/ 78 w 166"/>
                  <a:gd name="T21" fmla="*/ 59 h 66"/>
                  <a:gd name="T22" fmla="*/ 15 w 166"/>
                  <a:gd name="T23" fmla="*/ 32 h 66"/>
                  <a:gd name="T24" fmla="*/ 78 w 166"/>
                  <a:gd name="T25" fmla="*/ 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66">
                    <a:moveTo>
                      <a:pt x="82" y="0"/>
                    </a:moveTo>
                    <a:lnTo>
                      <a:pt x="0" y="32"/>
                    </a:lnTo>
                    <a:lnTo>
                      <a:pt x="80" y="66"/>
                    </a:lnTo>
                    <a:lnTo>
                      <a:pt x="166" y="32"/>
                    </a:lnTo>
                    <a:lnTo>
                      <a:pt x="82" y="0"/>
                    </a:lnTo>
                    <a:close/>
                    <a:moveTo>
                      <a:pt x="82" y="6"/>
                    </a:moveTo>
                    <a:lnTo>
                      <a:pt x="151" y="32"/>
                    </a:lnTo>
                    <a:lnTo>
                      <a:pt x="82" y="59"/>
                    </a:lnTo>
                    <a:lnTo>
                      <a:pt x="82" y="6"/>
                    </a:lnTo>
                    <a:close/>
                    <a:moveTo>
                      <a:pt x="78" y="7"/>
                    </a:moveTo>
                    <a:lnTo>
                      <a:pt x="78" y="59"/>
                    </a:lnTo>
                    <a:lnTo>
                      <a:pt x="15" y="32"/>
                    </a:lnTo>
                    <a:lnTo>
                      <a:pt x="78"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schemeClr val="tx1">
                      <a:lumMod val="85000"/>
                      <a:lumOff val="15000"/>
                    </a:schemeClr>
                  </a:solidFill>
                  <a:effectLst/>
                  <a:uLnTx/>
                  <a:uFillTx/>
                  <a:cs typeface="+mn-ea"/>
                  <a:sym typeface="+mn-lt"/>
                </a:endParaRPr>
              </a:p>
            </p:txBody>
          </p:sp>
        </p:grpSp>
      </p:grpSp>
      <p:grpSp>
        <p:nvGrpSpPr>
          <p:cNvPr id="2" name="组合 1">
            <a:extLst>
              <a:ext uri="{FF2B5EF4-FFF2-40B4-BE49-F238E27FC236}">
                <a16:creationId xmlns="" xmlns:a16="http://schemas.microsoft.com/office/drawing/2014/main" id="{72D2F688-A092-43D0-9086-60546981874D}"/>
              </a:ext>
            </a:extLst>
          </p:cNvPr>
          <p:cNvGrpSpPr/>
          <p:nvPr/>
        </p:nvGrpSpPr>
        <p:grpSpPr>
          <a:xfrm>
            <a:off x="1473944" y="1438841"/>
            <a:ext cx="9162867" cy="4674919"/>
            <a:chOff x="1473944" y="1438841"/>
            <a:chExt cx="9162867" cy="4674919"/>
          </a:xfrm>
        </p:grpSpPr>
        <p:sp>
          <p:nvSpPr>
            <p:cNvPr id="47" name="文本框 46"/>
            <p:cNvSpPr txBox="1"/>
            <p:nvPr/>
          </p:nvSpPr>
          <p:spPr>
            <a:xfrm>
              <a:off x="1473944" y="4927912"/>
              <a:ext cx="3041467" cy="372410"/>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lang="zh-CN" altLang="en-US" sz="1400" dirty="0" smtClean="0">
                  <a:cs typeface="+mn-ea"/>
                  <a:sym typeface="+mn-lt"/>
                </a:rPr>
                <a:t>函数式 </a:t>
              </a:r>
              <a:r>
                <a:rPr lang="en-US" altLang="zh-CN" sz="1400" dirty="0" smtClean="0">
                  <a:cs typeface="+mn-ea"/>
                  <a:sym typeface="+mn-lt"/>
                </a:rPr>
                <a:t>Stream</a:t>
              </a:r>
              <a:endParaRPr kumimoji="0" lang="en-US" altLang="zh-CN" sz="1400" i="0" u="none" strike="noStrike" kern="1200" cap="none" spc="0" normalizeH="0" baseline="0" noProof="0" dirty="0">
                <a:ln>
                  <a:noFill/>
                </a:ln>
                <a:effectLst/>
                <a:uLnTx/>
                <a:uFillTx/>
                <a:cs typeface="+mn-ea"/>
                <a:sym typeface="+mn-lt"/>
              </a:endParaRPr>
            </a:p>
          </p:txBody>
        </p:sp>
        <p:sp>
          <p:nvSpPr>
            <p:cNvPr id="48" name="TextBox 76"/>
            <p:cNvSpPr txBox="1"/>
            <p:nvPr/>
          </p:nvSpPr>
          <p:spPr>
            <a:xfrm>
              <a:off x="2576946" y="4578281"/>
              <a:ext cx="1938466" cy="400110"/>
            </a:xfrm>
            <a:prstGeom prst="rect">
              <a:avLst/>
            </a:prstGeom>
            <a:noFill/>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smtClean="0">
                  <a:ln>
                    <a:noFill/>
                  </a:ln>
                  <a:effectLst/>
                  <a:uLnTx/>
                  <a:uFillTx/>
                  <a:cs typeface="+mn-ea"/>
                  <a:sym typeface="+mn-lt"/>
                </a:rPr>
                <a:t>Java 8 API</a:t>
              </a:r>
              <a:endParaRPr kumimoji="0" lang="zh-CN" altLang="en-US" sz="2000" b="1" i="0" u="none" strike="noStrike" kern="1200" cap="none" spc="0" normalizeH="0" baseline="0" noProof="0" dirty="0">
                <a:ln>
                  <a:noFill/>
                </a:ln>
                <a:effectLst/>
                <a:uLnTx/>
                <a:uFillTx/>
                <a:cs typeface="+mn-ea"/>
                <a:sym typeface="+mn-lt"/>
              </a:endParaRPr>
            </a:p>
          </p:txBody>
        </p:sp>
        <p:sp>
          <p:nvSpPr>
            <p:cNvPr id="49" name="文本框 48"/>
            <p:cNvSpPr txBox="1"/>
            <p:nvPr/>
          </p:nvSpPr>
          <p:spPr>
            <a:xfrm>
              <a:off x="1918444" y="1788472"/>
              <a:ext cx="3041467" cy="845488"/>
            </a:xfrm>
            <a:prstGeom prst="rect">
              <a:avLst/>
            </a:prstGeom>
            <a:noFill/>
            <a:effectLst/>
          </p:spPr>
          <p:txBody>
            <a:bodyPr wrap="square" rtlCol="0">
              <a:spAutoFit/>
            </a:bodyPr>
            <a:lstStyle/>
            <a:p>
              <a:pPr marL="0" lvl="0" indent="0" algn="ctr" defTabSz="1218565" fontAlgn="auto">
                <a:lnSpc>
                  <a:spcPts val="2000"/>
                </a:lnSpc>
                <a:spcBef>
                  <a:spcPts val="0"/>
                </a:spcBef>
                <a:buNone/>
              </a:pPr>
              <a:r>
                <a:rPr lang="zh-CN" altLang="en-US" sz="1400" dirty="0">
                  <a:cs typeface="+mn-ea"/>
                  <a:sym typeface="+mn-lt"/>
                </a:rPr>
                <a:t>请在此处添加具体内容，文字尽量言简意赅，简单说明即可，不必过于繁琐，注意板面美观度。</a:t>
              </a:r>
              <a:endParaRPr kumimoji="0" lang="zh-CN" altLang="en-US" sz="1400" i="0" u="none" strike="noStrike" kern="1200" cap="none" spc="0" normalizeH="0" baseline="0" noProof="0" dirty="0">
                <a:ln>
                  <a:noFill/>
                </a:ln>
                <a:effectLst/>
                <a:uLnTx/>
                <a:uFillTx/>
                <a:cs typeface="+mn-ea"/>
                <a:sym typeface="+mn-lt"/>
              </a:endParaRPr>
            </a:p>
          </p:txBody>
        </p:sp>
        <p:sp>
          <p:nvSpPr>
            <p:cNvPr id="50" name="TextBox 76"/>
            <p:cNvSpPr txBox="1"/>
            <p:nvPr/>
          </p:nvSpPr>
          <p:spPr>
            <a:xfrm>
              <a:off x="3683114" y="1438841"/>
              <a:ext cx="1276797" cy="398780"/>
            </a:xfrm>
            <a:prstGeom prst="rect">
              <a:avLst/>
            </a:prstGeom>
            <a:noFill/>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effectLst/>
                  <a:uLnTx/>
                  <a:uFillTx/>
                  <a:cs typeface="+mn-ea"/>
                  <a:sym typeface="+mn-lt"/>
                </a:rPr>
                <a:t>添加标题</a:t>
              </a:r>
            </a:p>
          </p:txBody>
        </p:sp>
        <p:sp>
          <p:nvSpPr>
            <p:cNvPr id="51" name="文本框 50"/>
            <p:cNvSpPr txBox="1"/>
            <p:nvPr/>
          </p:nvSpPr>
          <p:spPr>
            <a:xfrm>
              <a:off x="7595344" y="2353622"/>
              <a:ext cx="3041467" cy="845488"/>
            </a:xfrm>
            <a:prstGeom prst="rect">
              <a:avLst/>
            </a:prstGeom>
            <a:noFill/>
            <a:effectLst/>
          </p:spPr>
          <p:txBody>
            <a:bodyPr wrap="square" rtlCol="0">
              <a:spAutoFit/>
            </a:bodyPr>
            <a:lstStyle/>
            <a:p>
              <a:pPr marL="0" lvl="0" indent="0" algn="ctr" defTabSz="1218565" fontAlgn="auto">
                <a:lnSpc>
                  <a:spcPts val="2000"/>
                </a:lnSpc>
                <a:spcBef>
                  <a:spcPts val="0"/>
                </a:spcBef>
                <a:buNone/>
              </a:pPr>
              <a:r>
                <a:rPr lang="zh-CN" altLang="en-US" sz="1400" dirty="0">
                  <a:cs typeface="+mn-ea"/>
                  <a:sym typeface="+mn-lt"/>
                </a:rPr>
                <a:t>请在此处添加具体内容，文字尽量言简意赅，简单说明即可，不必过于繁琐，注意板面美观度。</a:t>
              </a:r>
              <a:endParaRPr kumimoji="0" lang="zh-CN" altLang="en-US" sz="1400" i="0" u="none" strike="noStrike" kern="1200" cap="none" spc="0" normalizeH="0" baseline="0" noProof="0" dirty="0">
                <a:ln>
                  <a:noFill/>
                </a:ln>
                <a:effectLst/>
                <a:uLnTx/>
                <a:uFillTx/>
                <a:cs typeface="+mn-ea"/>
                <a:sym typeface="+mn-lt"/>
              </a:endParaRPr>
            </a:p>
          </p:txBody>
        </p:sp>
        <p:sp>
          <p:nvSpPr>
            <p:cNvPr id="52" name="TextBox 76"/>
            <p:cNvSpPr txBox="1"/>
            <p:nvPr/>
          </p:nvSpPr>
          <p:spPr>
            <a:xfrm>
              <a:off x="7595349" y="1934141"/>
              <a:ext cx="1276797" cy="398780"/>
            </a:xfrm>
            <a:prstGeom prst="rect">
              <a:avLst/>
            </a:prstGeom>
            <a:noFill/>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effectLst/>
                  <a:uLnTx/>
                  <a:uFillTx/>
                  <a:cs typeface="+mn-ea"/>
                  <a:sym typeface="+mn-lt"/>
                </a:rPr>
                <a:t>添加标题</a:t>
              </a:r>
            </a:p>
          </p:txBody>
        </p:sp>
        <p:sp>
          <p:nvSpPr>
            <p:cNvPr id="53" name="文本框 52"/>
            <p:cNvSpPr txBox="1"/>
            <p:nvPr/>
          </p:nvSpPr>
          <p:spPr>
            <a:xfrm>
              <a:off x="7190214" y="5268272"/>
              <a:ext cx="3041467" cy="845488"/>
            </a:xfrm>
            <a:prstGeom prst="rect">
              <a:avLst/>
            </a:prstGeom>
            <a:noFill/>
            <a:effectLst/>
          </p:spPr>
          <p:txBody>
            <a:bodyPr wrap="square" rtlCol="0">
              <a:spAutoFit/>
            </a:bodyPr>
            <a:lstStyle/>
            <a:p>
              <a:pPr marL="0" lvl="0" indent="0" algn="ctr" defTabSz="1218565" fontAlgn="auto">
                <a:lnSpc>
                  <a:spcPts val="2000"/>
                </a:lnSpc>
                <a:spcBef>
                  <a:spcPts val="0"/>
                </a:spcBef>
                <a:buNone/>
              </a:pPr>
              <a:r>
                <a:rPr lang="zh-CN" altLang="en-US" sz="1400" dirty="0">
                  <a:cs typeface="+mn-ea"/>
                  <a:sym typeface="+mn-lt"/>
                </a:rPr>
                <a:t>请在此处添加具体内容，文字尽量言简意赅，简单说明即可，不必过于繁琐，注意板面美观度。</a:t>
              </a:r>
              <a:endParaRPr kumimoji="0" lang="zh-CN" altLang="en-US" sz="1400" i="0" u="none" strike="noStrike" kern="1200" cap="none" spc="0" normalizeH="0" baseline="0" noProof="0" dirty="0">
                <a:ln>
                  <a:noFill/>
                </a:ln>
                <a:effectLst/>
                <a:uLnTx/>
                <a:uFillTx/>
                <a:cs typeface="+mn-ea"/>
                <a:sym typeface="+mn-lt"/>
              </a:endParaRPr>
            </a:p>
          </p:txBody>
        </p:sp>
        <p:sp>
          <p:nvSpPr>
            <p:cNvPr id="54" name="TextBox 76"/>
            <p:cNvSpPr txBox="1"/>
            <p:nvPr/>
          </p:nvSpPr>
          <p:spPr>
            <a:xfrm>
              <a:off x="7190219" y="4867841"/>
              <a:ext cx="1276797" cy="398780"/>
            </a:xfrm>
            <a:prstGeom prst="rect">
              <a:avLst/>
            </a:prstGeom>
            <a:noFill/>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effectLst/>
                  <a:uLnTx/>
                  <a:uFillTx/>
                  <a:cs typeface="+mn-ea"/>
                  <a:sym typeface="+mn-lt"/>
                </a:rPr>
                <a:t>添加标题</a:t>
              </a:r>
            </a:p>
          </p:txBody>
        </p:sp>
      </p:grpSp>
      <p:sp>
        <p:nvSpPr>
          <p:cNvPr id="4" name="AutoShape 2" descr="Spr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down)">
                                      <p:cBhvr>
                                        <p:cTn id="7" dur="500"/>
                                        <p:tgtEl>
                                          <p:spTgt spid="5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a:extLst>
              <a:ext uri="{FF2B5EF4-FFF2-40B4-BE49-F238E27FC236}">
                <a16:creationId xmlns="" xmlns:a16="http://schemas.microsoft.com/office/drawing/2014/main" id="{E91A88A4-9CB5-48CF-B4B5-4902A4D84EF7}"/>
              </a:ext>
            </a:extLst>
          </p:cNvPr>
          <p:cNvGrpSpPr/>
          <p:nvPr/>
        </p:nvGrpSpPr>
        <p:grpSpPr>
          <a:xfrm>
            <a:off x="0" y="1823569"/>
            <a:ext cx="6420530" cy="4338274"/>
            <a:chOff x="0" y="1823569"/>
            <a:chExt cx="6420530" cy="4338274"/>
          </a:xfrm>
        </p:grpSpPr>
        <p:grpSp>
          <p:nvGrpSpPr>
            <p:cNvPr id="4" name="íṡ1iḍê">
              <a:extLst>
                <a:ext uri="{FF2B5EF4-FFF2-40B4-BE49-F238E27FC236}">
                  <a16:creationId xmlns="" xmlns:a16="http://schemas.microsoft.com/office/drawing/2014/main" id="{5CCDBC3D-2D23-44B1-B18C-432F6313F8F6}"/>
                </a:ext>
              </a:extLst>
            </p:cNvPr>
            <p:cNvGrpSpPr/>
            <p:nvPr/>
          </p:nvGrpSpPr>
          <p:grpSpPr>
            <a:xfrm>
              <a:off x="0" y="2169357"/>
              <a:ext cx="6420530" cy="3992486"/>
              <a:chOff x="0" y="1725733"/>
              <a:chExt cx="6131782" cy="3812934"/>
            </a:xfrm>
          </p:grpSpPr>
          <p:sp>
            <p:nvSpPr>
              <p:cNvPr id="28" name="í$ļîḓe">
                <a:extLst>
                  <a:ext uri="{FF2B5EF4-FFF2-40B4-BE49-F238E27FC236}">
                    <a16:creationId xmlns="" xmlns:a16="http://schemas.microsoft.com/office/drawing/2014/main" id="{D7B71F00-AAE9-47A2-9200-98538C02B10B}"/>
                  </a:ext>
                </a:extLst>
              </p:cNvPr>
              <p:cNvSpPr/>
              <p:nvPr/>
            </p:nvSpPr>
            <p:spPr>
              <a:xfrm>
                <a:off x="0" y="1744172"/>
                <a:ext cx="5367044" cy="3695435"/>
              </a:xfrm>
              <a:custGeom>
                <a:avLst/>
                <a:gdLst>
                  <a:gd name="connsiteX0" fmla="*/ 0 w 5367044"/>
                  <a:gd name="connsiteY0" fmla="*/ 0 h 3695435"/>
                  <a:gd name="connsiteX1" fmla="*/ 5157217 w 5367044"/>
                  <a:gd name="connsiteY1" fmla="*/ 0 h 3695435"/>
                  <a:gd name="connsiteX2" fmla="*/ 5367044 w 5367044"/>
                  <a:gd name="connsiteY2" fmla="*/ 209827 h 3695435"/>
                  <a:gd name="connsiteX3" fmla="*/ 5367044 w 5367044"/>
                  <a:gd name="connsiteY3" fmla="*/ 3485608 h 3695435"/>
                  <a:gd name="connsiteX4" fmla="*/ 5157217 w 5367044"/>
                  <a:gd name="connsiteY4" fmla="*/ 3695435 h 3695435"/>
                  <a:gd name="connsiteX5" fmla="*/ 0 w 5367044"/>
                  <a:gd name="connsiteY5" fmla="*/ 3695435 h 3695435"/>
                  <a:gd name="connsiteX6" fmla="*/ 0 w 5367044"/>
                  <a:gd name="connsiteY6" fmla="*/ 3483343 h 3695435"/>
                  <a:gd name="connsiteX7" fmla="*/ 5190900 w 5367044"/>
                  <a:gd name="connsiteY7" fmla="*/ 3483343 h 3695435"/>
                  <a:gd name="connsiteX8" fmla="*/ 5190900 w 5367044"/>
                  <a:gd name="connsiteY8" fmla="*/ 212092 h 3695435"/>
                  <a:gd name="connsiteX9" fmla="*/ 0 w 5367044"/>
                  <a:gd name="connsiteY9" fmla="*/ 212092 h 3695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67044" h="3695435">
                    <a:moveTo>
                      <a:pt x="0" y="0"/>
                    </a:moveTo>
                    <a:lnTo>
                      <a:pt x="5157217" y="0"/>
                    </a:lnTo>
                    <a:cubicBezTo>
                      <a:pt x="5273102" y="0"/>
                      <a:pt x="5367044" y="93943"/>
                      <a:pt x="5367044" y="209827"/>
                    </a:cubicBezTo>
                    <a:lnTo>
                      <a:pt x="5367044" y="3485608"/>
                    </a:lnTo>
                    <a:cubicBezTo>
                      <a:pt x="5367044" y="3601493"/>
                      <a:pt x="5273102" y="3695435"/>
                      <a:pt x="5157217" y="3695435"/>
                    </a:cubicBezTo>
                    <a:lnTo>
                      <a:pt x="0" y="3695435"/>
                    </a:lnTo>
                    <a:lnTo>
                      <a:pt x="0" y="3483343"/>
                    </a:lnTo>
                    <a:lnTo>
                      <a:pt x="5190900" y="3483343"/>
                    </a:lnTo>
                    <a:lnTo>
                      <a:pt x="5190900" y="212092"/>
                    </a:lnTo>
                    <a:lnTo>
                      <a:pt x="0" y="212092"/>
                    </a:lnTo>
                    <a:close/>
                  </a:path>
                </a:pathLst>
              </a:cu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rmAutofit/>
              </a:bodyP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lang="en-US" sz="1091">
                  <a:cs typeface="+mn-ea"/>
                  <a:sym typeface="+mn-lt"/>
                </a:endParaRPr>
              </a:p>
            </p:txBody>
          </p:sp>
          <p:sp>
            <p:nvSpPr>
              <p:cNvPr id="29" name="îŝľïḓe">
                <a:extLst>
                  <a:ext uri="{FF2B5EF4-FFF2-40B4-BE49-F238E27FC236}">
                    <a16:creationId xmlns="" xmlns:a16="http://schemas.microsoft.com/office/drawing/2014/main" id="{4398C1FB-3159-4862-9B92-29D7ED383A90}"/>
                  </a:ext>
                </a:extLst>
              </p:cNvPr>
              <p:cNvSpPr/>
              <p:nvPr/>
            </p:nvSpPr>
            <p:spPr>
              <a:xfrm>
                <a:off x="0" y="1760331"/>
                <a:ext cx="5353298" cy="3663116"/>
              </a:xfrm>
              <a:custGeom>
                <a:avLst/>
                <a:gdLst>
                  <a:gd name="connsiteX0" fmla="*/ 0 w 5353298"/>
                  <a:gd name="connsiteY0" fmla="*/ 0 h 3663116"/>
                  <a:gd name="connsiteX1" fmla="*/ 5145307 w 5353298"/>
                  <a:gd name="connsiteY1" fmla="*/ 0 h 3663116"/>
                  <a:gd name="connsiteX2" fmla="*/ 5353298 w 5353298"/>
                  <a:gd name="connsiteY2" fmla="*/ 207992 h 3663116"/>
                  <a:gd name="connsiteX3" fmla="*/ 5353298 w 5353298"/>
                  <a:gd name="connsiteY3" fmla="*/ 3455124 h 3663116"/>
                  <a:gd name="connsiteX4" fmla="*/ 5145307 w 5353298"/>
                  <a:gd name="connsiteY4" fmla="*/ 3663116 h 3663116"/>
                  <a:gd name="connsiteX5" fmla="*/ 0 w 5353298"/>
                  <a:gd name="connsiteY5" fmla="*/ 3663116 h 3663116"/>
                  <a:gd name="connsiteX6" fmla="*/ 0 w 5353298"/>
                  <a:gd name="connsiteY6" fmla="*/ 3430989 h 3663116"/>
                  <a:gd name="connsiteX7" fmla="*/ 5155139 w 5353298"/>
                  <a:gd name="connsiteY7" fmla="*/ 3430989 h 3663116"/>
                  <a:gd name="connsiteX8" fmla="*/ 5155139 w 5353298"/>
                  <a:gd name="connsiteY8" fmla="*/ 232128 h 3663116"/>
                  <a:gd name="connsiteX9" fmla="*/ 0 w 5353298"/>
                  <a:gd name="connsiteY9" fmla="*/ 232128 h 3663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53298" h="3663116">
                    <a:moveTo>
                      <a:pt x="0" y="0"/>
                    </a:moveTo>
                    <a:lnTo>
                      <a:pt x="5145307" y="0"/>
                    </a:lnTo>
                    <a:cubicBezTo>
                      <a:pt x="5260178" y="0"/>
                      <a:pt x="5353298" y="93121"/>
                      <a:pt x="5353298" y="207992"/>
                    </a:cubicBezTo>
                    <a:lnTo>
                      <a:pt x="5353298" y="3455124"/>
                    </a:lnTo>
                    <a:cubicBezTo>
                      <a:pt x="5353298" y="3569995"/>
                      <a:pt x="5260178" y="3663116"/>
                      <a:pt x="5145307" y="3663116"/>
                    </a:cubicBezTo>
                    <a:lnTo>
                      <a:pt x="0" y="3663116"/>
                    </a:lnTo>
                    <a:lnTo>
                      <a:pt x="0" y="3430989"/>
                    </a:lnTo>
                    <a:lnTo>
                      <a:pt x="5155139" y="3430989"/>
                    </a:lnTo>
                    <a:lnTo>
                      <a:pt x="5155139" y="232128"/>
                    </a:lnTo>
                    <a:lnTo>
                      <a:pt x="0" y="232128"/>
                    </a:lnTo>
                    <a:close/>
                  </a:path>
                </a:pathLst>
              </a:cu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rmAutofit/>
              </a:bodyP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lang="en-US" sz="1091" dirty="0">
                  <a:cs typeface="+mn-ea"/>
                  <a:sym typeface="+mn-lt"/>
                </a:endParaRPr>
              </a:p>
            </p:txBody>
          </p:sp>
          <p:sp>
            <p:nvSpPr>
              <p:cNvPr id="30" name="î$1ïḋê">
                <a:extLst>
                  <a:ext uri="{FF2B5EF4-FFF2-40B4-BE49-F238E27FC236}">
                    <a16:creationId xmlns="" xmlns:a16="http://schemas.microsoft.com/office/drawing/2014/main" id="{E7ED2CE9-3B75-48A5-A539-8C613DB69734}"/>
                  </a:ext>
                </a:extLst>
              </p:cNvPr>
              <p:cNvSpPr/>
              <p:nvPr/>
            </p:nvSpPr>
            <p:spPr>
              <a:xfrm>
                <a:off x="2395060" y="1823996"/>
                <a:ext cx="113234" cy="113234"/>
              </a:xfrm>
              <a:prstGeom prst="ellipse">
                <a:avLst/>
              </a:prstGeom>
              <a:gradFill flip="none" rotWithShape="1">
                <a:gsLst>
                  <a:gs pos="17000">
                    <a:schemeClr val="tx1"/>
                  </a:gs>
                  <a:gs pos="34000">
                    <a:srgbClr val="000000">
                      <a:lumMod val="84000"/>
                      <a:lumOff val="16000"/>
                    </a:srgbClr>
                  </a:gs>
                  <a:gs pos="100000">
                    <a:schemeClr val="bg1">
                      <a:lumMod val="50000"/>
                      <a:lumOff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rmAutofit fontScale="25000" lnSpcReduction="20000"/>
              </a:bodyP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lang="en-US" sz="1091">
                  <a:cs typeface="+mn-ea"/>
                  <a:sym typeface="+mn-lt"/>
                </a:endParaRPr>
              </a:p>
            </p:txBody>
          </p:sp>
          <p:sp>
            <p:nvSpPr>
              <p:cNvPr id="31" name="îṧ1ïḓè">
                <a:extLst>
                  <a:ext uri="{FF2B5EF4-FFF2-40B4-BE49-F238E27FC236}">
                    <a16:creationId xmlns="" xmlns:a16="http://schemas.microsoft.com/office/drawing/2014/main" id="{A81DC464-DA5E-4BF4-9DFC-1942412031CE}"/>
                  </a:ext>
                </a:extLst>
              </p:cNvPr>
              <p:cNvSpPr/>
              <p:nvPr/>
            </p:nvSpPr>
            <p:spPr>
              <a:xfrm flipV="1">
                <a:off x="0" y="5509908"/>
                <a:ext cx="6131782" cy="28759"/>
              </a:xfrm>
              <a:custGeom>
                <a:avLst/>
                <a:gdLst>
                  <a:gd name="connsiteX0" fmla="*/ 0 w 6131782"/>
                  <a:gd name="connsiteY0" fmla="*/ 28759 h 28759"/>
                  <a:gd name="connsiteX1" fmla="*/ 6131782 w 6131782"/>
                  <a:gd name="connsiteY1" fmla="*/ 28759 h 28759"/>
                  <a:gd name="connsiteX2" fmla="*/ 5897629 w 6131782"/>
                  <a:gd name="connsiteY2" fmla="*/ 0 h 28759"/>
                  <a:gd name="connsiteX3" fmla="*/ 0 w 6131782"/>
                  <a:gd name="connsiteY3" fmla="*/ 0 h 28759"/>
                </a:gdLst>
                <a:ahLst/>
                <a:cxnLst>
                  <a:cxn ang="0">
                    <a:pos x="connsiteX0" y="connsiteY0"/>
                  </a:cxn>
                  <a:cxn ang="0">
                    <a:pos x="connsiteX1" y="connsiteY1"/>
                  </a:cxn>
                  <a:cxn ang="0">
                    <a:pos x="connsiteX2" y="connsiteY2"/>
                  </a:cxn>
                  <a:cxn ang="0">
                    <a:pos x="connsiteX3" y="connsiteY3"/>
                  </a:cxn>
                </a:cxnLst>
                <a:rect l="l" t="t" r="r" b="b"/>
                <a:pathLst>
                  <a:path w="6131782" h="28759">
                    <a:moveTo>
                      <a:pt x="0" y="28759"/>
                    </a:moveTo>
                    <a:lnTo>
                      <a:pt x="6131782" y="28759"/>
                    </a:lnTo>
                    <a:lnTo>
                      <a:pt x="5897629" y="0"/>
                    </a:lnTo>
                    <a:lnTo>
                      <a:pt x="0" y="0"/>
                    </a:lnTo>
                    <a:close/>
                  </a:path>
                </a:pathLst>
              </a:cu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rmAutofit fontScale="25000" lnSpcReduction="20000"/>
              </a:bodyP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lang="en-US" sz="1091">
                  <a:cs typeface="+mn-ea"/>
                  <a:sym typeface="+mn-lt"/>
                </a:endParaRPr>
              </a:p>
            </p:txBody>
          </p:sp>
          <p:sp>
            <p:nvSpPr>
              <p:cNvPr id="32" name="ïṩļîdê">
                <a:extLst>
                  <a:ext uri="{FF2B5EF4-FFF2-40B4-BE49-F238E27FC236}">
                    <a16:creationId xmlns="" xmlns:a16="http://schemas.microsoft.com/office/drawing/2014/main" id="{8C66E3C9-DF9F-4414-A9B2-C9C5EC549EFA}"/>
                  </a:ext>
                </a:extLst>
              </p:cNvPr>
              <p:cNvSpPr/>
              <p:nvPr/>
            </p:nvSpPr>
            <p:spPr>
              <a:xfrm>
                <a:off x="0" y="5391223"/>
                <a:ext cx="6131782" cy="118797"/>
              </a:xfrm>
              <a:custGeom>
                <a:avLst/>
                <a:gdLst>
                  <a:gd name="connsiteX0" fmla="*/ 0 w 6131782"/>
                  <a:gd name="connsiteY0" fmla="*/ 0 h 118797"/>
                  <a:gd name="connsiteX1" fmla="*/ 6131782 w 6131782"/>
                  <a:gd name="connsiteY1" fmla="*/ 0 h 118797"/>
                  <a:gd name="connsiteX2" fmla="*/ 6131782 w 6131782"/>
                  <a:gd name="connsiteY2" fmla="*/ 118797 h 118797"/>
                  <a:gd name="connsiteX3" fmla="*/ 0 w 6131782"/>
                  <a:gd name="connsiteY3" fmla="*/ 118797 h 118797"/>
                </a:gdLst>
                <a:ahLst/>
                <a:cxnLst>
                  <a:cxn ang="0">
                    <a:pos x="connsiteX0" y="connsiteY0"/>
                  </a:cxn>
                  <a:cxn ang="0">
                    <a:pos x="connsiteX1" y="connsiteY1"/>
                  </a:cxn>
                  <a:cxn ang="0">
                    <a:pos x="connsiteX2" y="connsiteY2"/>
                  </a:cxn>
                  <a:cxn ang="0">
                    <a:pos x="connsiteX3" y="connsiteY3"/>
                  </a:cxn>
                </a:cxnLst>
                <a:rect l="l" t="t" r="r" b="b"/>
                <a:pathLst>
                  <a:path w="6131782" h="118797">
                    <a:moveTo>
                      <a:pt x="0" y="0"/>
                    </a:moveTo>
                    <a:lnTo>
                      <a:pt x="6131782" y="0"/>
                    </a:lnTo>
                    <a:lnTo>
                      <a:pt x="6131782" y="118797"/>
                    </a:lnTo>
                    <a:lnTo>
                      <a:pt x="0" y="118797"/>
                    </a:lnTo>
                    <a:close/>
                  </a:path>
                </a:pathLst>
              </a:cu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rmAutofit fontScale="25000" lnSpcReduction="20000"/>
              </a:bodyP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lang="en-US" sz="1091">
                  <a:cs typeface="+mn-ea"/>
                  <a:sym typeface="+mn-lt"/>
                </a:endParaRPr>
              </a:p>
            </p:txBody>
          </p:sp>
          <p:sp>
            <p:nvSpPr>
              <p:cNvPr id="34" name="ïṣļiḍê">
                <a:extLst>
                  <a:ext uri="{FF2B5EF4-FFF2-40B4-BE49-F238E27FC236}">
                    <a16:creationId xmlns="" xmlns:a16="http://schemas.microsoft.com/office/drawing/2014/main" id="{3F7D7BBA-1F79-47EB-93C4-507FC6BBB012}"/>
                  </a:ext>
                </a:extLst>
              </p:cNvPr>
              <p:cNvSpPr/>
              <p:nvPr/>
            </p:nvSpPr>
            <p:spPr>
              <a:xfrm>
                <a:off x="3377327" y="1725733"/>
                <a:ext cx="1989717" cy="3695435"/>
              </a:xfrm>
              <a:custGeom>
                <a:avLst/>
                <a:gdLst>
                  <a:gd name="connsiteX0" fmla="*/ 0 w 2530610"/>
                  <a:gd name="connsiteY0" fmla="*/ 0 h 4700016"/>
                  <a:gd name="connsiteX1" fmla="*/ 2263743 w 2530610"/>
                  <a:gd name="connsiteY1" fmla="*/ 0 h 4700016"/>
                  <a:gd name="connsiteX2" fmla="*/ 2530610 w 2530610"/>
                  <a:gd name="connsiteY2" fmla="*/ 266867 h 4700016"/>
                  <a:gd name="connsiteX3" fmla="*/ 2530610 w 2530610"/>
                  <a:gd name="connsiteY3" fmla="*/ 4433149 h 4700016"/>
                  <a:gd name="connsiteX4" fmla="*/ 2263743 w 2530610"/>
                  <a:gd name="connsiteY4" fmla="*/ 4700016 h 4700016"/>
                  <a:gd name="connsiteX5" fmla="*/ 1961175 w 2530610"/>
                  <a:gd name="connsiteY5" fmla="*/ 4700016 h 470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0610" h="4700016">
                    <a:moveTo>
                      <a:pt x="0" y="0"/>
                    </a:moveTo>
                    <a:lnTo>
                      <a:pt x="2263743" y="0"/>
                    </a:lnTo>
                    <a:cubicBezTo>
                      <a:pt x="2411130" y="0"/>
                      <a:pt x="2530610" y="119480"/>
                      <a:pt x="2530610" y="266867"/>
                    </a:cubicBezTo>
                    <a:lnTo>
                      <a:pt x="2530610" y="4433149"/>
                    </a:lnTo>
                    <a:cubicBezTo>
                      <a:pt x="2530610" y="4580536"/>
                      <a:pt x="2411130" y="4700016"/>
                      <a:pt x="2263743" y="4700016"/>
                    </a:cubicBezTo>
                    <a:lnTo>
                      <a:pt x="1961175" y="4700016"/>
                    </a:lnTo>
                    <a:close/>
                  </a:path>
                </a:pathLst>
              </a:custGeom>
              <a:gradFill>
                <a:gsLst>
                  <a:gs pos="0">
                    <a:srgbClr val="FFFFFF">
                      <a:alpha val="30000"/>
                    </a:srgbClr>
                  </a:gs>
                  <a:gs pos="100000">
                    <a:srgbClr val="FFFFFF">
                      <a:alpha val="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rmAutofit/>
              </a:bodyPr>
              <a:lstStyle>
                <a:defPPr>
                  <a:defRPr lang="zh-CN"/>
                </a:defPPr>
                <a:lvl1pPr marL="0" algn="l" defTabSz="914377" rtl="0" eaLnBrk="1" latinLnBrk="0" hangingPunct="1">
                  <a:defRPr sz="1800" kern="1200">
                    <a:solidFill>
                      <a:schemeClr val="lt1"/>
                    </a:solidFill>
                  </a:defRPr>
                </a:lvl1pPr>
                <a:lvl2pPr marL="457189" algn="l" defTabSz="914377" rtl="0" eaLnBrk="1" latinLnBrk="0" hangingPunct="1">
                  <a:defRPr sz="1800" kern="1200">
                    <a:solidFill>
                      <a:schemeClr val="lt1"/>
                    </a:solidFill>
                  </a:defRPr>
                </a:lvl2pPr>
                <a:lvl3pPr marL="914377" algn="l" defTabSz="914377" rtl="0" eaLnBrk="1" latinLnBrk="0" hangingPunct="1">
                  <a:defRPr sz="1800" kern="1200">
                    <a:solidFill>
                      <a:schemeClr val="lt1"/>
                    </a:solidFill>
                  </a:defRPr>
                </a:lvl3pPr>
                <a:lvl4pPr marL="1371566" algn="l" defTabSz="914377" rtl="0" eaLnBrk="1" latinLnBrk="0" hangingPunct="1">
                  <a:defRPr sz="1800" kern="1200">
                    <a:solidFill>
                      <a:schemeClr val="lt1"/>
                    </a:solidFill>
                  </a:defRPr>
                </a:lvl4pPr>
                <a:lvl5pPr marL="1828754" algn="l" defTabSz="914377" rtl="0" eaLnBrk="1" latinLnBrk="0" hangingPunct="1">
                  <a:defRPr sz="1800" kern="1200">
                    <a:solidFill>
                      <a:schemeClr val="lt1"/>
                    </a:solidFill>
                  </a:defRPr>
                </a:lvl5pPr>
                <a:lvl6pPr marL="2285943" algn="l" defTabSz="914377" rtl="0" eaLnBrk="1" latinLnBrk="0" hangingPunct="1">
                  <a:defRPr sz="1800" kern="1200">
                    <a:solidFill>
                      <a:schemeClr val="lt1"/>
                    </a:solidFill>
                  </a:defRPr>
                </a:lvl6pPr>
                <a:lvl7pPr marL="2743131" algn="l" defTabSz="914377" rtl="0" eaLnBrk="1" latinLnBrk="0" hangingPunct="1">
                  <a:defRPr sz="1800" kern="1200">
                    <a:solidFill>
                      <a:schemeClr val="lt1"/>
                    </a:solidFill>
                  </a:defRPr>
                </a:lvl7pPr>
                <a:lvl8pPr marL="3200320" algn="l" defTabSz="914377" rtl="0" eaLnBrk="1" latinLnBrk="0" hangingPunct="1">
                  <a:defRPr sz="1800" kern="1200">
                    <a:solidFill>
                      <a:schemeClr val="lt1"/>
                    </a:solidFill>
                  </a:defRPr>
                </a:lvl8pPr>
                <a:lvl9pPr marL="3657509" algn="l" defTabSz="914377" rtl="0" eaLnBrk="1" latinLnBrk="0" hangingPunct="1">
                  <a:defRPr sz="1800" kern="1200">
                    <a:solidFill>
                      <a:schemeClr val="lt1"/>
                    </a:solidFill>
                  </a:defRPr>
                </a:lvl9pPr>
              </a:lstStyle>
              <a:p>
                <a:pPr algn="ctr"/>
                <a:endParaRPr lang="en-US" sz="1091" dirty="0">
                  <a:cs typeface="+mn-ea"/>
                  <a:sym typeface="+mn-lt"/>
                </a:endParaRPr>
              </a:p>
            </p:txBody>
          </p:sp>
        </p:grpSp>
        <p:pic>
          <p:nvPicPr>
            <p:cNvPr id="35" name="图片 34">
              <a:extLst>
                <a:ext uri="{FF2B5EF4-FFF2-40B4-BE49-F238E27FC236}">
                  <a16:creationId xmlns="" xmlns:a16="http://schemas.microsoft.com/office/drawing/2014/main" id="{6D541AFA-ADE9-4396-B9B0-ECFEEF8176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9800" y="1823569"/>
              <a:ext cx="4338274" cy="4338274"/>
            </a:xfrm>
            <a:prstGeom prst="rect">
              <a:avLst/>
            </a:prstGeom>
          </p:spPr>
        </p:pic>
      </p:grpSp>
      <p:grpSp>
        <p:nvGrpSpPr>
          <p:cNvPr id="37" name="组合 36">
            <a:extLst>
              <a:ext uri="{FF2B5EF4-FFF2-40B4-BE49-F238E27FC236}">
                <a16:creationId xmlns="" xmlns:a16="http://schemas.microsoft.com/office/drawing/2014/main" id="{8B92919D-A88E-44B6-80D2-4C61406E528C}"/>
              </a:ext>
            </a:extLst>
          </p:cNvPr>
          <p:cNvGrpSpPr/>
          <p:nvPr/>
        </p:nvGrpSpPr>
        <p:grpSpPr>
          <a:xfrm>
            <a:off x="4882646" y="2547541"/>
            <a:ext cx="6636254" cy="3236122"/>
            <a:chOff x="4882646" y="2547541"/>
            <a:chExt cx="6636254" cy="3236122"/>
          </a:xfrm>
        </p:grpSpPr>
        <p:grpSp>
          <p:nvGrpSpPr>
            <p:cNvPr id="5" name="iś1ïḋè">
              <a:extLst>
                <a:ext uri="{FF2B5EF4-FFF2-40B4-BE49-F238E27FC236}">
                  <a16:creationId xmlns="" xmlns:a16="http://schemas.microsoft.com/office/drawing/2014/main" id="{10C0C37A-F000-4AF3-99DF-F9EA3C121315}"/>
                </a:ext>
              </a:extLst>
            </p:cNvPr>
            <p:cNvGrpSpPr/>
            <p:nvPr/>
          </p:nvGrpSpPr>
          <p:grpSpPr>
            <a:xfrm>
              <a:off x="4882646" y="2547541"/>
              <a:ext cx="5051473" cy="766682"/>
              <a:chOff x="4882646" y="1916979"/>
              <a:chExt cx="5051473" cy="766682"/>
            </a:xfrm>
          </p:grpSpPr>
          <p:grpSp>
            <p:nvGrpSpPr>
              <p:cNvPr id="22" name="îSḷïḋé">
                <a:extLst>
                  <a:ext uri="{FF2B5EF4-FFF2-40B4-BE49-F238E27FC236}">
                    <a16:creationId xmlns="" xmlns:a16="http://schemas.microsoft.com/office/drawing/2014/main" id="{B39D8BFE-9860-4AA5-8204-F911EEBC2266}"/>
                  </a:ext>
                </a:extLst>
              </p:cNvPr>
              <p:cNvGrpSpPr/>
              <p:nvPr/>
            </p:nvGrpSpPr>
            <p:grpSpPr>
              <a:xfrm>
                <a:off x="4882646" y="1916982"/>
                <a:ext cx="913330" cy="766679"/>
                <a:chOff x="4649692" y="2135757"/>
                <a:chExt cx="902128" cy="757274"/>
              </a:xfrm>
            </p:grpSpPr>
            <p:sp>
              <p:nvSpPr>
                <p:cNvPr id="26" name="ï$líḍé">
                  <a:extLst>
                    <a:ext uri="{FF2B5EF4-FFF2-40B4-BE49-F238E27FC236}">
                      <a16:creationId xmlns="" xmlns:a16="http://schemas.microsoft.com/office/drawing/2014/main" id="{291DB86C-268B-4327-9F55-CD39BC29EF72}"/>
                    </a:ext>
                  </a:extLst>
                </p:cNvPr>
                <p:cNvSpPr/>
                <p:nvPr/>
              </p:nvSpPr>
              <p:spPr>
                <a:xfrm>
                  <a:off x="4649692" y="2135757"/>
                  <a:ext cx="902128" cy="561394"/>
                </a:xfrm>
                <a:prstGeom prst="rect">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2000">
                      <a:solidFill>
                        <a:schemeClr val="bg1"/>
                      </a:solidFill>
                      <a:cs typeface="+mn-ea"/>
                      <a:sym typeface="+mn-lt"/>
                    </a:rPr>
                    <a:t>0</a:t>
                  </a:r>
                  <a:r>
                    <a:rPr lang="en-US" altLang="zh-CN" sz="100">
                      <a:solidFill>
                        <a:schemeClr val="bg1"/>
                      </a:solidFill>
                      <a:cs typeface="+mn-ea"/>
                      <a:sym typeface="+mn-lt"/>
                    </a:rPr>
                    <a:t> </a:t>
                  </a:r>
                  <a:r>
                    <a:rPr lang="en-US" altLang="zh-CN" sz="2000">
                      <a:solidFill>
                        <a:schemeClr val="bg1"/>
                      </a:solidFill>
                      <a:cs typeface="+mn-ea"/>
                      <a:sym typeface="+mn-lt"/>
                    </a:rPr>
                    <a:t>1</a:t>
                  </a:r>
                  <a:endParaRPr lang="zh-CN" altLang="en-US" sz="2000" dirty="0">
                    <a:solidFill>
                      <a:schemeClr val="bg1"/>
                    </a:solidFill>
                    <a:cs typeface="+mn-ea"/>
                    <a:sym typeface="+mn-lt"/>
                  </a:endParaRPr>
                </a:p>
              </p:txBody>
            </p:sp>
            <p:sp>
              <p:nvSpPr>
                <p:cNvPr id="27" name="îṩḻîde">
                  <a:extLst>
                    <a:ext uri="{FF2B5EF4-FFF2-40B4-BE49-F238E27FC236}">
                      <a16:creationId xmlns="" xmlns:a16="http://schemas.microsoft.com/office/drawing/2014/main" id="{96CEC6DE-06BE-4141-8A26-1AF6E748E6B3}"/>
                    </a:ext>
                  </a:extLst>
                </p:cNvPr>
                <p:cNvSpPr/>
                <p:nvPr/>
              </p:nvSpPr>
              <p:spPr>
                <a:xfrm flipV="1">
                  <a:off x="5355940" y="2697151"/>
                  <a:ext cx="195880" cy="195880"/>
                </a:xfrm>
                <a:prstGeom prst="rtTriangle">
                  <a:avLst/>
                </a:prstGeom>
                <a:solidFill>
                  <a:schemeClr val="accent1">
                    <a:lumMod val="75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algn="ctr" defTabSz="914354"/>
                  <a:endParaRPr lang="zh-CN" altLang="en-US" sz="2000" b="1" dirty="0">
                    <a:solidFill>
                      <a:schemeClr val="bg1"/>
                    </a:solidFill>
                    <a:cs typeface="+mn-ea"/>
                    <a:sym typeface="+mn-lt"/>
                  </a:endParaRPr>
                </a:p>
              </p:txBody>
            </p:sp>
          </p:grpSp>
          <p:grpSp>
            <p:nvGrpSpPr>
              <p:cNvPr id="23" name="íṧliḋé">
                <a:extLst>
                  <a:ext uri="{FF2B5EF4-FFF2-40B4-BE49-F238E27FC236}">
                    <a16:creationId xmlns="" xmlns:a16="http://schemas.microsoft.com/office/drawing/2014/main" id="{EE0A993C-FE0C-4916-8C8B-BD30133879F3}"/>
                  </a:ext>
                </a:extLst>
              </p:cNvPr>
              <p:cNvGrpSpPr/>
              <p:nvPr/>
            </p:nvGrpSpPr>
            <p:grpSpPr>
              <a:xfrm>
                <a:off x="5979054" y="1916979"/>
                <a:ext cx="3955065" cy="731204"/>
                <a:chOff x="8208730" y="2310323"/>
                <a:chExt cx="3310170" cy="731204"/>
              </a:xfrm>
            </p:grpSpPr>
            <p:sp>
              <p:nvSpPr>
                <p:cNvPr id="24" name="îṩļiḓè">
                  <a:extLst>
                    <a:ext uri="{FF2B5EF4-FFF2-40B4-BE49-F238E27FC236}">
                      <a16:creationId xmlns="" xmlns:a16="http://schemas.microsoft.com/office/drawing/2014/main" id="{921D2456-A6A6-43F5-AD86-0A010D24A2F0}"/>
                    </a:ext>
                  </a:extLst>
                </p:cNvPr>
                <p:cNvSpPr txBox="1"/>
                <p:nvPr/>
              </p:nvSpPr>
              <p:spPr>
                <a:xfrm>
                  <a:off x="8208730" y="2310323"/>
                  <a:ext cx="3310170" cy="3473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000" b="1" dirty="0">
                      <a:cs typeface="+mn-ea"/>
                      <a:sym typeface="+mn-lt"/>
                    </a:rPr>
                    <a:t>输入标题</a:t>
                  </a:r>
                  <a:endParaRPr lang="id-ID" sz="2000" b="1" dirty="0">
                    <a:cs typeface="+mn-ea"/>
                    <a:sym typeface="+mn-lt"/>
                  </a:endParaRPr>
                </a:p>
              </p:txBody>
            </p:sp>
            <p:sp>
              <p:nvSpPr>
                <p:cNvPr id="25" name="íSḷíďê">
                  <a:extLst>
                    <a:ext uri="{FF2B5EF4-FFF2-40B4-BE49-F238E27FC236}">
                      <a16:creationId xmlns="" xmlns:a16="http://schemas.microsoft.com/office/drawing/2014/main" id="{F8E07573-A8E5-42F7-B445-E2E8E3B47ABD}"/>
                    </a:ext>
                  </a:extLst>
                </p:cNvPr>
                <p:cNvSpPr/>
                <p:nvPr/>
              </p:nvSpPr>
              <p:spPr bwMode="auto">
                <a:xfrm>
                  <a:off x="8208730" y="2657650"/>
                  <a:ext cx="3310170" cy="38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cs typeface="+mn-ea"/>
                      <a:sym typeface="+mn-lt"/>
                    </a:rPr>
                    <a:t>输入替换内容文本输入替换内容文本输入替换内容文本</a:t>
                  </a:r>
                  <a:endParaRPr lang="en-US" altLang="zh-CN" sz="1400" dirty="0">
                    <a:cs typeface="+mn-ea"/>
                    <a:sym typeface="+mn-lt"/>
                  </a:endParaRPr>
                </a:p>
              </p:txBody>
            </p:sp>
          </p:grpSp>
        </p:grpSp>
        <p:grpSp>
          <p:nvGrpSpPr>
            <p:cNvPr id="6" name="iṣḷíde">
              <a:extLst>
                <a:ext uri="{FF2B5EF4-FFF2-40B4-BE49-F238E27FC236}">
                  <a16:creationId xmlns="" xmlns:a16="http://schemas.microsoft.com/office/drawing/2014/main" id="{424E4407-9428-4CE1-ABDD-E24FFD6C222C}"/>
                </a:ext>
              </a:extLst>
            </p:cNvPr>
            <p:cNvGrpSpPr/>
            <p:nvPr/>
          </p:nvGrpSpPr>
          <p:grpSpPr>
            <a:xfrm>
              <a:off x="4882646" y="3782261"/>
              <a:ext cx="5051473" cy="766682"/>
              <a:chOff x="4882646" y="1916979"/>
              <a:chExt cx="5051473" cy="766682"/>
            </a:xfrm>
          </p:grpSpPr>
          <p:grpSp>
            <p:nvGrpSpPr>
              <p:cNvPr id="16" name="î$ļîďè">
                <a:extLst>
                  <a:ext uri="{FF2B5EF4-FFF2-40B4-BE49-F238E27FC236}">
                    <a16:creationId xmlns="" xmlns:a16="http://schemas.microsoft.com/office/drawing/2014/main" id="{2F9EE854-6951-4E88-B741-0FA6E807C15A}"/>
                  </a:ext>
                </a:extLst>
              </p:cNvPr>
              <p:cNvGrpSpPr/>
              <p:nvPr/>
            </p:nvGrpSpPr>
            <p:grpSpPr>
              <a:xfrm>
                <a:off x="4882646" y="1916982"/>
                <a:ext cx="913330" cy="766679"/>
                <a:chOff x="4649692" y="2135757"/>
                <a:chExt cx="902128" cy="757274"/>
              </a:xfrm>
            </p:grpSpPr>
            <p:sp>
              <p:nvSpPr>
                <p:cNvPr id="20" name="iṥḷíďé">
                  <a:extLst>
                    <a:ext uri="{FF2B5EF4-FFF2-40B4-BE49-F238E27FC236}">
                      <a16:creationId xmlns="" xmlns:a16="http://schemas.microsoft.com/office/drawing/2014/main" id="{5163260A-2A44-4894-9353-90F14D69FA60}"/>
                    </a:ext>
                  </a:extLst>
                </p:cNvPr>
                <p:cNvSpPr/>
                <p:nvPr/>
              </p:nvSpPr>
              <p:spPr>
                <a:xfrm>
                  <a:off x="4649692" y="2135757"/>
                  <a:ext cx="902128" cy="561394"/>
                </a:xfrm>
                <a:prstGeom prst="rect">
                  <a:avLst/>
                </a:prstGeom>
                <a:solidFill>
                  <a:schemeClr val="accent2"/>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2000">
                      <a:solidFill>
                        <a:schemeClr val="bg1"/>
                      </a:solidFill>
                      <a:cs typeface="+mn-ea"/>
                      <a:sym typeface="+mn-lt"/>
                    </a:rPr>
                    <a:t>0</a:t>
                  </a:r>
                  <a:r>
                    <a:rPr lang="en-US" altLang="zh-CN" sz="100">
                      <a:solidFill>
                        <a:schemeClr val="bg1"/>
                      </a:solidFill>
                      <a:cs typeface="+mn-ea"/>
                      <a:sym typeface="+mn-lt"/>
                    </a:rPr>
                    <a:t> </a:t>
                  </a:r>
                  <a:r>
                    <a:rPr lang="en-US" altLang="zh-CN" sz="2000">
                      <a:solidFill>
                        <a:schemeClr val="bg1"/>
                      </a:solidFill>
                      <a:cs typeface="+mn-ea"/>
                      <a:sym typeface="+mn-lt"/>
                    </a:rPr>
                    <a:t>2</a:t>
                  </a:r>
                  <a:endParaRPr lang="zh-CN" altLang="en-US" sz="2000" dirty="0">
                    <a:solidFill>
                      <a:schemeClr val="bg1"/>
                    </a:solidFill>
                    <a:cs typeface="+mn-ea"/>
                    <a:sym typeface="+mn-lt"/>
                  </a:endParaRPr>
                </a:p>
              </p:txBody>
            </p:sp>
            <p:sp>
              <p:nvSpPr>
                <p:cNvPr id="21" name="íṥľídé">
                  <a:extLst>
                    <a:ext uri="{FF2B5EF4-FFF2-40B4-BE49-F238E27FC236}">
                      <a16:creationId xmlns="" xmlns:a16="http://schemas.microsoft.com/office/drawing/2014/main" id="{A88006AB-056C-4F85-95EB-AB899C3F45C1}"/>
                    </a:ext>
                  </a:extLst>
                </p:cNvPr>
                <p:cNvSpPr/>
                <p:nvPr/>
              </p:nvSpPr>
              <p:spPr>
                <a:xfrm flipV="1">
                  <a:off x="5355940" y="2697151"/>
                  <a:ext cx="195880" cy="195880"/>
                </a:xfrm>
                <a:prstGeom prst="rtTriangle">
                  <a:avLst/>
                </a:prstGeom>
                <a:solidFill>
                  <a:schemeClr val="tx1">
                    <a:lumMod val="65000"/>
                    <a:lumOff val="35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algn="ctr" defTabSz="914354"/>
                  <a:endParaRPr lang="zh-CN" altLang="en-US" sz="2000" b="1" dirty="0">
                    <a:solidFill>
                      <a:schemeClr val="bg1"/>
                    </a:solidFill>
                    <a:cs typeface="+mn-ea"/>
                    <a:sym typeface="+mn-lt"/>
                  </a:endParaRPr>
                </a:p>
              </p:txBody>
            </p:sp>
          </p:grpSp>
          <p:grpSp>
            <p:nvGrpSpPr>
              <p:cNvPr id="17" name="íšḻíḋê">
                <a:extLst>
                  <a:ext uri="{FF2B5EF4-FFF2-40B4-BE49-F238E27FC236}">
                    <a16:creationId xmlns="" xmlns:a16="http://schemas.microsoft.com/office/drawing/2014/main" id="{0A5E6371-A1EE-49B5-87C1-A066A029F667}"/>
                  </a:ext>
                </a:extLst>
              </p:cNvPr>
              <p:cNvGrpSpPr/>
              <p:nvPr/>
            </p:nvGrpSpPr>
            <p:grpSpPr>
              <a:xfrm>
                <a:off x="5979054" y="1916979"/>
                <a:ext cx="3955065" cy="731204"/>
                <a:chOff x="8208730" y="2310323"/>
                <a:chExt cx="3310170" cy="731204"/>
              </a:xfrm>
            </p:grpSpPr>
            <p:sp>
              <p:nvSpPr>
                <p:cNvPr id="18" name="iṣḻiďé">
                  <a:extLst>
                    <a:ext uri="{FF2B5EF4-FFF2-40B4-BE49-F238E27FC236}">
                      <a16:creationId xmlns="" xmlns:a16="http://schemas.microsoft.com/office/drawing/2014/main" id="{921D2456-A6A6-43F5-AD86-0A010D24A2F0}"/>
                    </a:ext>
                  </a:extLst>
                </p:cNvPr>
                <p:cNvSpPr txBox="1"/>
                <p:nvPr/>
              </p:nvSpPr>
              <p:spPr>
                <a:xfrm>
                  <a:off x="8208730" y="2310323"/>
                  <a:ext cx="3310170" cy="3473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000" b="1" dirty="0">
                      <a:cs typeface="+mn-ea"/>
                      <a:sym typeface="+mn-lt"/>
                    </a:rPr>
                    <a:t>输入标题</a:t>
                  </a:r>
                  <a:endParaRPr lang="id-ID" sz="2000" b="1" dirty="0">
                    <a:cs typeface="+mn-ea"/>
                    <a:sym typeface="+mn-lt"/>
                  </a:endParaRPr>
                </a:p>
              </p:txBody>
            </p:sp>
            <p:sp>
              <p:nvSpPr>
                <p:cNvPr id="19" name="ï$ḷïḍê">
                  <a:extLst>
                    <a:ext uri="{FF2B5EF4-FFF2-40B4-BE49-F238E27FC236}">
                      <a16:creationId xmlns="" xmlns:a16="http://schemas.microsoft.com/office/drawing/2014/main" id="{F8E07573-A8E5-42F7-B445-E2E8E3B47ABD}"/>
                    </a:ext>
                  </a:extLst>
                </p:cNvPr>
                <p:cNvSpPr/>
                <p:nvPr/>
              </p:nvSpPr>
              <p:spPr bwMode="auto">
                <a:xfrm>
                  <a:off x="8208730" y="2657650"/>
                  <a:ext cx="3310170" cy="38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cs typeface="+mn-ea"/>
                      <a:sym typeface="+mn-lt"/>
                    </a:rPr>
                    <a:t>输入替换内容文本输入替换内容文本输入替换内容文本</a:t>
                  </a:r>
                  <a:endParaRPr lang="en-US" altLang="zh-CN" sz="1400" dirty="0">
                    <a:cs typeface="+mn-ea"/>
                    <a:sym typeface="+mn-lt"/>
                  </a:endParaRPr>
                </a:p>
              </p:txBody>
            </p:sp>
          </p:grpSp>
        </p:grpSp>
        <p:grpSp>
          <p:nvGrpSpPr>
            <p:cNvPr id="7" name="ïS1íḑè">
              <a:extLst>
                <a:ext uri="{FF2B5EF4-FFF2-40B4-BE49-F238E27FC236}">
                  <a16:creationId xmlns="" xmlns:a16="http://schemas.microsoft.com/office/drawing/2014/main" id="{981A6696-819E-48C2-929A-5DEA15C24871}"/>
                </a:ext>
              </a:extLst>
            </p:cNvPr>
            <p:cNvGrpSpPr/>
            <p:nvPr/>
          </p:nvGrpSpPr>
          <p:grpSpPr>
            <a:xfrm>
              <a:off x="4882646" y="5016981"/>
              <a:ext cx="5051473" cy="766682"/>
              <a:chOff x="4882646" y="1916979"/>
              <a:chExt cx="5051473" cy="766682"/>
            </a:xfrm>
          </p:grpSpPr>
          <p:grpSp>
            <p:nvGrpSpPr>
              <p:cNvPr id="10" name="îṧ1ïḓe">
                <a:extLst>
                  <a:ext uri="{FF2B5EF4-FFF2-40B4-BE49-F238E27FC236}">
                    <a16:creationId xmlns="" xmlns:a16="http://schemas.microsoft.com/office/drawing/2014/main" id="{DA37B57B-D978-4B85-9093-E412CF174193}"/>
                  </a:ext>
                </a:extLst>
              </p:cNvPr>
              <p:cNvGrpSpPr/>
              <p:nvPr/>
            </p:nvGrpSpPr>
            <p:grpSpPr>
              <a:xfrm>
                <a:off x="4882646" y="1916982"/>
                <a:ext cx="913330" cy="766679"/>
                <a:chOff x="4649692" y="2135757"/>
                <a:chExt cx="902128" cy="757274"/>
              </a:xfrm>
            </p:grpSpPr>
            <p:sp>
              <p:nvSpPr>
                <p:cNvPr id="14" name="iṣḻiḓè">
                  <a:extLst>
                    <a:ext uri="{FF2B5EF4-FFF2-40B4-BE49-F238E27FC236}">
                      <a16:creationId xmlns="" xmlns:a16="http://schemas.microsoft.com/office/drawing/2014/main" id="{7ADF2118-A31A-40C5-85D4-39403A89F598}"/>
                    </a:ext>
                  </a:extLst>
                </p:cNvPr>
                <p:cNvSpPr/>
                <p:nvPr/>
              </p:nvSpPr>
              <p:spPr>
                <a:xfrm>
                  <a:off x="4649692" y="2135757"/>
                  <a:ext cx="902128" cy="561394"/>
                </a:xfrm>
                <a:prstGeom prst="rect">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2000">
                      <a:solidFill>
                        <a:schemeClr val="bg1"/>
                      </a:solidFill>
                      <a:cs typeface="+mn-ea"/>
                      <a:sym typeface="+mn-lt"/>
                    </a:rPr>
                    <a:t>0</a:t>
                  </a:r>
                  <a:r>
                    <a:rPr lang="en-US" altLang="zh-CN" sz="100">
                      <a:solidFill>
                        <a:schemeClr val="bg1"/>
                      </a:solidFill>
                      <a:cs typeface="+mn-ea"/>
                      <a:sym typeface="+mn-lt"/>
                    </a:rPr>
                    <a:t> </a:t>
                  </a:r>
                  <a:r>
                    <a:rPr lang="en-US" altLang="zh-CN" sz="2000">
                      <a:solidFill>
                        <a:schemeClr val="bg1"/>
                      </a:solidFill>
                      <a:cs typeface="+mn-ea"/>
                      <a:sym typeface="+mn-lt"/>
                    </a:rPr>
                    <a:t>3</a:t>
                  </a:r>
                  <a:endParaRPr lang="zh-CN" altLang="en-US" sz="2000" dirty="0">
                    <a:solidFill>
                      <a:schemeClr val="bg1"/>
                    </a:solidFill>
                    <a:cs typeface="+mn-ea"/>
                    <a:sym typeface="+mn-lt"/>
                  </a:endParaRPr>
                </a:p>
              </p:txBody>
            </p:sp>
            <p:sp>
              <p:nvSpPr>
                <p:cNvPr id="15" name="iṡlíḋê">
                  <a:extLst>
                    <a:ext uri="{FF2B5EF4-FFF2-40B4-BE49-F238E27FC236}">
                      <a16:creationId xmlns="" xmlns:a16="http://schemas.microsoft.com/office/drawing/2014/main" id="{EB9ED75A-A9F8-4AE1-8249-E3A5C35AF18C}"/>
                    </a:ext>
                  </a:extLst>
                </p:cNvPr>
                <p:cNvSpPr/>
                <p:nvPr/>
              </p:nvSpPr>
              <p:spPr>
                <a:xfrm flipV="1">
                  <a:off x="5355940" y="2697151"/>
                  <a:ext cx="195880" cy="195880"/>
                </a:xfrm>
                <a:prstGeom prst="rtTriangle">
                  <a:avLst/>
                </a:prstGeom>
                <a:solidFill>
                  <a:schemeClr val="bg1">
                    <a:lumMod val="50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algn="ctr" defTabSz="914354"/>
                  <a:endParaRPr lang="zh-CN" altLang="en-US" sz="2000" b="1" dirty="0">
                    <a:solidFill>
                      <a:schemeClr val="bg1"/>
                    </a:solidFill>
                    <a:cs typeface="+mn-ea"/>
                    <a:sym typeface="+mn-lt"/>
                  </a:endParaRPr>
                </a:p>
              </p:txBody>
            </p:sp>
          </p:grpSp>
          <p:grpSp>
            <p:nvGrpSpPr>
              <p:cNvPr id="11" name="ïślídê">
                <a:extLst>
                  <a:ext uri="{FF2B5EF4-FFF2-40B4-BE49-F238E27FC236}">
                    <a16:creationId xmlns="" xmlns:a16="http://schemas.microsoft.com/office/drawing/2014/main" id="{BA288EC0-90AB-4201-A8BF-1362FD3EE3ED}"/>
                  </a:ext>
                </a:extLst>
              </p:cNvPr>
              <p:cNvGrpSpPr/>
              <p:nvPr/>
            </p:nvGrpSpPr>
            <p:grpSpPr>
              <a:xfrm>
                <a:off x="5979054" y="1916979"/>
                <a:ext cx="3955065" cy="731204"/>
                <a:chOff x="8208730" y="2310323"/>
                <a:chExt cx="3310170" cy="731204"/>
              </a:xfrm>
            </p:grpSpPr>
            <p:sp>
              <p:nvSpPr>
                <p:cNvPr id="12" name="ïśļíḍè">
                  <a:extLst>
                    <a:ext uri="{FF2B5EF4-FFF2-40B4-BE49-F238E27FC236}">
                      <a16:creationId xmlns="" xmlns:a16="http://schemas.microsoft.com/office/drawing/2014/main" id="{921D2456-A6A6-43F5-AD86-0A010D24A2F0}"/>
                    </a:ext>
                  </a:extLst>
                </p:cNvPr>
                <p:cNvSpPr txBox="1"/>
                <p:nvPr/>
              </p:nvSpPr>
              <p:spPr>
                <a:xfrm>
                  <a:off x="8208730" y="2310323"/>
                  <a:ext cx="3310170" cy="3473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000" b="1" dirty="0">
                      <a:cs typeface="+mn-ea"/>
                      <a:sym typeface="+mn-lt"/>
                    </a:rPr>
                    <a:t>输入标题</a:t>
                  </a:r>
                  <a:endParaRPr lang="id-ID" sz="2000" b="1" dirty="0">
                    <a:cs typeface="+mn-ea"/>
                    <a:sym typeface="+mn-lt"/>
                  </a:endParaRPr>
                </a:p>
              </p:txBody>
            </p:sp>
            <p:sp>
              <p:nvSpPr>
                <p:cNvPr id="13" name="ïṡľïde">
                  <a:extLst>
                    <a:ext uri="{FF2B5EF4-FFF2-40B4-BE49-F238E27FC236}">
                      <a16:creationId xmlns="" xmlns:a16="http://schemas.microsoft.com/office/drawing/2014/main" id="{F8E07573-A8E5-42F7-B445-E2E8E3B47ABD}"/>
                    </a:ext>
                  </a:extLst>
                </p:cNvPr>
                <p:cNvSpPr/>
                <p:nvPr/>
              </p:nvSpPr>
              <p:spPr bwMode="auto">
                <a:xfrm>
                  <a:off x="8208730" y="2657650"/>
                  <a:ext cx="3310170" cy="38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cs typeface="+mn-ea"/>
                      <a:sym typeface="+mn-lt"/>
                    </a:rPr>
                    <a:t>输入替换内容文本输入替换内容文本输入替换内容文本</a:t>
                  </a:r>
                  <a:endParaRPr lang="en-US" altLang="zh-CN" sz="1400" dirty="0">
                    <a:cs typeface="+mn-ea"/>
                    <a:sym typeface="+mn-lt"/>
                  </a:endParaRPr>
                </a:p>
              </p:txBody>
            </p:sp>
          </p:grpSp>
        </p:grpSp>
        <p:cxnSp>
          <p:nvCxnSpPr>
            <p:cNvPr id="8" name="直接连接符 7">
              <a:extLst>
                <a:ext uri="{FF2B5EF4-FFF2-40B4-BE49-F238E27FC236}">
                  <a16:creationId xmlns="" xmlns:a16="http://schemas.microsoft.com/office/drawing/2014/main" id="{CE5E9237-84D0-4AD0-8E4F-B5AB77AC2442}"/>
                </a:ext>
              </a:extLst>
            </p:cNvPr>
            <p:cNvCxnSpPr/>
            <p:nvPr/>
          </p:nvCxnSpPr>
          <p:spPr>
            <a:xfrm>
              <a:off x="6107837" y="3548240"/>
              <a:ext cx="5411063"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 xmlns:a16="http://schemas.microsoft.com/office/drawing/2014/main" id="{B4E7CAB2-3F89-4C4C-9B0D-BB92B3700DB6}"/>
                </a:ext>
              </a:extLst>
            </p:cNvPr>
            <p:cNvCxnSpPr/>
            <p:nvPr/>
          </p:nvCxnSpPr>
          <p:spPr>
            <a:xfrm>
              <a:off x="6107837" y="4782960"/>
              <a:ext cx="5411063"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332080349"/>
      </p:ext>
    </p:extLst>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additive="base">
                                        <p:cTn id="12" dur="500" fill="hold"/>
                                        <p:tgtEl>
                                          <p:spTgt spid="37"/>
                                        </p:tgtEl>
                                        <p:attrNameLst>
                                          <p:attrName>ppt_x</p:attrName>
                                        </p:attrNameLst>
                                      </p:cBhvr>
                                      <p:tavLst>
                                        <p:tav tm="0">
                                          <p:val>
                                            <p:strVal val="#ppt_x"/>
                                          </p:val>
                                        </p:tav>
                                        <p:tav tm="100000">
                                          <p:val>
                                            <p:strVal val="#ppt_x"/>
                                          </p:val>
                                        </p:tav>
                                      </p:tavLst>
                                    </p:anim>
                                    <p:anim calcmode="lin" valueType="num">
                                      <p:cBhvr additive="base">
                                        <p:cTn id="13"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 xmlns:a16="http://schemas.microsoft.com/office/drawing/2014/main" id="{3A94C8EA-13A4-48A8-AD4D-2059D466ADC3}"/>
              </a:ext>
            </a:extLst>
          </p:cNvPr>
          <p:cNvGrpSpPr/>
          <p:nvPr/>
        </p:nvGrpSpPr>
        <p:grpSpPr>
          <a:xfrm>
            <a:off x="-294505" y="-655782"/>
            <a:ext cx="12781010" cy="7513782"/>
            <a:chOff x="-286327" y="-655782"/>
            <a:chExt cx="12781010" cy="7513782"/>
          </a:xfrm>
        </p:grpSpPr>
        <p:grpSp>
          <p:nvGrpSpPr>
            <p:cNvPr id="12" name="组合 11">
              <a:extLst>
                <a:ext uri="{FF2B5EF4-FFF2-40B4-BE49-F238E27FC236}">
                  <a16:creationId xmlns="" xmlns:a16="http://schemas.microsoft.com/office/drawing/2014/main" id="{63BCB666-C8FA-4CA3-8FE2-B4920E2ADF1E}"/>
                </a:ext>
              </a:extLst>
            </p:cNvPr>
            <p:cNvGrpSpPr/>
            <p:nvPr/>
          </p:nvGrpSpPr>
          <p:grpSpPr>
            <a:xfrm>
              <a:off x="-286327" y="-520339"/>
              <a:ext cx="12478327" cy="7378339"/>
              <a:chOff x="-286327" y="-520339"/>
              <a:chExt cx="12478327" cy="7378339"/>
            </a:xfrm>
          </p:grpSpPr>
          <p:grpSp>
            <p:nvGrpSpPr>
              <p:cNvPr id="10" name="组合 9">
                <a:extLst>
                  <a:ext uri="{FF2B5EF4-FFF2-40B4-BE49-F238E27FC236}">
                    <a16:creationId xmlns="" xmlns:a16="http://schemas.microsoft.com/office/drawing/2014/main" id="{1737976E-1542-4104-B89E-4590231EB7C5}"/>
                  </a:ext>
                </a:extLst>
              </p:cNvPr>
              <p:cNvGrpSpPr/>
              <p:nvPr/>
            </p:nvGrpSpPr>
            <p:grpSpPr>
              <a:xfrm>
                <a:off x="-286327" y="-520339"/>
                <a:ext cx="8645236" cy="7378339"/>
                <a:chOff x="-286327" y="-520339"/>
                <a:chExt cx="8645236" cy="7378339"/>
              </a:xfrm>
            </p:grpSpPr>
            <p:pic>
              <p:nvPicPr>
                <p:cNvPr id="9" name="图片 8">
                  <a:extLst>
                    <a:ext uri="{FF2B5EF4-FFF2-40B4-BE49-F238E27FC236}">
                      <a16:creationId xmlns="" xmlns:a16="http://schemas.microsoft.com/office/drawing/2014/main" id="{CF4B22A8-5C28-4C1E-AC7C-4863DC273A1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9091"/>
                <a:stretch/>
              </p:blipFill>
              <p:spPr>
                <a:xfrm flipH="1">
                  <a:off x="-286327" y="762000"/>
                  <a:ext cx="8645236" cy="6096000"/>
                </a:xfrm>
                <a:prstGeom prst="rect">
                  <a:avLst/>
                </a:prstGeom>
              </p:spPr>
            </p:pic>
            <p:pic>
              <p:nvPicPr>
                <p:cNvPr id="5" name="图片 4">
                  <a:extLst>
                    <a:ext uri="{FF2B5EF4-FFF2-40B4-BE49-F238E27FC236}">
                      <a16:creationId xmlns="" xmlns:a16="http://schemas.microsoft.com/office/drawing/2014/main" id="{18756454-765E-468F-9FA7-D6F48AFA42D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82045" b="77879"/>
                <a:stretch/>
              </p:blipFill>
              <p:spPr>
                <a:xfrm>
                  <a:off x="0" y="0"/>
                  <a:ext cx="2189018" cy="1348509"/>
                </a:xfrm>
                <a:prstGeom prst="rect">
                  <a:avLst/>
                </a:prstGeom>
              </p:spPr>
            </p:pic>
            <p:pic>
              <p:nvPicPr>
                <p:cNvPr id="7" name="图片 6">
                  <a:extLst>
                    <a:ext uri="{FF2B5EF4-FFF2-40B4-BE49-F238E27FC236}">
                      <a16:creationId xmlns="" xmlns:a16="http://schemas.microsoft.com/office/drawing/2014/main" id="{A4ACC341-9AC2-4509-A02E-BE246AC7FBA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7879" r="86667"/>
                <a:stretch/>
              </p:blipFill>
              <p:spPr>
                <a:xfrm rot="7764793">
                  <a:off x="1016000" y="-381794"/>
                  <a:ext cx="1625600" cy="1348509"/>
                </a:xfrm>
                <a:prstGeom prst="rect">
                  <a:avLst/>
                </a:prstGeom>
              </p:spPr>
            </p:pic>
          </p:grpSp>
          <p:pic>
            <p:nvPicPr>
              <p:cNvPr id="11" name="图片 10">
                <a:extLst>
                  <a:ext uri="{FF2B5EF4-FFF2-40B4-BE49-F238E27FC236}">
                    <a16:creationId xmlns="" xmlns:a16="http://schemas.microsoft.com/office/drawing/2014/main" id="{4A076A69-FC98-47A0-826D-24064B8183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81000"/>
                <a:ext cx="12192000" cy="6096000"/>
              </a:xfrm>
              <a:prstGeom prst="rect">
                <a:avLst/>
              </a:prstGeom>
            </p:spPr>
          </p:pic>
        </p:grpSp>
        <p:pic>
          <p:nvPicPr>
            <p:cNvPr id="13" name="图片 12">
              <a:extLst>
                <a:ext uri="{FF2B5EF4-FFF2-40B4-BE49-F238E27FC236}">
                  <a16:creationId xmlns="" xmlns:a16="http://schemas.microsoft.com/office/drawing/2014/main" id="{40B7EA96-C8E6-45AF-8DA6-171A50E0A63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424" b="78182"/>
            <a:stretch/>
          </p:blipFill>
          <p:spPr>
            <a:xfrm flipH="1">
              <a:off x="10305666" y="-655782"/>
              <a:ext cx="2189017" cy="1330036"/>
            </a:xfrm>
            <a:prstGeom prst="rect">
              <a:avLst/>
            </a:prstGeom>
          </p:spPr>
        </p:pic>
      </p:grpSp>
      <p:sp>
        <p:nvSpPr>
          <p:cNvPr id="15" name="TextBox 11">
            <a:extLst>
              <a:ext uri="{FF2B5EF4-FFF2-40B4-BE49-F238E27FC236}">
                <a16:creationId xmlns="" xmlns:a16="http://schemas.microsoft.com/office/drawing/2014/main" id="{6431FEA4-ED81-47C6-A7B3-CA023B7DA017}"/>
              </a:ext>
            </a:extLst>
          </p:cNvPr>
          <p:cNvSpPr txBox="1"/>
          <p:nvPr/>
        </p:nvSpPr>
        <p:spPr>
          <a:xfrm>
            <a:off x="1953021" y="2217521"/>
            <a:ext cx="2854762" cy="2657779"/>
          </a:xfrm>
          <a:prstGeom prst="rect">
            <a:avLst/>
          </a:prstGeom>
          <a:noFill/>
        </p:spPr>
        <p:txBody>
          <a:bodyPr wrap="square" rtlCol="0">
            <a:spAutoFit/>
          </a:bodyPr>
          <a:lstStyle/>
          <a:p>
            <a:pPr defTabSz="1185606"/>
            <a:r>
              <a:rPr lang="en-US" altLang="zh-CN" sz="16671" dirty="0">
                <a:solidFill>
                  <a:schemeClr val="tx1">
                    <a:lumMod val="75000"/>
                    <a:lumOff val="25000"/>
                  </a:schemeClr>
                </a:solidFill>
                <a:cs typeface="+mn-ea"/>
                <a:sym typeface="+mn-lt"/>
              </a:rPr>
              <a:t>03</a:t>
            </a:r>
            <a:endParaRPr lang="zh-CN" altLang="en-US" sz="16671" dirty="0">
              <a:solidFill>
                <a:schemeClr val="tx1">
                  <a:lumMod val="75000"/>
                  <a:lumOff val="25000"/>
                </a:schemeClr>
              </a:solidFill>
              <a:cs typeface="+mn-ea"/>
              <a:sym typeface="+mn-lt"/>
            </a:endParaRPr>
          </a:p>
        </p:txBody>
      </p:sp>
      <p:grpSp>
        <p:nvGrpSpPr>
          <p:cNvPr id="25" name="组合 24">
            <a:extLst>
              <a:ext uri="{FF2B5EF4-FFF2-40B4-BE49-F238E27FC236}">
                <a16:creationId xmlns="" xmlns:a16="http://schemas.microsoft.com/office/drawing/2014/main" id="{B1143233-372B-41BE-9CB3-2B0AB0D6777D}"/>
              </a:ext>
            </a:extLst>
          </p:cNvPr>
          <p:cNvGrpSpPr/>
          <p:nvPr/>
        </p:nvGrpSpPr>
        <p:grpSpPr>
          <a:xfrm>
            <a:off x="4807783" y="2649288"/>
            <a:ext cx="5806594" cy="2151002"/>
            <a:chOff x="4807783" y="2649288"/>
            <a:chExt cx="5806594" cy="2151002"/>
          </a:xfrm>
        </p:grpSpPr>
        <p:sp>
          <p:nvSpPr>
            <p:cNvPr id="16" name="Subtitle 9">
              <a:extLst>
                <a:ext uri="{FF2B5EF4-FFF2-40B4-BE49-F238E27FC236}">
                  <a16:creationId xmlns="" xmlns:a16="http://schemas.microsoft.com/office/drawing/2014/main" id="{D45E77DE-51B1-4553-A3C9-E322DE05BB83}"/>
                </a:ext>
              </a:extLst>
            </p:cNvPr>
            <p:cNvSpPr txBox="1"/>
            <p:nvPr/>
          </p:nvSpPr>
          <p:spPr>
            <a:xfrm>
              <a:off x="4807783" y="2649288"/>
              <a:ext cx="5806594" cy="1304900"/>
            </a:xfrm>
            <a:prstGeom prst="rect">
              <a:avLst/>
            </a:prstGeom>
          </p:spPr>
          <p:txBody>
            <a:bodyPr vert="horz" wrap="square" lIns="103562" tIns="51780" rIns="103562" bIns="51780" rtlCol="0">
              <a:spAutoFit/>
            </a:bodyPr>
            <a:lstStyle>
              <a:defPPr>
                <a:defRPr lang="zh-CN"/>
              </a:defPPr>
              <a:lvl1pPr indent="0" algn="r" defTabSz="1087120">
                <a:lnSpc>
                  <a:spcPct val="100000"/>
                </a:lnSpc>
                <a:spcBef>
                  <a:spcPct val="20000"/>
                </a:spcBef>
                <a:buFont typeface="Arial" panose="020B0604020202020204"/>
                <a:buNone/>
                <a:defRPr sz="2000">
                  <a:solidFill>
                    <a:schemeClr val="accent2"/>
                  </a:solidFill>
                  <a:latin typeface="微软雅黑" panose="020B0503020204020204" charset="-122"/>
                  <a:ea typeface="微软雅黑" panose="020B0503020204020204" charset="-122"/>
                  <a:cs typeface="Open Sans Light" panose="020B0306030504020204"/>
                </a:defRPr>
              </a:lvl1pPr>
              <a:lvl2pPr marL="1087755"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2pPr>
              <a:lvl3pPr marL="2174875"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3pPr>
              <a:lvl4pPr marL="3262630"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4pPr>
              <a:lvl5pPr marL="4349750"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5pPr>
              <a:lvl6pPr marL="5437505" indent="0" algn="ctr" defTabSz="1087120">
                <a:spcBef>
                  <a:spcPct val="20000"/>
                </a:spcBef>
                <a:buFont typeface="Arial" panose="020B0604020202020204"/>
                <a:buNone/>
                <a:defRPr sz="4800">
                  <a:solidFill>
                    <a:schemeClr val="tx1">
                      <a:tint val="75000"/>
                    </a:schemeClr>
                  </a:solidFill>
                </a:defRPr>
              </a:lvl6pPr>
              <a:lvl7pPr marL="6524625" indent="0" algn="ctr" defTabSz="1087120">
                <a:spcBef>
                  <a:spcPct val="20000"/>
                </a:spcBef>
                <a:buFont typeface="Arial" panose="020B0604020202020204"/>
                <a:buNone/>
                <a:defRPr sz="4800">
                  <a:solidFill>
                    <a:schemeClr val="tx1">
                      <a:tint val="75000"/>
                    </a:schemeClr>
                  </a:solidFill>
                </a:defRPr>
              </a:lvl7pPr>
              <a:lvl8pPr marL="7612380" indent="0" algn="ctr" defTabSz="1087120">
                <a:spcBef>
                  <a:spcPct val="20000"/>
                </a:spcBef>
                <a:buFont typeface="Arial" panose="020B0604020202020204"/>
                <a:buNone/>
                <a:defRPr sz="4800">
                  <a:solidFill>
                    <a:schemeClr val="tx1">
                      <a:tint val="75000"/>
                    </a:schemeClr>
                  </a:solidFill>
                </a:defRPr>
              </a:lvl8pPr>
              <a:lvl9pPr marL="8699500" indent="0" algn="ctr" defTabSz="1087120">
                <a:spcBef>
                  <a:spcPct val="20000"/>
                </a:spcBef>
                <a:buFont typeface="Arial" panose="020B0604020202020204"/>
                <a:buNone/>
                <a:defRPr sz="4800">
                  <a:solidFill>
                    <a:schemeClr val="tx1">
                      <a:tint val="75000"/>
                    </a:schemeClr>
                  </a:solidFill>
                </a:defRPr>
              </a:lvl9pPr>
            </a:lstStyle>
            <a:p>
              <a:pPr algn="l" defTabSz="1035591">
                <a:defRPr/>
              </a:pPr>
              <a:r>
                <a:rPr lang="zh-CN" altLang="en-US" sz="5400" b="1" kern="0" dirty="0">
                  <a:solidFill>
                    <a:schemeClr val="tx1">
                      <a:lumMod val="75000"/>
                      <a:lumOff val="25000"/>
                    </a:schemeClr>
                  </a:solidFill>
                  <a:latin typeface="+mn-lt"/>
                  <a:ea typeface="+mn-ea"/>
                  <a:cs typeface="+mn-ea"/>
                  <a:sym typeface="+mn-lt"/>
                </a:rPr>
                <a:t>单击添加标题</a:t>
              </a:r>
              <a:endParaRPr lang="en-US" altLang="zh-CN" sz="5400" b="1" kern="0" dirty="0">
                <a:solidFill>
                  <a:schemeClr val="tx1">
                    <a:lumMod val="75000"/>
                    <a:lumOff val="25000"/>
                  </a:schemeClr>
                </a:solidFill>
                <a:latin typeface="+mn-lt"/>
                <a:ea typeface="+mn-ea"/>
                <a:cs typeface="+mn-ea"/>
                <a:sym typeface="+mn-lt"/>
              </a:endParaRPr>
            </a:p>
            <a:p>
              <a:pPr algn="l" defTabSz="1035591">
                <a:defRPr/>
              </a:pPr>
              <a:r>
                <a:rPr lang="en-US" altLang="zh-CN" b="1" kern="0" spc="600" dirty="0">
                  <a:solidFill>
                    <a:schemeClr val="tx1">
                      <a:lumMod val="75000"/>
                      <a:lumOff val="25000"/>
                    </a:schemeClr>
                  </a:solidFill>
                  <a:latin typeface="+mn-lt"/>
                  <a:ea typeface="+mn-ea"/>
                  <a:cs typeface="+mn-ea"/>
                  <a:sym typeface="+mn-lt"/>
                </a:rPr>
                <a:t>ANNUAL WORK SUMMARY</a:t>
              </a:r>
              <a:endParaRPr lang="en-US" b="1" kern="0" spc="600" dirty="0">
                <a:solidFill>
                  <a:schemeClr val="tx1">
                    <a:lumMod val="75000"/>
                    <a:lumOff val="25000"/>
                  </a:schemeClr>
                </a:solidFill>
                <a:latin typeface="+mn-lt"/>
                <a:ea typeface="+mn-ea"/>
                <a:cs typeface="+mn-ea"/>
                <a:sym typeface="+mn-lt"/>
              </a:endParaRPr>
            </a:p>
          </p:txBody>
        </p:sp>
        <p:sp>
          <p:nvSpPr>
            <p:cNvPr id="17" name="4">
              <a:extLst>
                <a:ext uri="{FF2B5EF4-FFF2-40B4-BE49-F238E27FC236}">
                  <a16:creationId xmlns="" xmlns:a16="http://schemas.microsoft.com/office/drawing/2014/main" id="{70D6F860-FD52-4EC9-AA8D-BB935042AEA6}"/>
                </a:ext>
              </a:extLst>
            </p:cNvPr>
            <p:cNvSpPr txBox="1"/>
            <p:nvPr/>
          </p:nvSpPr>
          <p:spPr>
            <a:xfrm>
              <a:off x="4982823" y="4253072"/>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18" name="3">
              <a:extLst>
                <a:ext uri="{FF2B5EF4-FFF2-40B4-BE49-F238E27FC236}">
                  <a16:creationId xmlns="" xmlns:a16="http://schemas.microsoft.com/office/drawing/2014/main" id="{FCECDB0E-99BA-4B92-95AA-0544BF3EE185}"/>
                </a:ext>
              </a:extLst>
            </p:cNvPr>
            <p:cNvSpPr txBox="1"/>
            <p:nvPr/>
          </p:nvSpPr>
          <p:spPr>
            <a:xfrm>
              <a:off x="4982821" y="4581108"/>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19" name="2">
              <a:extLst>
                <a:ext uri="{FF2B5EF4-FFF2-40B4-BE49-F238E27FC236}">
                  <a16:creationId xmlns="" xmlns:a16="http://schemas.microsoft.com/office/drawing/2014/main" id="{06281A3C-A9DF-411A-936A-62EEB0152FEE}"/>
                </a:ext>
              </a:extLst>
            </p:cNvPr>
            <p:cNvSpPr txBox="1"/>
            <p:nvPr/>
          </p:nvSpPr>
          <p:spPr>
            <a:xfrm>
              <a:off x="6699626" y="4256355"/>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20" name="1">
              <a:extLst>
                <a:ext uri="{FF2B5EF4-FFF2-40B4-BE49-F238E27FC236}">
                  <a16:creationId xmlns="" xmlns:a16="http://schemas.microsoft.com/office/drawing/2014/main" id="{50EAEF8A-7439-4971-8656-71D8CBDF0313}"/>
                </a:ext>
              </a:extLst>
            </p:cNvPr>
            <p:cNvSpPr txBox="1"/>
            <p:nvPr/>
          </p:nvSpPr>
          <p:spPr>
            <a:xfrm>
              <a:off x="6699627" y="4584846"/>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grpSp>
      <p:grpSp>
        <p:nvGrpSpPr>
          <p:cNvPr id="24" name="组合 23">
            <a:extLst>
              <a:ext uri="{FF2B5EF4-FFF2-40B4-BE49-F238E27FC236}">
                <a16:creationId xmlns="" xmlns:a16="http://schemas.microsoft.com/office/drawing/2014/main" id="{56154C23-01B8-4077-B25D-C9756F973530}"/>
              </a:ext>
            </a:extLst>
          </p:cNvPr>
          <p:cNvGrpSpPr/>
          <p:nvPr/>
        </p:nvGrpSpPr>
        <p:grpSpPr>
          <a:xfrm>
            <a:off x="-438970" y="6307938"/>
            <a:ext cx="12867537" cy="865521"/>
            <a:chOff x="-438970" y="6307938"/>
            <a:chExt cx="12867537" cy="865521"/>
          </a:xfrm>
        </p:grpSpPr>
        <p:sp>
          <p:nvSpPr>
            <p:cNvPr id="22" name="矩形 21">
              <a:extLst>
                <a:ext uri="{FF2B5EF4-FFF2-40B4-BE49-F238E27FC236}">
                  <a16:creationId xmlns="" xmlns:a16="http://schemas.microsoft.com/office/drawing/2014/main" id="{58B0BDC2-62DD-4B5F-82B7-A51F4BBB38CF}"/>
                </a:ext>
              </a:extLst>
            </p:cNvPr>
            <p:cNvSpPr/>
            <p:nvPr/>
          </p:nvSpPr>
          <p:spPr>
            <a:xfrm>
              <a:off x="-438970" y="6307938"/>
              <a:ext cx="12867537" cy="381000"/>
            </a:xfrm>
            <a:prstGeom prst="rect">
              <a:avLst/>
            </a:prstGeom>
            <a:solidFill>
              <a:srgbClr val="566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矩形 22">
              <a:extLst>
                <a:ext uri="{FF2B5EF4-FFF2-40B4-BE49-F238E27FC236}">
                  <a16:creationId xmlns="" xmlns:a16="http://schemas.microsoft.com/office/drawing/2014/main" id="{21529B98-64C7-403D-A652-D28F48FD1D08}"/>
                </a:ext>
              </a:extLst>
            </p:cNvPr>
            <p:cNvSpPr/>
            <p:nvPr/>
          </p:nvSpPr>
          <p:spPr>
            <a:xfrm>
              <a:off x="-438970" y="6792459"/>
              <a:ext cx="12867537" cy="381000"/>
            </a:xfrm>
            <a:prstGeom prst="rect">
              <a:avLst/>
            </a:prstGeom>
            <a:solidFill>
              <a:srgbClr val="FFCA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1325973332"/>
      </p:ext>
    </p:extLst>
  </p:cSld>
  <p:clrMapOvr>
    <a:masterClrMapping/>
  </p:clrMapOvr>
  <mc:AlternateContent xmlns:mc="http://schemas.openxmlformats.org/markup-compatibility/2006" xmlns:p14="http://schemas.microsoft.com/office/powerpoint/2010/main">
    <mc:Choice Requires="p14">
      <p:transition spd="slow" p14:dur="1250" advTm="2000">
        <p14:switch dir="r"/>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barn(inVertical)">
                                      <p:cBhvr>
                                        <p:cTn id="11" dur="500"/>
                                        <p:tgtEl>
                                          <p:spTgt spid="24"/>
                                        </p:tgtEl>
                                      </p:cBhvr>
                                    </p:animEffec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fill="hold"/>
                                        <p:tgtEl>
                                          <p:spTgt spid="25"/>
                                        </p:tgtEl>
                                        <p:attrNameLst>
                                          <p:attrName>ppt_x</p:attrName>
                                        </p:attrNameLst>
                                      </p:cBhvr>
                                      <p:tavLst>
                                        <p:tav tm="0">
                                          <p:val>
                                            <p:strVal val="#ppt_x"/>
                                          </p:val>
                                        </p:tav>
                                        <p:tav tm="100000">
                                          <p:val>
                                            <p:strVal val="#ppt_x"/>
                                          </p:val>
                                        </p:tav>
                                      </p:tavLst>
                                    </p:anim>
                                    <p:anim calcmode="lin" valueType="num">
                                      <p:cBhvr additive="base">
                                        <p:cTn id="21"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a:extLst>
              <a:ext uri="{FF2B5EF4-FFF2-40B4-BE49-F238E27FC236}">
                <a16:creationId xmlns="" xmlns:a16="http://schemas.microsoft.com/office/drawing/2014/main" id="{1BC7CB17-32B3-4361-9EED-FB0E5907643E}"/>
              </a:ext>
            </a:extLst>
          </p:cNvPr>
          <p:cNvGrpSpPr/>
          <p:nvPr/>
        </p:nvGrpSpPr>
        <p:grpSpPr>
          <a:xfrm>
            <a:off x="-1036609" y="-1457037"/>
            <a:ext cx="13471490" cy="11522369"/>
            <a:chOff x="-1036609" y="-1457037"/>
            <a:chExt cx="13471490" cy="11522369"/>
          </a:xfrm>
        </p:grpSpPr>
        <p:grpSp>
          <p:nvGrpSpPr>
            <p:cNvPr id="27" name="组合 26">
              <a:extLst>
                <a:ext uri="{FF2B5EF4-FFF2-40B4-BE49-F238E27FC236}">
                  <a16:creationId xmlns="" xmlns:a16="http://schemas.microsoft.com/office/drawing/2014/main" id="{A706B0DA-DB55-4212-9C7E-503C552F3D85}"/>
                </a:ext>
              </a:extLst>
            </p:cNvPr>
            <p:cNvGrpSpPr/>
            <p:nvPr/>
          </p:nvGrpSpPr>
          <p:grpSpPr>
            <a:xfrm>
              <a:off x="-1036609" y="-1457037"/>
              <a:ext cx="13471490" cy="11522369"/>
              <a:chOff x="-1036609" y="-1457037"/>
              <a:chExt cx="13471490" cy="11522369"/>
            </a:xfrm>
          </p:grpSpPr>
          <p:grpSp>
            <p:nvGrpSpPr>
              <p:cNvPr id="33" name="组合 32">
                <a:extLst>
                  <a:ext uri="{FF2B5EF4-FFF2-40B4-BE49-F238E27FC236}">
                    <a16:creationId xmlns="" xmlns:a16="http://schemas.microsoft.com/office/drawing/2014/main" id="{604D7019-E60D-4A16-958A-04E42B2021E6}"/>
                  </a:ext>
                </a:extLst>
              </p:cNvPr>
              <p:cNvGrpSpPr/>
              <p:nvPr/>
            </p:nvGrpSpPr>
            <p:grpSpPr>
              <a:xfrm>
                <a:off x="-1036609" y="-1457037"/>
                <a:ext cx="13417347" cy="11522369"/>
                <a:chOff x="-1036609" y="-1457037"/>
                <a:chExt cx="13417347" cy="11522369"/>
              </a:xfrm>
            </p:grpSpPr>
            <p:grpSp>
              <p:nvGrpSpPr>
                <p:cNvPr id="37" name="组合 36">
                  <a:extLst>
                    <a:ext uri="{FF2B5EF4-FFF2-40B4-BE49-F238E27FC236}">
                      <a16:creationId xmlns="" xmlns:a16="http://schemas.microsoft.com/office/drawing/2014/main" id="{8F1A5819-7983-47F5-9295-60F1F8EDAA77}"/>
                    </a:ext>
                  </a:extLst>
                </p:cNvPr>
                <p:cNvGrpSpPr/>
                <p:nvPr/>
              </p:nvGrpSpPr>
              <p:grpSpPr>
                <a:xfrm>
                  <a:off x="-520087" y="-1457037"/>
                  <a:ext cx="12900825" cy="11522369"/>
                  <a:chOff x="-520087" y="-1457037"/>
                  <a:chExt cx="12900825" cy="11522369"/>
                </a:xfrm>
              </p:grpSpPr>
              <p:pic>
                <p:nvPicPr>
                  <p:cNvPr id="40" name="图片 39">
                    <a:extLst>
                      <a:ext uri="{FF2B5EF4-FFF2-40B4-BE49-F238E27FC236}">
                        <a16:creationId xmlns="" xmlns:a16="http://schemas.microsoft.com/office/drawing/2014/main" id="{0EAB385B-A474-4D66-891A-057DECC341A4}"/>
                      </a:ext>
                    </a:extLst>
                  </p:cNvPr>
                  <p:cNvPicPr>
                    <a:picLocks noChangeAspect="1"/>
                  </p:cNvPicPr>
                  <p:nvPr/>
                </p:nvPicPr>
                <p:blipFill rotWithShape="1">
                  <a:blip r:embed="rId3">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41" name="图片 40">
                    <a:extLst>
                      <a:ext uri="{FF2B5EF4-FFF2-40B4-BE49-F238E27FC236}">
                        <a16:creationId xmlns="" xmlns:a16="http://schemas.microsoft.com/office/drawing/2014/main" id="{07AD899E-3CC3-4E13-AF82-BD8004190DF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38" name="图片 37">
                  <a:extLst>
                    <a:ext uri="{FF2B5EF4-FFF2-40B4-BE49-F238E27FC236}">
                      <a16:creationId xmlns="" xmlns:a16="http://schemas.microsoft.com/office/drawing/2014/main" id="{F10519B9-D42D-45C4-98E8-52302859A45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39" name="图片 38">
                  <a:extLst>
                    <a:ext uri="{FF2B5EF4-FFF2-40B4-BE49-F238E27FC236}">
                      <a16:creationId xmlns="" xmlns:a16="http://schemas.microsoft.com/office/drawing/2014/main" id="{42830EFB-9E75-43B2-9EC8-D7051410FE9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36" name="图片 35">
                <a:extLst>
                  <a:ext uri="{FF2B5EF4-FFF2-40B4-BE49-F238E27FC236}">
                    <a16:creationId xmlns="" xmlns:a16="http://schemas.microsoft.com/office/drawing/2014/main" id="{CD1161A3-9080-492A-AE87-290A862EA51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30" name="文本框 29">
              <a:extLst>
                <a:ext uri="{FF2B5EF4-FFF2-40B4-BE49-F238E27FC236}">
                  <a16:creationId xmlns="" xmlns:a16="http://schemas.microsoft.com/office/drawing/2014/main" id="{2251E74A-DB2D-4515-8CD1-6CEDC08C3985}"/>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cs typeface="+mn-ea"/>
                  <a:sym typeface="+mn-lt"/>
                </a:rPr>
                <a:t>输入标题文本</a:t>
              </a:r>
            </a:p>
          </p:txBody>
        </p:sp>
      </p:grpSp>
      <p:grpSp>
        <p:nvGrpSpPr>
          <p:cNvPr id="2" name="组合 1">
            <a:extLst>
              <a:ext uri="{FF2B5EF4-FFF2-40B4-BE49-F238E27FC236}">
                <a16:creationId xmlns="" xmlns:a16="http://schemas.microsoft.com/office/drawing/2014/main" id="{9DD7BC2E-2608-4F54-9E7A-D349D2BB2886}"/>
              </a:ext>
            </a:extLst>
          </p:cNvPr>
          <p:cNvGrpSpPr/>
          <p:nvPr/>
        </p:nvGrpSpPr>
        <p:grpSpPr>
          <a:xfrm>
            <a:off x="808388" y="2010722"/>
            <a:ext cx="5704790" cy="3774013"/>
            <a:chOff x="808388" y="2010722"/>
            <a:chExt cx="5704790" cy="3774013"/>
          </a:xfrm>
        </p:grpSpPr>
        <p:graphicFrame>
          <p:nvGraphicFramePr>
            <p:cNvPr id="6" name="图表 5"/>
            <p:cNvGraphicFramePr/>
            <p:nvPr>
              <p:extLst>
                <p:ext uri="{D42A27DB-BD31-4B8C-83A1-F6EECF244321}">
                  <p14:modId xmlns:p14="http://schemas.microsoft.com/office/powerpoint/2010/main" val="194667794"/>
                </p:ext>
              </p:extLst>
            </p:nvPr>
          </p:nvGraphicFramePr>
          <p:xfrm>
            <a:off x="808388" y="2014704"/>
            <a:ext cx="3075122" cy="2050081"/>
          </p:xfrm>
          <a:graphic>
            <a:graphicData uri="http://schemas.openxmlformats.org/drawingml/2006/chart">
              <c:chart xmlns:c="http://schemas.openxmlformats.org/drawingml/2006/chart" xmlns:r="http://schemas.openxmlformats.org/officeDocument/2006/relationships" r:id="rId7"/>
            </a:graphicData>
          </a:graphic>
        </p:graphicFrame>
        <p:sp>
          <p:nvSpPr>
            <p:cNvPr id="7" name="文本框 6"/>
            <p:cNvSpPr txBox="1"/>
            <p:nvPr/>
          </p:nvSpPr>
          <p:spPr>
            <a:xfrm>
              <a:off x="1718826" y="3119309"/>
              <a:ext cx="1210589" cy="437684"/>
            </a:xfrm>
            <a:prstGeom prst="rect">
              <a:avLst/>
            </a:prstGeom>
            <a:noFill/>
          </p:spPr>
          <p:txBody>
            <a:bodyPr wrap="none" rtlCol="0">
              <a:spAutoFit/>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solidFill>
                  <a:effectLst/>
                  <a:uLnTx/>
                  <a:uFillTx/>
                  <a:cs typeface="+mn-ea"/>
                  <a:sym typeface="+mn-lt"/>
                </a:rPr>
                <a:t>添加标题</a:t>
              </a:r>
            </a:p>
          </p:txBody>
        </p:sp>
        <p:sp>
          <p:nvSpPr>
            <p:cNvPr id="8" name="文本框 7"/>
            <p:cNvSpPr txBox="1"/>
            <p:nvPr/>
          </p:nvSpPr>
          <p:spPr>
            <a:xfrm>
              <a:off x="1834243" y="2570608"/>
              <a:ext cx="979756"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150" normalizeH="0" baseline="0" noProof="0" dirty="0">
                  <a:ln>
                    <a:noFill/>
                  </a:ln>
                  <a:solidFill>
                    <a:prstClr val="black"/>
                  </a:solidFill>
                  <a:effectLst/>
                  <a:uLnTx/>
                  <a:uFillTx/>
                  <a:cs typeface="+mn-ea"/>
                  <a:sym typeface="+mn-lt"/>
                </a:rPr>
                <a:t>65</a:t>
              </a:r>
              <a:r>
                <a:rPr kumimoji="0" lang="en-US" altLang="zh-CN" sz="2400" b="0" i="0" u="none" strike="noStrike" kern="1200" cap="none" spc="-150" normalizeH="0" baseline="0" noProof="0" dirty="0">
                  <a:ln>
                    <a:noFill/>
                  </a:ln>
                  <a:solidFill>
                    <a:prstClr val="black"/>
                  </a:solidFill>
                  <a:effectLst/>
                  <a:uLnTx/>
                  <a:uFillTx/>
                  <a:cs typeface="+mn-ea"/>
                  <a:sym typeface="+mn-lt"/>
                </a:rPr>
                <a:t>%</a:t>
              </a:r>
              <a:endParaRPr kumimoji="0" lang="zh-CN" altLang="en-US" sz="2400" b="0" i="0" u="none" strike="noStrike" kern="1200" cap="none" spc="-150" normalizeH="0" baseline="0" noProof="0" dirty="0">
                <a:ln>
                  <a:noFill/>
                </a:ln>
                <a:solidFill>
                  <a:prstClr val="black"/>
                </a:solidFill>
                <a:effectLst/>
                <a:uLnTx/>
                <a:uFillTx/>
                <a:cs typeface="+mn-ea"/>
                <a:sym typeface="+mn-lt"/>
              </a:endParaRPr>
            </a:p>
          </p:txBody>
        </p:sp>
        <p:graphicFrame>
          <p:nvGraphicFramePr>
            <p:cNvPr id="10" name="图表 9"/>
            <p:cNvGraphicFramePr/>
            <p:nvPr>
              <p:extLst>
                <p:ext uri="{D42A27DB-BD31-4B8C-83A1-F6EECF244321}">
                  <p14:modId xmlns:p14="http://schemas.microsoft.com/office/powerpoint/2010/main" val="1017757093"/>
                </p:ext>
              </p:extLst>
            </p:nvPr>
          </p:nvGraphicFramePr>
          <p:xfrm>
            <a:off x="3259846" y="2010722"/>
            <a:ext cx="3253332" cy="2058045"/>
          </p:xfrm>
          <a:graphic>
            <a:graphicData uri="http://schemas.openxmlformats.org/drawingml/2006/chart">
              <c:chart xmlns:c="http://schemas.openxmlformats.org/drawingml/2006/chart" xmlns:r="http://schemas.openxmlformats.org/officeDocument/2006/relationships" r:id="rId8"/>
            </a:graphicData>
          </a:graphic>
        </p:graphicFrame>
        <p:sp>
          <p:nvSpPr>
            <p:cNvPr id="11" name="文本框 10"/>
            <p:cNvSpPr txBox="1"/>
            <p:nvPr/>
          </p:nvSpPr>
          <p:spPr>
            <a:xfrm>
              <a:off x="4311719" y="3119309"/>
              <a:ext cx="1210589" cy="437684"/>
            </a:xfrm>
            <a:prstGeom prst="rect">
              <a:avLst/>
            </a:prstGeom>
            <a:noFill/>
          </p:spPr>
          <p:txBody>
            <a:bodyPr wrap="none" rtlCol="0">
              <a:spAutoFit/>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solidFill>
                  <a:effectLst/>
                  <a:uLnTx/>
                  <a:uFillTx/>
                  <a:cs typeface="+mn-ea"/>
                  <a:sym typeface="+mn-lt"/>
                </a:rPr>
                <a:t>添加标题</a:t>
              </a:r>
            </a:p>
          </p:txBody>
        </p:sp>
        <p:sp>
          <p:nvSpPr>
            <p:cNvPr id="12" name="文本框 11"/>
            <p:cNvSpPr txBox="1"/>
            <p:nvPr/>
          </p:nvSpPr>
          <p:spPr>
            <a:xfrm>
              <a:off x="4424731" y="2570608"/>
              <a:ext cx="98456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150" normalizeH="0" baseline="0" noProof="0" dirty="0">
                  <a:ln>
                    <a:noFill/>
                  </a:ln>
                  <a:solidFill>
                    <a:prstClr val="black"/>
                  </a:solidFill>
                  <a:effectLst/>
                  <a:uLnTx/>
                  <a:uFillTx/>
                  <a:cs typeface="+mn-ea"/>
                  <a:sym typeface="+mn-lt"/>
                </a:rPr>
                <a:t>45</a:t>
              </a:r>
              <a:r>
                <a:rPr kumimoji="0" lang="en-US" altLang="zh-CN" sz="2400" b="0" i="0" u="none" strike="noStrike" kern="1200" cap="none" spc="-150" normalizeH="0" baseline="0" noProof="0" dirty="0">
                  <a:ln>
                    <a:noFill/>
                  </a:ln>
                  <a:solidFill>
                    <a:prstClr val="black"/>
                  </a:solidFill>
                  <a:effectLst/>
                  <a:uLnTx/>
                  <a:uFillTx/>
                  <a:cs typeface="+mn-ea"/>
                  <a:sym typeface="+mn-lt"/>
                </a:rPr>
                <a:t>%</a:t>
              </a:r>
              <a:endParaRPr kumimoji="0" lang="zh-CN" altLang="en-US" sz="2400" b="0" i="0" u="none" strike="noStrike" kern="1200" cap="none" spc="-150" normalizeH="0" baseline="0" noProof="0" dirty="0">
                <a:ln>
                  <a:noFill/>
                </a:ln>
                <a:solidFill>
                  <a:prstClr val="black"/>
                </a:solidFill>
                <a:effectLst/>
                <a:uLnTx/>
                <a:uFillTx/>
                <a:cs typeface="+mn-ea"/>
                <a:sym typeface="+mn-lt"/>
              </a:endParaRPr>
            </a:p>
          </p:txBody>
        </p:sp>
        <p:sp>
          <p:nvSpPr>
            <p:cNvPr id="25" name="文本框 24"/>
            <p:cNvSpPr txBox="1"/>
            <p:nvPr/>
          </p:nvSpPr>
          <p:spPr>
            <a:xfrm>
              <a:off x="1126564" y="4682767"/>
              <a:ext cx="2438769" cy="1101968"/>
            </a:xfrm>
            <a:prstGeom prst="rect">
              <a:avLst/>
            </a:prstGeom>
            <a:noFill/>
          </p:spPr>
          <p:txBody>
            <a:bodyPr wrap="square" rtlCol="0">
              <a:spAutoFit/>
            </a:bodyPr>
            <a:lstStyle/>
            <a:p>
              <a:pPr marL="0" lvl="0" indent="0" algn="ctr" defTabSz="1218565" fontAlgn="auto">
                <a:lnSpc>
                  <a:spcPts val="2000"/>
                </a:lnSpc>
                <a:spcBef>
                  <a:spcPts val="0"/>
                </a:spcBef>
                <a:buNone/>
              </a:pPr>
              <a:r>
                <a:rPr lang="zh-CN" altLang="en-US" sz="1400" dirty="0">
                  <a:solidFill>
                    <a:schemeClr val="tx1">
                      <a:lumMod val="85000"/>
                      <a:lumOff val="15000"/>
                    </a:schemeClr>
                  </a:solidFill>
                  <a:cs typeface="+mn-ea"/>
                  <a:sym typeface="+mn-lt"/>
                </a:rPr>
                <a:t>请在此处添加具体内容，文字尽量言简意赅，简单说明即可，不必过于繁琐，注意板面美观度。</a:t>
              </a:r>
            </a:p>
          </p:txBody>
        </p:sp>
        <p:sp>
          <p:nvSpPr>
            <p:cNvPr id="26" name="矩形 25"/>
            <p:cNvSpPr/>
            <p:nvPr/>
          </p:nvSpPr>
          <p:spPr>
            <a:xfrm>
              <a:off x="1743199" y="4289437"/>
              <a:ext cx="1164407" cy="377020"/>
            </a:xfrm>
            <a:prstGeom prst="rect">
              <a:avLst/>
            </a:prstGeom>
          </p:spPr>
          <p:txBody>
            <a:bodyPr wrap="none" lIns="68573" tIns="34287" rIns="68573" bIns="34287">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cs typeface="+mn-ea"/>
                  <a:sym typeface="+mn-lt"/>
                </a:rPr>
                <a:t>添加标题</a:t>
              </a:r>
            </a:p>
          </p:txBody>
        </p:sp>
        <p:sp>
          <p:nvSpPr>
            <p:cNvPr id="28" name="文本框 27"/>
            <p:cNvSpPr txBox="1"/>
            <p:nvPr/>
          </p:nvSpPr>
          <p:spPr>
            <a:xfrm>
              <a:off x="3740982" y="4682767"/>
              <a:ext cx="2438769" cy="1101968"/>
            </a:xfrm>
            <a:prstGeom prst="rect">
              <a:avLst/>
            </a:prstGeom>
            <a:noFill/>
          </p:spPr>
          <p:txBody>
            <a:bodyPr wrap="square" rtlCol="0">
              <a:spAutoFit/>
            </a:bodyPr>
            <a:lstStyle/>
            <a:p>
              <a:pPr marL="0" lvl="0" indent="0" algn="ctr" defTabSz="1218565" fontAlgn="auto">
                <a:lnSpc>
                  <a:spcPts val="2000"/>
                </a:lnSpc>
                <a:spcBef>
                  <a:spcPts val="0"/>
                </a:spcBef>
                <a:buNone/>
              </a:pPr>
              <a:r>
                <a:rPr lang="zh-CN" altLang="en-US" sz="1400" dirty="0">
                  <a:solidFill>
                    <a:schemeClr val="tx1">
                      <a:lumMod val="85000"/>
                      <a:lumOff val="15000"/>
                    </a:schemeClr>
                  </a:solidFill>
                  <a:cs typeface="+mn-ea"/>
                  <a:sym typeface="+mn-lt"/>
                </a:rPr>
                <a:t>请在此处添加具体内容，文字尽量言简意赅，简单说明即可，不必过于繁琐，注意板面美观度。</a:t>
              </a:r>
            </a:p>
          </p:txBody>
        </p:sp>
        <p:sp>
          <p:nvSpPr>
            <p:cNvPr id="29" name="矩形 28"/>
            <p:cNvSpPr/>
            <p:nvPr/>
          </p:nvSpPr>
          <p:spPr>
            <a:xfrm>
              <a:off x="4357617" y="4289437"/>
              <a:ext cx="1164407" cy="377020"/>
            </a:xfrm>
            <a:prstGeom prst="rect">
              <a:avLst/>
            </a:prstGeom>
          </p:spPr>
          <p:txBody>
            <a:bodyPr wrap="none" lIns="68573" tIns="34287" rIns="68573" bIns="34287">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cs typeface="+mn-ea"/>
                  <a:sym typeface="+mn-lt"/>
                </a:rPr>
                <a:t>添加标题</a:t>
              </a:r>
            </a:p>
          </p:txBody>
        </p:sp>
      </p:grpSp>
      <p:grpSp>
        <p:nvGrpSpPr>
          <p:cNvPr id="4" name="组合 3">
            <a:extLst>
              <a:ext uri="{FF2B5EF4-FFF2-40B4-BE49-F238E27FC236}">
                <a16:creationId xmlns="" xmlns:a16="http://schemas.microsoft.com/office/drawing/2014/main" id="{37CEB36F-FAF5-4F1E-B3D4-D1DB29CA9731}"/>
              </a:ext>
            </a:extLst>
          </p:cNvPr>
          <p:cNvGrpSpPr/>
          <p:nvPr/>
        </p:nvGrpSpPr>
        <p:grpSpPr>
          <a:xfrm>
            <a:off x="5792612" y="2015688"/>
            <a:ext cx="5548329" cy="3769047"/>
            <a:chOff x="5792612" y="2015688"/>
            <a:chExt cx="5548329" cy="3769047"/>
          </a:xfrm>
        </p:grpSpPr>
        <p:graphicFrame>
          <p:nvGraphicFramePr>
            <p:cNvPr id="17" name="图表 16"/>
            <p:cNvGraphicFramePr/>
            <p:nvPr>
              <p:extLst>
                <p:ext uri="{D42A27DB-BD31-4B8C-83A1-F6EECF244321}">
                  <p14:modId xmlns:p14="http://schemas.microsoft.com/office/powerpoint/2010/main" val="3050846969"/>
                </p:ext>
              </p:extLst>
            </p:nvPr>
          </p:nvGraphicFramePr>
          <p:xfrm>
            <a:off x="5792612" y="2015688"/>
            <a:ext cx="3091263" cy="2020173"/>
          </p:xfrm>
          <a:graphic>
            <a:graphicData uri="http://schemas.openxmlformats.org/drawingml/2006/chart">
              <c:chart xmlns:c="http://schemas.openxmlformats.org/drawingml/2006/chart" xmlns:r="http://schemas.openxmlformats.org/officeDocument/2006/relationships" r:id="rId9"/>
            </a:graphicData>
          </a:graphic>
        </p:graphicFrame>
        <p:grpSp>
          <p:nvGrpSpPr>
            <p:cNvPr id="3" name="组合 2">
              <a:extLst>
                <a:ext uri="{FF2B5EF4-FFF2-40B4-BE49-F238E27FC236}">
                  <a16:creationId xmlns="" xmlns:a16="http://schemas.microsoft.com/office/drawing/2014/main" id="{4891F7BD-699E-4DC0-BA5D-3505DF480C36}"/>
                </a:ext>
              </a:extLst>
            </p:cNvPr>
            <p:cNvGrpSpPr/>
            <p:nvPr/>
          </p:nvGrpSpPr>
          <p:grpSpPr>
            <a:xfrm>
              <a:off x="6215245" y="2038487"/>
              <a:ext cx="5125696" cy="3746248"/>
              <a:chOff x="6215245" y="2038487"/>
              <a:chExt cx="5125696" cy="3746248"/>
            </a:xfrm>
          </p:grpSpPr>
          <p:sp>
            <p:nvSpPr>
              <p:cNvPr id="18" name="文本框 17"/>
              <p:cNvSpPr txBox="1"/>
              <p:nvPr/>
            </p:nvSpPr>
            <p:spPr>
              <a:xfrm>
                <a:off x="6776859" y="3133712"/>
                <a:ext cx="1210589" cy="437684"/>
              </a:xfrm>
              <a:prstGeom prst="rect">
                <a:avLst/>
              </a:prstGeom>
              <a:noFill/>
            </p:spPr>
            <p:txBody>
              <a:bodyPr wrap="none" rtlCol="0">
                <a:spAutoFit/>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solidFill>
                    <a:effectLst/>
                    <a:uLnTx/>
                    <a:uFillTx/>
                    <a:cs typeface="+mn-ea"/>
                    <a:sym typeface="+mn-lt"/>
                  </a:rPr>
                  <a:t>添加标题</a:t>
                </a:r>
              </a:p>
            </p:txBody>
          </p:sp>
          <p:sp>
            <p:nvSpPr>
              <p:cNvPr id="19" name="文本框 18"/>
              <p:cNvSpPr txBox="1"/>
              <p:nvPr/>
            </p:nvSpPr>
            <p:spPr>
              <a:xfrm>
                <a:off x="6932978" y="2571041"/>
                <a:ext cx="98135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150" normalizeH="0" baseline="0" noProof="0" dirty="0">
                    <a:ln>
                      <a:noFill/>
                    </a:ln>
                    <a:solidFill>
                      <a:prstClr val="black"/>
                    </a:solidFill>
                    <a:effectLst/>
                    <a:uLnTx/>
                    <a:uFillTx/>
                    <a:cs typeface="+mn-ea"/>
                    <a:sym typeface="+mn-lt"/>
                  </a:rPr>
                  <a:t>50</a:t>
                </a:r>
                <a:r>
                  <a:rPr kumimoji="0" lang="en-US" altLang="zh-CN" sz="2400" b="0" i="0" u="none" strike="noStrike" kern="1200" cap="none" spc="-150" normalizeH="0" baseline="0" noProof="0" dirty="0">
                    <a:ln>
                      <a:noFill/>
                    </a:ln>
                    <a:solidFill>
                      <a:prstClr val="black"/>
                    </a:solidFill>
                    <a:effectLst/>
                    <a:uLnTx/>
                    <a:uFillTx/>
                    <a:cs typeface="+mn-ea"/>
                    <a:sym typeface="+mn-lt"/>
                  </a:rPr>
                  <a:t>%</a:t>
                </a:r>
                <a:endParaRPr kumimoji="0" lang="zh-CN" altLang="en-US" sz="2400" b="0" i="0" u="none" strike="noStrike" kern="1200" cap="none" spc="-150" normalizeH="0" baseline="0" noProof="0" dirty="0">
                  <a:ln>
                    <a:noFill/>
                  </a:ln>
                  <a:solidFill>
                    <a:prstClr val="black"/>
                  </a:solidFill>
                  <a:effectLst/>
                  <a:uLnTx/>
                  <a:uFillTx/>
                  <a:cs typeface="+mn-ea"/>
                  <a:sym typeface="+mn-lt"/>
                </a:endParaRPr>
              </a:p>
            </p:txBody>
          </p:sp>
          <p:graphicFrame>
            <p:nvGraphicFramePr>
              <p:cNvPr id="21" name="图表 20"/>
              <p:cNvGraphicFramePr/>
              <p:nvPr>
                <p:extLst>
                  <p:ext uri="{D42A27DB-BD31-4B8C-83A1-F6EECF244321}">
                    <p14:modId xmlns:p14="http://schemas.microsoft.com/office/powerpoint/2010/main" val="3611180207"/>
                  </p:ext>
                </p:extLst>
              </p:nvPr>
            </p:nvGraphicFramePr>
            <p:xfrm>
              <a:off x="8337168" y="2038487"/>
              <a:ext cx="3003773" cy="2002515"/>
            </p:xfrm>
            <a:graphic>
              <a:graphicData uri="http://schemas.openxmlformats.org/drawingml/2006/chart">
                <c:chart xmlns:c="http://schemas.openxmlformats.org/drawingml/2006/chart" xmlns:r="http://schemas.openxmlformats.org/officeDocument/2006/relationships" r:id="rId10"/>
              </a:graphicData>
            </a:graphic>
          </p:graphicFrame>
          <p:sp>
            <p:nvSpPr>
              <p:cNvPr id="22" name="文本框 21"/>
              <p:cNvSpPr txBox="1"/>
              <p:nvPr/>
            </p:nvSpPr>
            <p:spPr>
              <a:xfrm>
                <a:off x="9303075" y="3133712"/>
                <a:ext cx="1210589" cy="437684"/>
              </a:xfrm>
              <a:prstGeom prst="rect">
                <a:avLst/>
              </a:prstGeom>
              <a:noFill/>
            </p:spPr>
            <p:txBody>
              <a:bodyPr wrap="none" rtlCol="0">
                <a:spAutoFit/>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solidFill>
                    <a:effectLst/>
                    <a:uLnTx/>
                    <a:uFillTx/>
                    <a:cs typeface="+mn-ea"/>
                    <a:sym typeface="+mn-lt"/>
                  </a:rPr>
                  <a:t>添加标题</a:t>
                </a:r>
              </a:p>
            </p:txBody>
          </p:sp>
          <p:sp>
            <p:nvSpPr>
              <p:cNvPr id="23" name="文本框 22"/>
              <p:cNvSpPr txBox="1"/>
              <p:nvPr/>
            </p:nvSpPr>
            <p:spPr>
              <a:xfrm>
                <a:off x="9411278" y="2585011"/>
                <a:ext cx="994183"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150" normalizeH="0" baseline="0" noProof="0" dirty="0">
                    <a:ln>
                      <a:noFill/>
                    </a:ln>
                    <a:solidFill>
                      <a:prstClr val="black"/>
                    </a:solidFill>
                    <a:effectLst/>
                    <a:uLnTx/>
                    <a:uFillTx/>
                    <a:cs typeface="+mn-ea"/>
                    <a:sym typeface="+mn-lt"/>
                  </a:rPr>
                  <a:t>85</a:t>
                </a:r>
                <a:r>
                  <a:rPr kumimoji="0" lang="en-US" altLang="zh-CN" sz="2400" b="0" i="0" u="none" strike="noStrike" kern="1200" cap="none" spc="-150" normalizeH="0" baseline="0" noProof="0" dirty="0">
                    <a:ln>
                      <a:noFill/>
                    </a:ln>
                    <a:solidFill>
                      <a:prstClr val="black"/>
                    </a:solidFill>
                    <a:effectLst/>
                    <a:uLnTx/>
                    <a:uFillTx/>
                    <a:cs typeface="+mn-ea"/>
                    <a:sym typeface="+mn-lt"/>
                  </a:rPr>
                  <a:t>%</a:t>
                </a:r>
                <a:endParaRPr kumimoji="0" lang="zh-CN" altLang="en-US" sz="2400" b="0" i="0" u="none" strike="noStrike" kern="1200" cap="none" spc="-150" normalizeH="0" baseline="0" noProof="0" dirty="0">
                  <a:ln>
                    <a:noFill/>
                  </a:ln>
                  <a:solidFill>
                    <a:prstClr val="black"/>
                  </a:solidFill>
                  <a:effectLst/>
                  <a:uLnTx/>
                  <a:uFillTx/>
                  <a:cs typeface="+mn-ea"/>
                  <a:sym typeface="+mn-lt"/>
                </a:endParaRPr>
              </a:p>
            </p:txBody>
          </p:sp>
          <p:sp>
            <p:nvSpPr>
              <p:cNvPr id="31" name="文本框 30"/>
              <p:cNvSpPr txBox="1"/>
              <p:nvPr/>
            </p:nvSpPr>
            <p:spPr>
              <a:xfrm>
                <a:off x="6215245" y="4682767"/>
                <a:ext cx="2438769" cy="1101968"/>
              </a:xfrm>
              <a:prstGeom prst="rect">
                <a:avLst/>
              </a:prstGeom>
              <a:noFill/>
            </p:spPr>
            <p:txBody>
              <a:bodyPr wrap="square" rtlCol="0">
                <a:spAutoFit/>
              </a:bodyPr>
              <a:lstStyle/>
              <a:p>
                <a:pPr marL="0" lvl="0" indent="0" algn="ctr" defTabSz="1218565" fontAlgn="auto">
                  <a:lnSpc>
                    <a:spcPts val="2000"/>
                  </a:lnSpc>
                  <a:spcBef>
                    <a:spcPts val="0"/>
                  </a:spcBef>
                  <a:buNone/>
                </a:pPr>
                <a:r>
                  <a:rPr lang="zh-CN" altLang="en-US" sz="1400" dirty="0">
                    <a:solidFill>
                      <a:schemeClr val="tx1">
                        <a:lumMod val="85000"/>
                        <a:lumOff val="15000"/>
                      </a:schemeClr>
                    </a:solidFill>
                    <a:cs typeface="+mn-ea"/>
                    <a:sym typeface="+mn-lt"/>
                  </a:rPr>
                  <a:t>请在此处添加具体内容，文字尽量言简意赅，简单说明即可，不必过于繁琐，注意板面美观度。</a:t>
                </a:r>
              </a:p>
            </p:txBody>
          </p:sp>
          <p:sp>
            <p:nvSpPr>
              <p:cNvPr id="32" name="矩形 31"/>
              <p:cNvSpPr/>
              <p:nvPr/>
            </p:nvSpPr>
            <p:spPr>
              <a:xfrm>
                <a:off x="6831880" y="4289437"/>
                <a:ext cx="1164407" cy="377020"/>
              </a:xfrm>
              <a:prstGeom prst="rect">
                <a:avLst/>
              </a:prstGeom>
            </p:spPr>
            <p:txBody>
              <a:bodyPr wrap="none" lIns="68573" tIns="34287" rIns="68573" bIns="34287">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cs typeface="+mn-ea"/>
                    <a:sym typeface="+mn-lt"/>
                  </a:rPr>
                  <a:t>添加标题</a:t>
                </a:r>
              </a:p>
            </p:txBody>
          </p:sp>
          <p:sp>
            <p:nvSpPr>
              <p:cNvPr id="34" name="文本框 33"/>
              <p:cNvSpPr txBox="1"/>
              <p:nvPr/>
            </p:nvSpPr>
            <p:spPr>
              <a:xfrm>
                <a:off x="8770854" y="4682489"/>
                <a:ext cx="2438769" cy="1101968"/>
              </a:xfrm>
              <a:prstGeom prst="rect">
                <a:avLst/>
              </a:prstGeom>
              <a:noFill/>
            </p:spPr>
            <p:txBody>
              <a:bodyPr wrap="square" rtlCol="0">
                <a:spAutoFit/>
              </a:bodyPr>
              <a:lstStyle/>
              <a:p>
                <a:pPr marL="0" lvl="0" indent="0" algn="ctr" defTabSz="1218565" fontAlgn="auto">
                  <a:lnSpc>
                    <a:spcPts val="2000"/>
                  </a:lnSpc>
                  <a:spcBef>
                    <a:spcPts val="0"/>
                  </a:spcBef>
                  <a:buNone/>
                </a:pPr>
                <a:r>
                  <a:rPr lang="zh-CN" altLang="en-US" sz="1400" dirty="0">
                    <a:solidFill>
                      <a:schemeClr val="tx1">
                        <a:lumMod val="85000"/>
                        <a:lumOff val="15000"/>
                      </a:schemeClr>
                    </a:solidFill>
                    <a:cs typeface="+mn-ea"/>
                    <a:sym typeface="+mn-lt"/>
                  </a:rPr>
                  <a:t>请在此处添加具体内容，文字尽量言简意赅，简单说明即可，不必过于繁琐，注意板面美观度。</a:t>
                </a:r>
              </a:p>
            </p:txBody>
          </p:sp>
          <p:sp>
            <p:nvSpPr>
              <p:cNvPr id="35" name="矩形 34"/>
              <p:cNvSpPr/>
              <p:nvPr/>
            </p:nvSpPr>
            <p:spPr>
              <a:xfrm>
                <a:off x="9387489" y="4289159"/>
                <a:ext cx="1164407" cy="377020"/>
              </a:xfrm>
              <a:prstGeom prst="rect">
                <a:avLst/>
              </a:prstGeom>
            </p:spPr>
            <p:txBody>
              <a:bodyPr wrap="none" lIns="68573" tIns="34287" rIns="68573" bIns="34287">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cs typeface="+mn-ea"/>
                    <a:sym typeface="+mn-lt"/>
                  </a:rPr>
                  <a:t>添加标题</a:t>
                </a:r>
              </a:p>
            </p:txBody>
          </p:sp>
        </p:grpSp>
      </p:gr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a:extLst>
              <a:ext uri="{FF2B5EF4-FFF2-40B4-BE49-F238E27FC236}">
                <a16:creationId xmlns="" xmlns:a16="http://schemas.microsoft.com/office/drawing/2014/main" id="{3AAF7184-B285-48AF-98A5-F41EC5DB22A2}"/>
              </a:ext>
            </a:extLst>
          </p:cNvPr>
          <p:cNvGrpSpPr/>
          <p:nvPr/>
        </p:nvGrpSpPr>
        <p:grpSpPr>
          <a:xfrm>
            <a:off x="-1036609" y="-1457037"/>
            <a:ext cx="13471490" cy="11522369"/>
            <a:chOff x="-1036609" y="-1457037"/>
            <a:chExt cx="13471490" cy="11522369"/>
          </a:xfrm>
        </p:grpSpPr>
        <p:grpSp>
          <p:nvGrpSpPr>
            <p:cNvPr id="23" name="组合 22">
              <a:extLst>
                <a:ext uri="{FF2B5EF4-FFF2-40B4-BE49-F238E27FC236}">
                  <a16:creationId xmlns="" xmlns:a16="http://schemas.microsoft.com/office/drawing/2014/main" id="{A3D3D08E-9BBA-47C1-A43A-DB0BD3FD1E6F}"/>
                </a:ext>
              </a:extLst>
            </p:cNvPr>
            <p:cNvGrpSpPr/>
            <p:nvPr/>
          </p:nvGrpSpPr>
          <p:grpSpPr>
            <a:xfrm>
              <a:off x="-1036609" y="-1457037"/>
              <a:ext cx="13471490" cy="11522369"/>
              <a:chOff x="-1036609" y="-1457037"/>
              <a:chExt cx="13471490" cy="11522369"/>
            </a:xfrm>
          </p:grpSpPr>
          <p:grpSp>
            <p:nvGrpSpPr>
              <p:cNvPr id="29" name="组合 28">
                <a:extLst>
                  <a:ext uri="{FF2B5EF4-FFF2-40B4-BE49-F238E27FC236}">
                    <a16:creationId xmlns="" xmlns:a16="http://schemas.microsoft.com/office/drawing/2014/main" id="{3997EC02-F067-41FC-B0FA-BEB7F166F2B5}"/>
                  </a:ext>
                </a:extLst>
              </p:cNvPr>
              <p:cNvGrpSpPr/>
              <p:nvPr/>
            </p:nvGrpSpPr>
            <p:grpSpPr>
              <a:xfrm>
                <a:off x="-1036609" y="-1457037"/>
                <a:ext cx="13417347" cy="11522369"/>
                <a:chOff x="-1036609" y="-1457037"/>
                <a:chExt cx="13417347" cy="11522369"/>
              </a:xfrm>
            </p:grpSpPr>
            <p:grpSp>
              <p:nvGrpSpPr>
                <p:cNvPr id="31" name="组合 30">
                  <a:extLst>
                    <a:ext uri="{FF2B5EF4-FFF2-40B4-BE49-F238E27FC236}">
                      <a16:creationId xmlns="" xmlns:a16="http://schemas.microsoft.com/office/drawing/2014/main" id="{8D64AAAB-E173-4C1D-8526-A12E24FA42D3}"/>
                    </a:ext>
                  </a:extLst>
                </p:cNvPr>
                <p:cNvGrpSpPr/>
                <p:nvPr/>
              </p:nvGrpSpPr>
              <p:grpSpPr>
                <a:xfrm>
                  <a:off x="-520087" y="-1457037"/>
                  <a:ext cx="12900825" cy="11522369"/>
                  <a:chOff x="-520087" y="-1457037"/>
                  <a:chExt cx="12900825" cy="11522369"/>
                </a:xfrm>
              </p:grpSpPr>
              <p:pic>
                <p:nvPicPr>
                  <p:cNvPr id="34" name="图片 33">
                    <a:extLst>
                      <a:ext uri="{FF2B5EF4-FFF2-40B4-BE49-F238E27FC236}">
                        <a16:creationId xmlns="" xmlns:a16="http://schemas.microsoft.com/office/drawing/2014/main" id="{2460A251-AE74-4E88-AB4B-D4EB5A6B563D}"/>
                      </a:ext>
                    </a:extLst>
                  </p:cNvPr>
                  <p:cNvPicPr>
                    <a:picLocks noChangeAspect="1"/>
                  </p:cNvPicPr>
                  <p:nvPr/>
                </p:nvPicPr>
                <p:blipFill rotWithShape="1">
                  <a:blip r:embed="rId3">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35" name="图片 34">
                    <a:extLst>
                      <a:ext uri="{FF2B5EF4-FFF2-40B4-BE49-F238E27FC236}">
                        <a16:creationId xmlns="" xmlns:a16="http://schemas.microsoft.com/office/drawing/2014/main" id="{337830EF-AA26-48D1-B3EF-ABA07AAEE0B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32" name="图片 31">
                  <a:extLst>
                    <a:ext uri="{FF2B5EF4-FFF2-40B4-BE49-F238E27FC236}">
                      <a16:creationId xmlns="" xmlns:a16="http://schemas.microsoft.com/office/drawing/2014/main" id="{26B10854-A286-4B21-B3A3-362EDB589B7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33" name="图片 32">
                  <a:extLst>
                    <a:ext uri="{FF2B5EF4-FFF2-40B4-BE49-F238E27FC236}">
                      <a16:creationId xmlns="" xmlns:a16="http://schemas.microsoft.com/office/drawing/2014/main" id="{66074360-5D62-44FE-9212-5332E4B6CD1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30" name="图片 29">
                <a:extLst>
                  <a:ext uri="{FF2B5EF4-FFF2-40B4-BE49-F238E27FC236}">
                    <a16:creationId xmlns="" xmlns:a16="http://schemas.microsoft.com/office/drawing/2014/main" id="{11328B4C-0DC1-460C-AA9A-77DECCBEC63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28" name="文本框 27">
              <a:extLst>
                <a:ext uri="{FF2B5EF4-FFF2-40B4-BE49-F238E27FC236}">
                  <a16:creationId xmlns="" xmlns:a16="http://schemas.microsoft.com/office/drawing/2014/main" id="{0BAF40C5-9F52-4A64-A422-AB215AE812E5}"/>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cs typeface="+mn-ea"/>
                  <a:sym typeface="+mn-lt"/>
                </a:rPr>
                <a:t>输入标题文本</a:t>
              </a:r>
            </a:p>
          </p:txBody>
        </p:sp>
      </p:grpSp>
      <p:grpSp>
        <p:nvGrpSpPr>
          <p:cNvPr id="20" name="组合 19"/>
          <p:cNvGrpSpPr/>
          <p:nvPr/>
        </p:nvGrpSpPr>
        <p:grpSpPr>
          <a:xfrm>
            <a:off x="7658100" y="2705675"/>
            <a:ext cx="2882900" cy="723325"/>
            <a:chOff x="7658100" y="2705675"/>
            <a:chExt cx="3155950" cy="723325"/>
          </a:xfrm>
        </p:grpSpPr>
        <p:cxnSp>
          <p:nvCxnSpPr>
            <p:cNvPr id="17" name="直接连接符 16"/>
            <p:cNvCxnSpPr/>
            <p:nvPr/>
          </p:nvCxnSpPr>
          <p:spPr>
            <a:xfrm flipV="1">
              <a:off x="7658100" y="2705675"/>
              <a:ext cx="457200" cy="723325"/>
            </a:xfrm>
            <a:prstGeom prst="line">
              <a:avLst/>
            </a:prstGeom>
            <a:ln w="12700">
              <a:solidFill>
                <a:schemeClr val="bg1">
                  <a:lumMod val="95000"/>
                  <a:alpha val="8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8115300" y="2705675"/>
              <a:ext cx="2698750" cy="0"/>
            </a:xfrm>
            <a:prstGeom prst="line">
              <a:avLst/>
            </a:prstGeom>
            <a:ln w="12700">
              <a:solidFill>
                <a:schemeClr val="bg1">
                  <a:lumMod val="95000"/>
                  <a:alpha val="80000"/>
                </a:schemeClr>
              </a:solidFill>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 xmlns:a16="http://schemas.microsoft.com/office/drawing/2014/main" id="{8D1294D3-A7FC-4268-94D1-D7F5B05C2A56}"/>
              </a:ext>
            </a:extLst>
          </p:cNvPr>
          <p:cNvGrpSpPr/>
          <p:nvPr/>
        </p:nvGrpSpPr>
        <p:grpSpPr>
          <a:xfrm>
            <a:off x="3282315" y="1964267"/>
            <a:ext cx="5626100" cy="3750734"/>
            <a:chOff x="3282315" y="1964267"/>
            <a:chExt cx="5626100" cy="3750734"/>
          </a:xfrm>
        </p:grpSpPr>
        <p:graphicFrame>
          <p:nvGraphicFramePr>
            <p:cNvPr id="13" name="图表 12"/>
            <p:cNvGraphicFramePr/>
            <p:nvPr>
              <p:extLst>
                <p:ext uri="{D42A27DB-BD31-4B8C-83A1-F6EECF244321}">
                  <p14:modId xmlns:p14="http://schemas.microsoft.com/office/powerpoint/2010/main" val="828594660"/>
                </p:ext>
              </p:extLst>
            </p:nvPr>
          </p:nvGraphicFramePr>
          <p:xfrm>
            <a:off x="3282315" y="1964267"/>
            <a:ext cx="5626100" cy="3750734"/>
          </p:xfrm>
          <a:graphic>
            <a:graphicData uri="http://schemas.openxmlformats.org/drawingml/2006/chart">
              <c:chart xmlns:c="http://schemas.openxmlformats.org/drawingml/2006/chart" xmlns:r="http://schemas.openxmlformats.org/officeDocument/2006/relationships" r:id="rId7"/>
            </a:graphicData>
          </a:graphic>
        </p:graphicFrame>
        <p:grpSp>
          <p:nvGrpSpPr>
            <p:cNvPr id="2" name="组合 1">
              <a:extLst>
                <a:ext uri="{FF2B5EF4-FFF2-40B4-BE49-F238E27FC236}">
                  <a16:creationId xmlns="" xmlns:a16="http://schemas.microsoft.com/office/drawing/2014/main" id="{5FF7E61F-4DAD-4375-AF7B-8F1ACC364100}"/>
                </a:ext>
              </a:extLst>
            </p:cNvPr>
            <p:cNvGrpSpPr/>
            <p:nvPr/>
          </p:nvGrpSpPr>
          <p:grpSpPr>
            <a:xfrm>
              <a:off x="4826000" y="2569634"/>
              <a:ext cx="2540000" cy="2540000"/>
              <a:chOff x="4826000" y="2569634"/>
              <a:chExt cx="2540000" cy="2540000"/>
            </a:xfrm>
          </p:grpSpPr>
          <p:sp>
            <p:nvSpPr>
              <p:cNvPr id="14" name="椭圆 13"/>
              <p:cNvSpPr/>
              <p:nvPr/>
            </p:nvSpPr>
            <p:spPr>
              <a:xfrm>
                <a:off x="4826000" y="2569634"/>
                <a:ext cx="2540000" cy="254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5" name="椭圆 14"/>
              <p:cNvSpPr/>
              <p:nvPr/>
            </p:nvSpPr>
            <p:spPr>
              <a:xfrm>
                <a:off x="5350934" y="3094568"/>
                <a:ext cx="1490132" cy="1490132"/>
              </a:xfrm>
              <a:prstGeom prst="ellipse">
                <a:avLst/>
              </a:prstGeom>
              <a:solidFill>
                <a:schemeClr val="accent1"/>
              </a:solidFill>
              <a:ln>
                <a:noFill/>
              </a:ln>
              <a:effectLst>
                <a:outerShdw blurRad="76200" dist="762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24" name="1"/>
              <p:cNvSpPr>
                <a:spLocks noEditPoints="1"/>
              </p:cNvSpPr>
              <p:nvPr/>
            </p:nvSpPr>
            <p:spPr bwMode="auto">
              <a:xfrm>
                <a:off x="5916000" y="3517597"/>
                <a:ext cx="360000" cy="360000"/>
              </a:xfrm>
              <a:custGeom>
                <a:avLst/>
                <a:gdLst>
                  <a:gd name="T0" fmla="*/ 156 w 698"/>
                  <a:gd name="T1" fmla="*/ 235 h 755"/>
                  <a:gd name="T2" fmla="*/ 304 w 698"/>
                  <a:gd name="T3" fmla="*/ 19 h 755"/>
                  <a:gd name="T4" fmla="*/ 414 w 698"/>
                  <a:gd name="T5" fmla="*/ 65 h 755"/>
                  <a:gd name="T6" fmla="*/ 671 w 698"/>
                  <a:gd name="T7" fmla="*/ 235 h 755"/>
                  <a:gd name="T8" fmla="*/ 698 w 698"/>
                  <a:gd name="T9" fmla="*/ 728 h 755"/>
                  <a:gd name="T10" fmla="*/ 27 w 698"/>
                  <a:gd name="T11" fmla="*/ 755 h 755"/>
                  <a:gd name="T12" fmla="*/ 0 w 698"/>
                  <a:gd name="T13" fmla="*/ 262 h 755"/>
                  <a:gd name="T14" fmla="*/ 326 w 698"/>
                  <a:gd name="T15" fmla="*/ 87 h 755"/>
                  <a:gd name="T16" fmla="*/ 349 w 698"/>
                  <a:gd name="T17" fmla="*/ 97 h 755"/>
                  <a:gd name="T18" fmla="*/ 372 w 698"/>
                  <a:gd name="T19" fmla="*/ 88 h 755"/>
                  <a:gd name="T20" fmla="*/ 372 w 698"/>
                  <a:gd name="T21" fmla="*/ 87 h 755"/>
                  <a:gd name="T22" fmla="*/ 372 w 698"/>
                  <a:gd name="T23" fmla="*/ 42 h 755"/>
                  <a:gd name="T24" fmla="*/ 317 w 698"/>
                  <a:gd name="T25" fmla="*/ 65 h 755"/>
                  <a:gd name="T26" fmla="*/ 316 w 698"/>
                  <a:gd name="T27" fmla="*/ 120 h 755"/>
                  <a:gd name="T28" fmla="*/ 382 w 698"/>
                  <a:gd name="T29" fmla="*/ 120 h 755"/>
                  <a:gd name="T30" fmla="*/ 396 w 698"/>
                  <a:gd name="T31" fmla="*/ 574 h 755"/>
                  <a:gd name="T32" fmla="*/ 418 w 698"/>
                  <a:gd name="T33" fmla="*/ 578 h 755"/>
                  <a:gd name="T34" fmla="*/ 440 w 698"/>
                  <a:gd name="T35" fmla="*/ 542 h 755"/>
                  <a:gd name="T36" fmla="*/ 404 w 698"/>
                  <a:gd name="T37" fmla="*/ 521 h 755"/>
                  <a:gd name="T38" fmla="*/ 385 w 698"/>
                  <a:gd name="T39" fmla="*/ 536 h 755"/>
                  <a:gd name="T40" fmla="*/ 543 w 698"/>
                  <a:gd name="T41" fmla="*/ 456 h 755"/>
                  <a:gd name="T42" fmla="*/ 471 w 698"/>
                  <a:gd name="T43" fmla="*/ 534 h 755"/>
                  <a:gd name="T44" fmla="*/ 426 w 698"/>
                  <a:gd name="T45" fmla="*/ 609 h 755"/>
                  <a:gd name="T46" fmla="*/ 380 w 698"/>
                  <a:gd name="T47" fmla="*/ 602 h 755"/>
                  <a:gd name="T48" fmla="*/ 315 w 698"/>
                  <a:gd name="T49" fmla="*/ 491 h 755"/>
                  <a:gd name="T50" fmla="*/ 193 w 698"/>
                  <a:gd name="T51" fmla="*/ 572 h 755"/>
                  <a:gd name="T52" fmla="*/ 151 w 698"/>
                  <a:gd name="T53" fmla="*/ 651 h 755"/>
                  <a:gd name="T54" fmla="*/ 103 w 698"/>
                  <a:gd name="T55" fmla="*/ 645 h 755"/>
                  <a:gd name="T56" fmla="*/ 119 w 698"/>
                  <a:gd name="T57" fmla="*/ 533 h 755"/>
                  <a:gd name="T58" fmla="*/ 236 w 698"/>
                  <a:gd name="T59" fmla="*/ 453 h 755"/>
                  <a:gd name="T60" fmla="*/ 279 w 698"/>
                  <a:gd name="T61" fmla="*/ 373 h 755"/>
                  <a:gd name="T62" fmla="*/ 353 w 698"/>
                  <a:gd name="T63" fmla="*/ 453 h 755"/>
                  <a:gd name="T64" fmla="*/ 396 w 698"/>
                  <a:gd name="T65" fmla="*/ 490 h 755"/>
                  <a:gd name="T66" fmla="*/ 504 w 698"/>
                  <a:gd name="T67" fmla="*/ 414 h 755"/>
                  <a:gd name="T68" fmla="*/ 622 w 698"/>
                  <a:gd name="T69" fmla="*/ 382 h 755"/>
                  <a:gd name="T70" fmla="*/ 579 w 698"/>
                  <a:gd name="T71" fmla="*/ 457 h 755"/>
                  <a:gd name="T72" fmla="*/ 396 w 698"/>
                  <a:gd name="T73" fmla="*/ 574 h 755"/>
                  <a:gd name="T74" fmla="*/ 386 w 698"/>
                  <a:gd name="T75" fmla="*/ 534 h 755"/>
                  <a:gd name="T76" fmla="*/ 386 w 698"/>
                  <a:gd name="T77" fmla="*/ 534 h 755"/>
                  <a:gd name="T78" fmla="*/ 280 w 698"/>
                  <a:gd name="T79" fmla="*/ 458 h 755"/>
                  <a:gd name="T80" fmla="*/ 323 w 698"/>
                  <a:gd name="T81" fmla="*/ 425 h 755"/>
                  <a:gd name="T82" fmla="*/ 269 w 698"/>
                  <a:gd name="T83" fmla="*/ 418 h 755"/>
                  <a:gd name="T84" fmla="*/ 107 w 698"/>
                  <a:gd name="T85" fmla="*/ 600 h 755"/>
                  <a:gd name="T86" fmla="*/ 142 w 698"/>
                  <a:gd name="T87" fmla="*/ 620 h 755"/>
                  <a:gd name="T88" fmla="*/ 163 w 698"/>
                  <a:gd name="T89" fmla="*/ 584 h 755"/>
                  <a:gd name="T90" fmla="*/ 127 w 698"/>
                  <a:gd name="T91" fmla="*/ 564 h 755"/>
                  <a:gd name="T92" fmla="*/ 535 w 698"/>
                  <a:gd name="T93" fmla="*/ 405 h 755"/>
                  <a:gd name="T94" fmla="*/ 588 w 698"/>
                  <a:gd name="T95" fmla="*/ 413 h 755"/>
                  <a:gd name="T96" fmla="*/ 555 w 698"/>
                  <a:gd name="T97" fmla="*/ 369 h 755"/>
                  <a:gd name="T98" fmla="*/ 535 w 698"/>
                  <a:gd name="T99" fmla="*/ 405 h 755"/>
                  <a:gd name="T100" fmla="*/ 53 w 698"/>
                  <a:gd name="T101" fmla="*/ 288 h 755"/>
                  <a:gd name="T102" fmla="*/ 644 w 698"/>
                  <a:gd name="T103" fmla="*/ 288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98" h="755">
                    <a:moveTo>
                      <a:pt x="27" y="235"/>
                    </a:moveTo>
                    <a:cubicBezTo>
                      <a:pt x="27" y="235"/>
                      <a:pt x="27" y="235"/>
                      <a:pt x="27" y="235"/>
                    </a:cubicBezTo>
                    <a:cubicBezTo>
                      <a:pt x="156" y="235"/>
                      <a:pt x="156" y="235"/>
                      <a:pt x="156" y="235"/>
                    </a:cubicBezTo>
                    <a:cubicBezTo>
                      <a:pt x="294" y="97"/>
                      <a:pt x="294" y="97"/>
                      <a:pt x="294" y="97"/>
                    </a:cubicBezTo>
                    <a:cubicBezTo>
                      <a:pt x="287" y="88"/>
                      <a:pt x="284" y="76"/>
                      <a:pt x="284" y="65"/>
                    </a:cubicBezTo>
                    <a:cubicBezTo>
                      <a:pt x="284" y="47"/>
                      <a:pt x="292" y="31"/>
                      <a:pt x="304" y="19"/>
                    </a:cubicBezTo>
                    <a:cubicBezTo>
                      <a:pt x="315" y="7"/>
                      <a:pt x="331" y="0"/>
                      <a:pt x="349" y="0"/>
                    </a:cubicBezTo>
                    <a:cubicBezTo>
                      <a:pt x="367" y="0"/>
                      <a:pt x="383" y="7"/>
                      <a:pt x="395" y="19"/>
                    </a:cubicBezTo>
                    <a:cubicBezTo>
                      <a:pt x="406" y="31"/>
                      <a:pt x="414" y="47"/>
                      <a:pt x="414" y="65"/>
                    </a:cubicBezTo>
                    <a:cubicBezTo>
                      <a:pt x="414" y="76"/>
                      <a:pt x="410" y="88"/>
                      <a:pt x="405" y="97"/>
                    </a:cubicBezTo>
                    <a:cubicBezTo>
                      <a:pt x="542" y="235"/>
                      <a:pt x="542" y="235"/>
                      <a:pt x="542" y="235"/>
                    </a:cubicBezTo>
                    <a:cubicBezTo>
                      <a:pt x="671" y="235"/>
                      <a:pt x="671" y="235"/>
                      <a:pt x="671" y="235"/>
                    </a:cubicBezTo>
                    <a:cubicBezTo>
                      <a:pt x="686" y="235"/>
                      <a:pt x="698" y="246"/>
                      <a:pt x="698" y="262"/>
                    </a:cubicBezTo>
                    <a:cubicBezTo>
                      <a:pt x="698" y="262"/>
                      <a:pt x="698" y="262"/>
                      <a:pt x="698" y="262"/>
                    </a:cubicBezTo>
                    <a:cubicBezTo>
                      <a:pt x="698" y="728"/>
                      <a:pt x="698" y="728"/>
                      <a:pt x="698" y="728"/>
                    </a:cubicBezTo>
                    <a:cubicBezTo>
                      <a:pt x="698" y="743"/>
                      <a:pt x="686" y="755"/>
                      <a:pt x="671" y="755"/>
                    </a:cubicBezTo>
                    <a:cubicBezTo>
                      <a:pt x="671" y="755"/>
                      <a:pt x="671" y="755"/>
                      <a:pt x="671" y="755"/>
                    </a:cubicBezTo>
                    <a:cubicBezTo>
                      <a:pt x="27" y="755"/>
                      <a:pt x="27" y="755"/>
                      <a:pt x="27" y="755"/>
                    </a:cubicBezTo>
                    <a:cubicBezTo>
                      <a:pt x="12" y="755"/>
                      <a:pt x="0" y="743"/>
                      <a:pt x="0" y="728"/>
                    </a:cubicBezTo>
                    <a:cubicBezTo>
                      <a:pt x="0" y="728"/>
                      <a:pt x="0" y="728"/>
                      <a:pt x="0" y="728"/>
                    </a:cubicBezTo>
                    <a:cubicBezTo>
                      <a:pt x="0" y="262"/>
                      <a:pt x="0" y="262"/>
                      <a:pt x="0" y="262"/>
                    </a:cubicBezTo>
                    <a:cubicBezTo>
                      <a:pt x="0" y="246"/>
                      <a:pt x="12" y="235"/>
                      <a:pt x="27" y="235"/>
                    </a:cubicBezTo>
                    <a:close/>
                    <a:moveTo>
                      <a:pt x="326" y="87"/>
                    </a:moveTo>
                    <a:cubicBezTo>
                      <a:pt x="326" y="87"/>
                      <a:pt x="326" y="87"/>
                      <a:pt x="326" y="87"/>
                    </a:cubicBezTo>
                    <a:cubicBezTo>
                      <a:pt x="326" y="88"/>
                      <a:pt x="326" y="88"/>
                      <a:pt x="326" y="88"/>
                    </a:cubicBezTo>
                    <a:cubicBezTo>
                      <a:pt x="326" y="88"/>
                      <a:pt x="326" y="88"/>
                      <a:pt x="326" y="88"/>
                    </a:cubicBezTo>
                    <a:cubicBezTo>
                      <a:pt x="332" y="93"/>
                      <a:pt x="340" y="97"/>
                      <a:pt x="349" y="97"/>
                    </a:cubicBezTo>
                    <a:cubicBezTo>
                      <a:pt x="358" y="97"/>
                      <a:pt x="365" y="93"/>
                      <a:pt x="371" y="88"/>
                    </a:cubicBezTo>
                    <a:cubicBezTo>
                      <a:pt x="371" y="88"/>
                      <a:pt x="371" y="88"/>
                      <a:pt x="371" y="88"/>
                    </a:cubicBezTo>
                    <a:cubicBezTo>
                      <a:pt x="372" y="88"/>
                      <a:pt x="372" y="88"/>
                      <a:pt x="372" y="88"/>
                    </a:cubicBezTo>
                    <a:cubicBezTo>
                      <a:pt x="372" y="88"/>
                      <a:pt x="372" y="88"/>
                      <a:pt x="372" y="88"/>
                    </a:cubicBezTo>
                    <a:cubicBezTo>
                      <a:pt x="372" y="87"/>
                      <a:pt x="372" y="87"/>
                      <a:pt x="372" y="87"/>
                    </a:cubicBezTo>
                    <a:cubicBezTo>
                      <a:pt x="372" y="87"/>
                      <a:pt x="372" y="87"/>
                      <a:pt x="372" y="87"/>
                    </a:cubicBezTo>
                    <a:cubicBezTo>
                      <a:pt x="372" y="87"/>
                      <a:pt x="372" y="87"/>
                      <a:pt x="372" y="87"/>
                    </a:cubicBezTo>
                    <a:cubicBezTo>
                      <a:pt x="378" y="81"/>
                      <a:pt x="381" y="73"/>
                      <a:pt x="381" y="65"/>
                    </a:cubicBezTo>
                    <a:cubicBezTo>
                      <a:pt x="381" y="56"/>
                      <a:pt x="377" y="47"/>
                      <a:pt x="372" y="42"/>
                    </a:cubicBezTo>
                    <a:cubicBezTo>
                      <a:pt x="366" y="36"/>
                      <a:pt x="358" y="32"/>
                      <a:pt x="349" y="32"/>
                    </a:cubicBezTo>
                    <a:cubicBezTo>
                      <a:pt x="340" y="32"/>
                      <a:pt x="332" y="36"/>
                      <a:pt x="326" y="42"/>
                    </a:cubicBezTo>
                    <a:cubicBezTo>
                      <a:pt x="320" y="47"/>
                      <a:pt x="317" y="56"/>
                      <a:pt x="317" y="65"/>
                    </a:cubicBezTo>
                    <a:cubicBezTo>
                      <a:pt x="317" y="73"/>
                      <a:pt x="320" y="81"/>
                      <a:pt x="326" y="87"/>
                    </a:cubicBezTo>
                    <a:close/>
                    <a:moveTo>
                      <a:pt x="316" y="120"/>
                    </a:moveTo>
                    <a:cubicBezTo>
                      <a:pt x="316" y="120"/>
                      <a:pt x="316" y="120"/>
                      <a:pt x="316" y="120"/>
                    </a:cubicBezTo>
                    <a:cubicBezTo>
                      <a:pt x="202" y="235"/>
                      <a:pt x="202" y="235"/>
                      <a:pt x="202" y="235"/>
                    </a:cubicBezTo>
                    <a:cubicBezTo>
                      <a:pt x="496" y="235"/>
                      <a:pt x="496" y="235"/>
                      <a:pt x="496" y="235"/>
                    </a:cubicBezTo>
                    <a:cubicBezTo>
                      <a:pt x="382" y="120"/>
                      <a:pt x="382" y="120"/>
                      <a:pt x="382" y="120"/>
                    </a:cubicBezTo>
                    <a:cubicBezTo>
                      <a:pt x="372" y="126"/>
                      <a:pt x="361" y="129"/>
                      <a:pt x="349" y="129"/>
                    </a:cubicBezTo>
                    <a:cubicBezTo>
                      <a:pt x="337" y="129"/>
                      <a:pt x="326" y="126"/>
                      <a:pt x="316" y="120"/>
                    </a:cubicBezTo>
                    <a:close/>
                    <a:moveTo>
                      <a:pt x="396" y="574"/>
                    </a:moveTo>
                    <a:cubicBezTo>
                      <a:pt x="396" y="574"/>
                      <a:pt x="396" y="574"/>
                      <a:pt x="396" y="574"/>
                    </a:cubicBezTo>
                    <a:cubicBezTo>
                      <a:pt x="397" y="575"/>
                      <a:pt x="397" y="575"/>
                      <a:pt x="397" y="575"/>
                    </a:cubicBezTo>
                    <a:cubicBezTo>
                      <a:pt x="404" y="579"/>
                      <a:pt x="411" y="580"/>
                      <a:pt x="418" y="578"/>
                    </a:cubicBezTo>
                    <a:cubicBezTo>
                      <a:pt x="419" y="578"/>
                      <a:pt x="419" y="578"/>
                      <a:pt x="419" y="578"/>
                    </a:cubicBezTo>
                    <a:cubicBezTo>
                      <a:pt x="426" y="576"/>
                      <a:pt x="432" y="571"/>
                      <a:pt x="436" y="564"/>
                    </a:cubicBezTo>
                    <a:cubicBezTo>
                      <a:pt x="441" y="557"/>
                      <a:pt x="441" y="549"/>
                      <a:pt x="440" y="542"/>
                    </a:cubicBezTo>
                    <a:cubicBezTo>
                      <a:pt x="437" y="534"/>
                      <a:pt x="433" y="528"/>
                      <a:pt x="426" y="524"/>
                    </a:cubicBezTo>
                    <a:cubicBezTo>
                      <a:pt x="426" y="524"/>
                      <a:pt x="426" y="524"/>
                      <a:pt x="426" y="524"/>
                    </a:cubicBezTo>
                    <a:cubicBezTo>
                      <a:pt x="419" y="520"/>
                      <a:pt x="411" y="519"/>
                      <a:pt x="404" y="521"/>
                    </a:cubicBezTo>
                    <a:cubicBezTo>
                      <a:pt x="404" y="522"/>
                      <a:pt x="404" y="522"/>
                      <a:pt x="404" y="522"/>
                    </a:cubicBezTo>
                    <a:cubicBezTo>
                      <a:pt x="396" y="523"/>
                      <a:pt x="390" y="528"/>
                      <a:pt x="386" y="534"/>
                    </a:cubicBezTo>
                    <a:cubicBezTo>
                      <a:pt x="385" y="536"/>
                      <a:pt x="385" y="536"/>
                      <a:pt x="385" y="536"/>
                    </a:cubicBezTo>
                    <a:cubicBezTo>
                      <a:pt x="382" y="543"/>
                      <a:pt x="381" y="550"/>
                      <a:pt x="383" y="557"/>
                    </a:cubicBezTo>
                    <a:cubicBezTo>
                      <a:pt x="385" y="564"/>
                      <a:pt x="389" y="570"/>
                      <a:pt x="396" y="574"/>
                    </a:cubicBezTo>
                    <a:close/>
                    <a:moveTo>
                      <a:pt x="543" y="456"/>
                    </a:moveTo>
                    <a:cubicBezTo>
                      <a:pt x="543" y="456"/>
                      <a:pt x="543" y="456"/>
                      <a:pt x="543" y="456"/>
                    </a:cubicBezTo>
                    <a:cubicBezTo>
                      <a:pt x="469" y="529"/>
                      <a:pt x="469" y="529"/>
                      <a:pt x="469" y="529"/>
                    </a:cubicBezTo>
                    <a:cubicBezTo>
                      <a:pt x="471" y="534"/>
                      <a:pt x="471" y="534"/>
                      <a:pt x="471" y="534"/>
                    </a:cubicBezTo>
                    <a:cubicBezTo>
                      <a:pt x="475" y="549"/>
                      <a:pt x="473" y="565"/>
                      <a:pt x="464" y="580"/>
                    </a:cubicBezTo>
                    <a:cubicBezTo>
                      <a:pt x="456" y="595"/>
                      <a:pt x="442" y="605"/>
                      <a:pt x="427" y="609"/>
                    </a:cubicBezTo>
                    <a:cubicBezTo>
                      <a:pt x="426" y="609"/>
                      <a:pt x="426" y="609"/>
                      <a:pt x="426" y="609"/>
                    </a:cubicBezTo>
                    <a:cubicBezTo>
                      <a:pt x="411" y="613"/>
                      <a:pt x="395" y="611"/>
                      <a:pt x="380" y="603"/>
                    </a:cubicBezTo>
                    <a:cubicBezTo>
                      <a:pt x="380" y="602"/>
                      <a:pt x="380" y="602"/>
                      <a:pt x="380" y="602"/>
                    </a:cubicBezTo>
                    <a:cubicBezTo>
                      <a:pt x="380" y="602"/>
                      <a:pt x="380" y="602"/>
                      <a:pt x="380" y="602"/>
                    </a:cubicBezTo>
                    <a:cubicBezTo>
                      <a:pt x="366" y="594"/>
                      <a:pt x="356" y="581"/>
                      <a:pt x="352" y="565"/>
                    </a:cubicBezTo>
                    <a:cubicBezTo>
                      <a:pt x="349" y="554"/>
                      <a:pt x="349" y="541"/>
                      <a:pt x="353" y="529"/>
                    </a:cubicBezTo>
                    <a:cubicBezTo>
                      <a:pt x="315" y="491"/>
                      <a:pt x="315" y="491"/>
                      <a:pt x="315" y="491"/>
                    </a:cubicBezTo>
                    <a:cubicBezTo>
                      <a:pt x="310" y="492"/>
                      <a:pt x="310" y="492"/>
                      <a:pt x="310" y="492"/>
                    </a:cubicBezTo>
                    <a:cubicBezTo>
                      <a:pt x="299" y="495"/>
                      <a:pt x="286" y="495"/>
                      <a:pt x="274" y="491"/>
                    </a:cubicBezTo>
                    <a:cubicBezTo>
                      <a:pt x="193" y="572"/>
                      <a:pt x="193" y="572"/>
                      <a:pt x="193" y="572"/>
                    </a:cubicBezTo>
                    <a:cubicBezTo>
                      <a:pt x="194" y="576"/>
                      <a:pt x="194" y="576"/>
                      <a:pt x="194" y="576"/>
                    </a:cubicBezTo>
                    <a:cubicBezTo>
                      <a:pt x="198" y="591"/>
                      <a:pt x="197" y="608"/>
                      <a:pt x="188" y="623"/>
                    </a:cubicBezTo>
                    <a:cubicBezTo>
                      <a:pt x="180" y="638"/>
                      <a:pt x="166" y="647"/>
                      <a:pt x="151" y="651"/>
                    </a:cubicBezTo>
                    <a:cubicBezTo>
                      <a:pt x="150" y="652"/>
                      <a:pt x="150" y="652"/>
                      <a:pt x="150" y="652"/>
                    </a:cubicBezTo>
                    <a:cubicBezTo>
                      <a:pt x="135" y="655"/>
                      <a:pt x="119" y="653"/>
                      <a:pt x="104" y="645"/>
                    </a:cubicBezTo>
                    <a:cubicBezTo>
                      <a:pt x="103" y="645"/>
                      <a:pt x="103" y="645"/>
                      <a:pt x="103" y="645"/>
                    </a:cubicBezTo>
                    <a:cubicBezTo>
                      <a:pt x="89" y="636"/>
                      <a:pt x="79" y="623"/>
                      <a:pt x="76" y="608"/>
                    </a:cubicBezTo>
                    <a:cubicBezTo>
                      <a:pt x="71" y="593"/>
                      <a:pt x="73" y="576"/>
                      <a:pt x="82" y="561"/>
                    </a:cubicBezTo>
                    <a:cubicBezTo>
                      <a:pt x="90" y="546"/>
                      <a:pt x="104" y="537"/>
                      <a:pt x="119" y="533"/>
                    </a:cubicBezTo>
                    <a:cubicBezTo>
                      <a:pt x="120" y="532"/>
                      <a:pt x="120" y="532"/>
                      <a:pt x="120" y="532"/>
                    </a:cubicBezTo>
                    <a:cubicBezTo>
                      <a:pt x="131" y="530"/>
                      <a:pt x="143" y="530"/>
                      <a:pt x="155" y="534"/>
                    </a:cubicBezTo>
                    <a:cubicBezTo>
                      <a:pt x="236" y="453"/>
                      <a:pt x="236" y="453"/>
                      <a:pt x="236" y="453"/>
                    </a:cubicBezTo>
                    <a:cubicBezTo>
                      <a:pt x="235" y="449"/>
                      <a:pt x="235" y="449"/>
                      <a:pt x="235" y="449"/>
                    </a:cubicBezTo>
                    <a:cubicBezTo>
                      <a:pt x="231" y="433"/>
                      <a:pt x="233" y="417"/>
                      <a:pt x="241" y="402"/>
                    </a:cubicBezTo>
                    <a:cubicBezTo>
                      <a:pt x="250" y="387"/>
                      <a:pt x="263" y="377"/>
                      <a:pt x="279" y="373"/>
                    </a:cubicBezTo>
                    <a:cubicBezTo>
                      <a:pt x="294" y="369"/>
                      <a:pt x="310" y="371"/>
                      <a:pt x="325" y="380"/>
                    </a:cubicBezTo>
                    <a:cubicBezTo>
                      <a:pt x="340" y="388"/>
                      <a:pt x="350" y="402"/>
                      <a:pt x="354" y="417"/>
                    </a:cubicBezTo>
                    <a:cubicBezTo>
                      <a:pt x="357" y="428"/>
                      <a:pt x="356" y="441"/>
                      <a:pt x="353" y="453"/>
                    </a:cubicBezTo>
                    <a:cubicBezTo>
                      <a:pt x="391" y="491"/>
                      <a:pt x="391" y="491"/>
                      <a:pt x="391" y="491"/>
                    </a:cubicBezTo>
                    <a:cubicBezTo>
                      <a:pt x="395" y="490"/>
                      <a:pt x="395" y="490"/>
                      <a:pt x="395" y="490"/>
                    </a:cubicBezTo>
                    <a:cubicBezTo>
                      <a:pt x="396" y="490"/>
                      <a:pt x="396" y="490"/>
                      <a:pt x="396" y="490"/>
                    </a:cubicBezTo>
                    <a:cubicBezTo>
                      <a:pt x="408" y="487"/>
                      <a:pt x="420" y="487"/>
                      <a:pt x="432" y="491"/>
                    </a:cubicBezTo>
                    <a:cubicBezTo>
                      <a:pt x="505" y="418"/>
                      <a:pt x="505" y="418"/>
                      <a:pt x="505" y="418"/>
                    </a:cubicBezTo>
                    <a:cubicBezTo>
                      <a:pt x="504" y="414"/>
                      <a:pt x="504" y="414"/>
                      <a:pt x="504" y="414"/>
                    </a:cubicBezTo>
                    <a:cubicBezTo>
                      <a:pt x="504" y="414"/>
                      <a:pt x="504" y="414"/>
                      <a:pt x="504" y="414"/>
                    </a:cubicBezTo>
                    <a:cubicBezTo>
                      <a:pt x="495" y="381"/>
                      <a:pt x="515" y="347"/>
                      <a:pt x="547" y="338"/>
                    </a:cubicBezTo>
                    <a:cubicBezTo>
                      <a:pt x="580" y="330"/>
                      <a:pt x="614" y="349"/>
                      <a:pt x="622" y="382"/>
                    </a:cubicBezTo>
                    <a:cubicBezTo>
                      <a:pt x="627" y="397"/>
                      <a:pt x="625" y="414"/>
                      <a:pt x="616" y="428"/>
                    </a:cubicBezTo>
                    <a:cubicBezTo>
                      <a:pt x="616" y="428"/>
                      <a:pt x="616" y="428"/>
                      <a:pt x="616" y="428"/>
                    </a:cubicBezTo>
                    <a:cubicBezTo>
                      <a:pt x="608" y="443"/>
                      <a:pt x="594" y="453"/>
                      <a:pt x="579" y="457"/>
                    </a:cubicBezTo>
                    <a:cubicBezTo>
                      <a:pt x="567" y="460"/>
                      <a:pt x="555" y="460"/>
                      <a:pt x="543" y="456"/>
                    </a:cubicBezTo>
                    <a:close/>
                    <a:moveTo>
                      <a:pt x="396" y="574"/>
                    </a:moveTo>
                    <a:cubicBezTo>
                      <a:pt x="396" y="574"/>
                      <a:pt x="396" y="574"/>
                      <a:pt x="396" y="574"/>
                    </a:cubicBezTo>
                    <a:cubicBezTo>
                      <a:pt x="396" y="575"/>
                      <a:pt x="396" y="575"/>
                      <a:pt x="396" y="575"/>
                    </a:cubicBezTo>
                    <a:cubicBezTo>
                      <a:pt x="396" y="574"/>
                      <a:pt x="396" y="574"/>
                      <a:pt x="396" y="574"/>
                    </a:cubicBezTo>
                    <a:close/>
                    <a:moveTo>
                      <a:pt x="386" y="534"/>
                    </a:moveTo>
                    <a:cubicBezTo>
                      <a:pt x="386" y="534"/>
                      <a:pt x="386" y="534"/>
                      <a:pt x="386" y="534"/>
                    </a:cubicBezTo>
                    <a:cubicBezTo>
                      <a:pt x="386" y="535"/>
                      <a:pt x="386" y="535"/>
                      <a:pt x="386" y="535"/>
                    </a:cubicBezTo>
                    <a:cubicBezTo>
                      <a:pt x="386" y="534"/>
                      <a:pt x="386" y="534"/>
                      <a:pt x="386" y="534"/>
                    </a:cubicBezTo>
                    <a:close/>
                    <a:moveTo>
                      <a:pt x="266" y="440"/>
                    </a:moveTo>
                    <a:cubicBezTo>
                      <a:pt x="266" y="440"/>
                      <a:pt x="266" y="440"/>
                      <a:pt x="266" y="440"/>
                    </a:cubicBezTo>
                    <a:cubicBezTo>
                      <a:pt x="268" y="447"/>
                      <a:pt x="273" y="454"/>
                      <a:pt x="280" y="458"/>
                    </a:cubicBezTo>
                    <a:cubicBezTo>
                      <a:pt x="287" y="462"/>
                      <a:pt x="295" y="463"/>
                      <a:pt x="302" y="461"/>
                    </a:cubicBezTo>
                    <a:cubicBezTo>
                      <a:pt x="309" y="459"/>
                      <a:pt x="316" y="454"/>
                      <a:pt x="320" y="447"/>
                    </a:cubicBezTo>
                    <a:cubicBezTo>
                      <a:pt x="324" y="441"/>
                      <a:pt x="325" y="432"/>
                      <a:pt x="323" y="425"/>
                    </a:cubicBezTo>
                    <a:cubicBezTo>
                      <a:pt x="321" y="418"/>
                      <a:pt x="316" y="411"/>
                      <a:pt x="309" y="408"/>
                    </a:cubicBezTo>
                    <a:cubicBezTo>
                      <a:pt x="302" y="403"/>
                      <a:pt x="294" y="403"/>
                      <a:pt x="287" y="404"/>
                    </a:cubicBezTo>
                    <a:cubicBezTo>
                      <a:pt x="279" y="406"/>
                      <a:pt x="273" y="411"/>
                      <a:pt x="269" y="418"/>
                    </a:cubicBezTo>
                    <a:cubicBezTo>
                      <a:pt x="265" y="425"/>
                      <a:pt x="264" y="433"/>
                      <a:pt x="266" y="440"/>
                    </a:cubicBezTo>
                    <a:close/>
                    <a:moveTo>
                      <a:pt x="107" y="600"/>
                    </a:moveTo>
                    <a:cubicBezTo>
                      <a:pt x="107" y="600"/>
                      <a:pt x="107" y="600"/>
                      <a:pt x="107" y="600"/>
                    </a:cubicBezTo>
                    <a:cubicBezTo>
                      <a:pt x="109" y="607"/>
                      <a:pt x="113" y="613"/>
                      <a:pt x="120" y="617"/>
                    </a:cubicBezTo>
                    <a:cubicBezTo>
                      <a:pt x="120" y="618"/>
                      <a:pt x="120" y="618"/>
                      <a:pt x="120" y="618"/>
                    </a:cubicBezTo>
                    <a:cubicBezTo>
                      <a:pt x="127" y="621"/>
                      <a:pt x="135" y="622"/>
                      <a:pt x="142" y="620"/>
                    </a:cubicBezTo>
                    <a:cubicBezTo>
                      <a:pt x="143" y="620"/>
                      <a:pt x="143" y="620"/>
                      <a:pt x="143" y="620"/>
                    </a:cubicBezTo>
                    <a:cubicBezTo>
                      <a:pt x="150" y="618"/>
                      <a:pt x="156" y="614"/>
                      <a:pt x="161" y="607"/>
                    </a:cubicBezTo>
                    <a:cubicBezTo>
                      <a:pt x="164" y="600"/>
                      <a:pt x="165" y="592"/>
                      <a:pt x="163" y="584"/>
                    </a:cubicBezTo>
                    <a:cubicBezTo>
                      <a:pt x="161" y="577"/>
                      <a:pt x="157" y="571"/>
                      <a:pt x="150" y="566"/>
                    </a:cubicBezTo>
                    <a:cubicBezTo>
                      <a:pt x="143" y="563"/>
                      <a:pt x="135" y="562"/>
                      <a:pt x="128" y="564"/>
                    </a:cubicBezTo>
                    <a:cubicBezTo>
                      <a:pt x="127" y="564"/>
                      <a:pt x="127" y="564"/>
                      <a:pt x="127" y="564"/>
                    </a:cubicBezTo>
                    <a:cubicBezTo>
                      <a:pt x="120" y="566"/>
                      <a:pt x="114" y="570"/>
                      <a:pt x="110" y="578"/>
                    </a:cubicBezTo>
                    <a:cubicBezTo>
                      <a:pt x="106" y="584"/>
                      <a:pt x="105" y="593"/>
                      <a:pt x="107" y="600"/>
                    </a:cubicBezTo>
                    <a:close/>
                    <a:moveTo>
                      <a:pt x="535" y="405"/>
                    </a:moveTo>
                    <a:cubicBezTo>
                      <a:pt x="535" y="405"/>
                      <a:pt x="535" y="405"/>
                      <a:pt x="535" y="405"/>
                    </a:cubicBezTo>
                    <a:cubicBezTo>
                      <a:pt x="539" y="421"/>
                      <a:pt x="555" y="430"/>
                      <a:pt x="570" y="426"/>
                    </a:cubicBezTo>
                    <a:cubicBezTo>
                      <a:pt x="578" y="424"/>
                      <a:pt x="584" y="420"/>
                      <a:pt x="588" y="413"/>
                    </a:cubicBezTo>
                    <a:cubicBezTo>
                      <a:pt x="589" y="411"/>
                      <a:pt x="589" y="411"/>
                      <a:pt x="589" y="411"/>
                    </a:cubicBezTo>
                    <a:cubicBezTo>
                      <a:pt x="593" y="405"/>
                      <a:pt x="593" y="397"/>
                      <a:pt x="591" y="390"/>
                    </a:cubicBezTo>
                    <a:cubicBezTo>
                      <a:pt x="587" y="374"/>
                      <a:pt x="571" y="365"/>
                      <a:pt x="555" y="369"/>
                    </a:cubicBezTo>
                    <a:cubicBezTo>
                      <a:pt x="540" y="373"/>
                      <a:pt x="531" y="390"/>
                      <a:pt x="535" y="405"/>
                    </a:cubicBezTo>
                    <a:cubicBezTo>
                      <a:pt x="535" y="405"/>
                      <a:pt x="535" y="405"/>
                      <a:pt x="535" y="405"/>
                    </a:cubicBezTo>
                    <a:cubicBezTo>
                      <a:pt x="535" y="405"/>
                      <a:pt x="535" y="405"/>
                      <a:pt x="535" y="405"/>
                    </a:cubicBezTo>
                    <a:close/>
                    <a:moveTo>
                      <a:pt x="644" y="288"/>
                    </a:moveTo>
                    <a:cubicBezTo>
                      <a:pt x="644" y="288"/>
                      <a:pt x="644" y="288"/>
                      <a:pt x="644" y="288"/>
                    </a:cubicBezTo>
                    <a:cubicBezTo>
                      <a:pt x="53" y="288"/>
                      <a:pt x="53" y="288"/>
                      <a:pt x="53" y="288"/>
                    </a:cubicBezTo>
                    <a:cubicBezTo>
                      <a:pt x="53" y="702"/>
                      <a:pt x="53" y="702"/>
                      <a:pt x="53" y="702"/>
                    </a:cubicBezTo>
                    <a:cubicBezTo>
                      <a:pt x="644" y="702"/>
                      <a:pt x="644" y="702"/>
                      <a:pt x="644" y="702"/>
                    </a:cubicBezTo>
                    <a:cubicBezTo>
                      <a:pt x="644" y="288"/>
                      <a:pt x="644" y="288"/>
                      <a:pt x="644" y="288"/>
                    </a:cubicBezTo>
                    <a:close/>
                  </a:path>
                </a:pathLst>
              </a:custGeom>
              <a:solidFill>
                <a:schemeClr val="bg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25" name="文本框 24"/>
              <p:cNvSpPr txBox="1"/>
              <p:nvPr/>
            </p:nvSpPr>
            <p:spPr>
              <a:xfrm>
                <a:off x="5577417" y="3992849"/>
                <a:ext cx="1037166" cy="307777"/>
              </a:xfrm>
              <a:prstGeom prst="rect">
                <a:avLst/>
              </a:prstGeom>
              <a:noFill/>
            </p:spPr>
            <p:txBody>
              <a:bodyPr wrap="square" rtlCol="0">
                <a:spAutoFit/>
              </a:bodyPr>
              <a:lstStyle/>
              <a:p>
                <a:pPr algn="ctr"/>
                <a:r>
                  <a:rPr lang="en-US" altLang="zh-CN" sz="1400" dirty="0">
                    <a:solidFill>
                      <a:schemeClr val="bg1"/>
                    </a:solidFill>
                    <a:cs typeface="+mn-ea"/>
                    <a:sym typeface="+mn-lt"/>
                  </a:rPr>
                  <a:t>Add title</a:t>
                </a:r>
                <a:endParaRPr lang="zh-CN" altLang="en-US" sz="1400" dirty="0">
                  <a:solidFill>
                    <a:schemeClr val="bg1"/>
                  </a:solidFill>
                  <a:cs typeface="+mn-ea"/>
                  <a:sym typeface="+mn-lt"/>
                </a:endParaRPr>
              </a:p>
            </p:txBody>
          </p:sp>
        </p:grpSp>
      </p:grpSp>
      <p:grpSp>
        <p:nvGrpSpPr>
          <p:cNvPr id="4" name="组合 3">
            <a:extLst>
              <a:ext uri="{FF2B5EF4-FFF2-40B4-BE49-F238E27FC236}">
                <a16:creationId xmlns="" xmlns:a16="http://schemas.microsoft.com/office/drawing/2014/main" id="{F42412F9-BD86-45A1-AF0E-3512C5A85503}"/>
              </a:ext>
            </a:extLst>
          </p:cNvPr>
          <p:cNvGrpSpPr/>
          <p:nvPr/>
        </p:nvGrpSpPr>
        <p:grpSpPr>
          <a:xfrm>
            <a:off x="659765" y="2548890"/>
            <a:ext cx="3173917" cy="3272291"/>
            <a:chOff x="659765" y="2548890"/>
            <a:chExt cx="3173917" cy="3272291"/>
          </a:xfrm>
        </p:grpSpPr>
        <p:sp>
          <p:nvSpPr>
            <p:cNvPr id="26" name="文本框 25"/>
            <p:cNvSpPr txBox="1"/>
            <p:nvPr/>
          </p:nvSpPr>
          <p:spPr>
            <a:xfrm>
              <a:off x="659909" y="3237140"/>
              <a:ext cx="3173773" cy="2584041"/>
            </a:xfrm>
            <a:prstGeom prst="rect">
              <a:avLst/>
            </a:prstGeom>
            <a:noFill/>
          </p:spPr>
          <p:txBody>
            <a:bodyPr wrap="square" rtlCol="0">
              <a:spAutoFit/>
            </a:bodyPr>
            <a:lstStyle/>
            <a:p>
              <a:pPr>
                <a:lnSpc>
                  <a:spcPct val="170000"/>
                </a:lnSpc>
              </a:pPr>
              <a:r>
                <a:rPr lang="zh-CN" altLang="zh-CN" sz="1400" dirty="0">
                  <a:cs typeface="+mn-ea"/>
                  <a:sym typeface="+mn-lt"/>
                </a:rPr>
                <a:t>单击输入标题内容单击输入标题内容单击输入标题内容内容</a:t>
              </a:r>
            </a:p>
            <a:p>
              <a:pPr>
                <a:lnSpc>
                  <a:spcPct val="170000"/>
                </a:lnSpc>
              </a:pPr>
              <a:r>
                <a:rPr lang="zh-CN" altLang="zh-CN" sz="1400" dirty="0">
                  <a:cs typeface="+mn-ea"/>
                  <a:sym typeface="+mn-lt"/>
                </a:rPr>
                <a:t>单击输入标题内容单击输入标题内容单击输入标题内容内容</a:t>
              </a:r>
            </a:p>
            <a:p>
              <a:pPr>
                <a:lnSpc>
                  <a:spcPct val="170000"/>
                </a:lnSpc>
              </a:pPr>
              <a:r>
                <a:rPr lang="zh-CN" altLang="zh-CN" sz="1400" dirty="0">
                  <a:cs typeface="+mn-ea"/>
                  <a:sym typeface="+mn-lt"/>
                </a:rPr>
                <a:t>单击输入标题内容单击输入标题内容单击输入标题内容内容</a:t>
              </a:r>
              <a:endParaRPr lang="zh-CN" altLang="zh-CN" sz="1600" dirty="0">
                <a:cs typeface="+mn-ea"/>
                <a:sym typeface="+mn-lt"/>
              </a:endParaRPr>
            </a:p>
            <a:p>
              <a:pPr>
                <a:lnSpc>
                  <a:spcPct val="130000"/>
                </a:lnSpc>
              </a:pPr>
              <a:endParaRPr lang="zh-CN" altLang="en-US" sz="1600" dirty="0">
                <a:cs typeface="+mn-ea"/>
                <a:sym typeface="+mn-lt"/>
              </a:endParaRPr>
            </a:p>
          </p:txBody>
        </p:sp>
        <p:sp>
          <p:nvSpPr>
            <p:cNvPr id="27" name="文本框 26"/>
            <p:cNvSpPr txBox="1"/>
            <p:nvPr/>
          </p:nvSpPr>
          <p:spPr>
            <a:xfrm>
              <a:off x="659765" y="2548890"/>
              <a:ext cx="2756535" cy="400110"/>
            </a:xfrm>
            <a:prstGeom prst="rect">
              <a:avLst/>
            </a:prstGeom>
            <a:noFill/>
          </p:spPr>
          <p:txBody>
            <a:bodyPr wrap="square" rtlCol="0">
              <a:spAutoFit/>
            </a:bodyPr>
            <a:lstStyle/>
            <a:p>
              <a:r>
                <a:rPr lang="zh-CN" altLang="en-US" sz="2000" b="1" dirty="0">
                  <a:cs typeface="+mn-ea"/>
                  <a:sym typeface="+mn-lt"/>
                </a:rPr>
                <a:t>输入标题内容</a:t>
              </a:r>
            </a:p>
          </p:txBody>
        </p:sp>
      </p:grpSp>
      <p:grpSp>
        <p:nvGrpSpPr>
          <p:cNvPr id="3" name="组合 2">
            <a:extLst>
              <a:ext uri="{FF2B5EF4-FFF2-40B4-BE49-F238E27FC236}">
                <a16:creationId xmlns="" xmlns:a16="http://schemas.microsoft.com/office/drawing/2014/main" id="{1C0D2AB8-BC41-4F28-9345-CB3F5B892C31}"/>
              </a:ext>
            </a:extLst>
          </p:cNvPr>
          <p:cNvGrpSpPr/>
          <p:nvPr/>
        </p:nvGrpSpPr>
        <p:grpSpPr>
          <a:xfrm>
            <a:off x="8376921" y="1964267"/>
            <a:ext cx="3172460" cy="3862380"/>
            <a:chOff x="8376921" y="1964267"/>
            <a:chExt cx="3172460" cy="3862380"/>
          </a:xfrm>
        </p:grpSpPr>
        <p:sp>
          <p:nvSpPr>
            <p:cNvPr id="16" name="文本框 15"/>
            <p:cNvSpPr txBox="1"/>
            <p:nvPr/>
          </p:nvSpPr>
          <p:spPr>
            <a:xfrm>
              <a:off x="8717821" y="1964267"/>
              <a:ext cx="1181100" cy="584775"/>
            </a:xfrm>
            <a:prstGeom prst="rect">
              <a:avLst/>
            </a:prstGeom>
            <a:noFill/>
          </p:spPr>
          <p:txBody>
            <a:bodyPr wrap="square" rtlCol="0">
              <a:spAutoFit/>
            </a:bodyPr>
            <a:lstStyle/>
            <a:p>
              <a:r>
                <a:rPr lang="en-US" altLang="zh-CN" sz="3200" dirty="0">
                  <a:cs typeface="+mn-ea"/>
                  <a:sym typeface="+mn-lt"/>
                </a:rPr>
                <a:t>70%</a:t>
              </a:r>
              <a:endParaRPr lang="zh-CN" altLang="en-US" sz="3200" dirty="0">
                <a:cs typeface="+mn-ea"/>
                <a:sym typeface="+mn-lt"/>
              </a:endParaRPr>
            </a:p>
          </p:txBody>
        </p:sp>
        <p:grpSp>
          <p:nvGrpSpPr>
            <p:cNvPr id="45" name="组合 44"/>
            <p:cNvGrpSpPr/>
            <p:nvPr/>
          </p:nvGrpSpPr>
          <p:grpSpPr>
            <a:xfrm>
              <a:off x="8376921" y="2878454"/>
              <a:ext cx="3172460" cy="2948193"/>
              <a:chOff x="7523108" y="3331677"/>
              <a:chExt cx="2739503" cy="2545514"/>
            </a:xfrm>
          </p:grpSpPr>
          <p:sp>
            <p:nvSpPr>
              <p:cNvPr id="21" name="矩形 20"/>
              <p:cNvSpPr/>
              <p:nvPr/>
            </p:nvSpPr>
            <p:spPr>
              <a:xfrm>
                <a:off x="7523108" y="3331677"/>
                <a:ext cx="2241974" cy="377903"/>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cs typeface="+mn-ea"/>
                    <a:sym typeface="+mn-lt"/>
                  </a:rPr>
                  <a:t>标题添加</a:t>
                </a:r>
              </a:p>
            </p:txBody>
          </p:sp>
          <p:sp>
            <p:nvSpPr>
              <p:cNvPr id="22" name="文本框 21"/>
              <p:cNvSpPr txBox="1"/>
              <p:nvPr/>
            </p:nvSpPr>
            <p:spPr>
              <a:xfrm>
                <a:off x="7523108" y="3822641"/>
                <a:ext cx="2739503" cy="2054550"/>
              </a:xfrm>
              <a:prstGeom prst="rect">
                <a:avLst/>
              </a:prstGeom>
              <a:noFill/>
            </p:spPr>
            <p:txBody>
              <a:bodyPr wrap="square" rtlCol="0">
                <a:spAutoFit/>
                <a:scene3d>
                  <a:camera prst="orthographicFront"/>
                  <a:lightRig rig="threePt" dir="t"/>
                </a:scene3d>
                <a:sp3d contourW="12700"/>
              </a:bodyPr>
              <a:lstStyle/>
              <a:p>
                <a:pPr>
                  <a:lnSpc>
                    <a:spcPct val="154000"/>
                  </a:lnSpc>
                </a:pPr>
                <a:r>
                  <a:rPr lang="zh-CN" altLang="en-US" sz="1400" dirty="0">
                    <a:cs typeface="+mn-ea"/>
                    <a:sym typeface="+mn-lt"/>
                  </a:rPr>
                  <a:t>请替换文字内容，修改文字内容，也可以直接复制你的内容到此请替换文字内容，修改文字内容</a:t>
                </a:r>
                <a:r>
                  <a:rPr lang="zh-CN" altLang="zh-CN" sz="1400" dirty="0">
                    <a:cs typeface="+mn-ea"/>
                    <a:sym typeface="+mn-lt"/>
                  </a:rPr>
                  <a:t>单击输入标题内容单击输入标题内容单击输入标题内容内容单击输入标题内容单击输入标题内容单击输入标题内容内容单击输入标题内容单击输入</a:t>
                </a:r>
                <a:r>
                  <a:rPr lang="zh-CN" altLang="en-US" sz="1400" dirty="0">
                    <a:cs typeface="+mn-ea"/>
                    <a:sym typeface="+mn-lt"/>
                  </a:rPr>
                  <a:t>、</a:t>
                </a:r>
                <a:endParaRPr lang="en-US" altLang="zh-CN" sz="1400" dirty="0">
                  <a:cs typeface="+mn-ea"/>
                  <a:sym typeface="+mn-lt"/>
                </a:endParaRPr>
              </a:p>
            </p:txBody>
          </p:sp>
        </p:grpSp>
      </p:gr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a:extLst>
              <a:ext uri="{FF2B5EF4-FFF2-40B4-BE49-F238E27FC236}">
                <a16:creationId xmlns="" xmlns:a16="http://schemas.microsoft.com/office/drawing/2014/main" id="{9A6E652E-329C-435E-8BB6-09E747DFDC1B}"/>
              </a:ext>
            </a:extLst>
          </p:cNvPr>
          <p:cNvGrpSpPr/>
          <p:nvPr/>
        </p:nvGrpSpPr>
        <p:grpSpPr>
          <a:xfrm>
            <a:off x="-1036609" y="-1457037"/>
            <a:ext cx="13471490" cy="11522369"/>
            <a:chOff x="-1036609" y="-1457037"/>
            <a:chExt cx="13471490" cy="11522369"/>
          </a:xfrm>
        </p:grpSpPr>
        <p:grpSp>
          <p:nvGrpSpPr>
            <p:cNvPr id="34" name="组合 33">
              <a:extLst>
                <a:ext uri="{FF2B5EF4-FFF2-40B4-BE49-F238E27FC236}">
                  <a16:creationId xmlns="" xmlns:a16="http://schemas.microsoft.com/office/drawing/2014/main" id="{27DBA473-801B-4C9B-9656-92556735BA91}"/>
                </a:ext>
              </a:extLst>
            </p:cNvPr>
            <p:cNvGrpSpPr/>
            <p:nvPr/>
          </p:nvGrpSpPr>
          <p:grpSpPr>
            <a:xfrm>
              <a:off x="-1036609" y="-1457037"/>
              <a:ext cx="13471490" cy="11522369"/>
              <a:chOff x="-1036609" y="-1457037"/>
              <a:chExt cx="13471490" cy="11522369"/>
            </a:xfrm>
          </p:grpSpPr>
          <p:grpSp>
            <p:nvGrpSpPr>
              <p:cNvPr id="36" name="组合 35">
                <a:extLst>
                  <a:ext uri="{FF2B5EF4-FFF2-40B4-BE49-F238E27FC236}">
                    <a16:creationId xmlns="" xmlns:a16="http://schemas.microsoft.com/office/drawing/2014/main" id="{8CF75019-A16B-49FD-8304-45A16953F729}"/>
                  </a:ext>
                </a:extLst>
              </p:cNvPr>
              <p:cNvGrpSpPr/>
              <p:nvPr/>
            </p:nvGrpSpPr>
            <p:grpSpPr>
              <a:xfrm>
                <a:off x="-1036609" y="-1457037"/>
                <a:ext cx="13417347" cy="11522369"/>
                <a:chOff x="-1036609" y="-1457037"/>
                <a:chExt cx="13417347" cy="11522369"/>
              </a:xfrm>
            </p:grpSpPr>
            <p:grpSp>
              <p:nvGrpSpPr>
                <p:cNvPr id="38" name="组合 37">
                  <a:extLst>
                    <a:ext uri="{FF2B5EF4-FFF2-40B4-BE49-F238E27FC236}">
                      <a16:creationId xmlns="" xmlns:a16="http://schemas.microsoft.com/office/drawing/2014/main" id="{274A0D1D-CDE0-4641-8E80-9EC4FD29322E}"/>
                    </a:ext>
                  </a:extLst>
                </p:cNvPr>
                <p:cNvGrpSpPr/>
                <p:nvPr/>
              </p:nvGrpSpPr>
              <p:grpSpPr>
                <a:xfrm>
                  <a:off x="-520087" y="-1457037"/>
                  <a:ext cx="12900825" cy="11522369"/>
                  <a:chOff x="-520087" y="-1457037"/>
                  <a:chExt cx="12900825" cy="11522369"/>
                </a:xfrm>
              </p:grpSpPr>
              <p:pic>
                <p:nvPicPr>
                  <p:cNvPr id="54" name="图片 53">
                    <a:extLst>
                      <a:ext uri="{FF2B5EF4-FFF2-40B4-BE49-F238E27FC236}">
                        <a16:creationId xmlns="" xmlns:a16="http://schemas.microsoft.com/office/drawing/2014/main" id="{FAD8F28C-EBE0-435E-B617-5ADE265A470B}"/>
                      </a:ext>
                    </a:extLst>
                  </p:cNvPr>
                  <p:cNvPicPr>
                    <a:picLocks noChangeAspect="1"/>
                  </p:cNvPicPr>
                  <p:nvPr/>
                </p:nvPicPr>
                <p:blipFill rotWithShape="1">
                  <a:blip r:embed="rId3">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58" name="图片 57">
                    <a:extLst>
                      <a:ext uri="{FF2B5EF4-FFF2-40B4-BE49-F238E27FC236}">
                        <a16:creationId xmlns="" xmlns:a16="http://schemas.microsoft.com/office/drawing/2014/main" id="{AA79B584-2CED-4C80-9E41-AD4A39A9276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39" name="图片 38">
                  <a:extLst>
                    <a:ext uri="{FF2B5EF4-FFF2-40B4-BE49-F238E27FC236}">
                      <a16:creationId xmlns="" xmlns:a16="http://schemas.microsoft.com/office/drawing/2014/main" id="{CC09F465-F38F-47AF-8738-DAAF67EA83E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44" name="图片 43">
                  <a:extLst>
                    <a:ext uri="{FF2B5EF4-FFF2-40B4-BE49-F238E27FC236}">
                      <a16:creationId xmlns="" xmlns:a16="http://schemas.microsoft.com/office/drawing/2014/main" id="{BC8A700B-4FDF-47AC-9CCD-BEB09C8F137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37" name="图片 36">
                <a:extLst>
                  <a:ext uri="{FF2B5EF4-FFF2-40B4-BE49-F238E27FC236}">
                    <a16:creationId xmlns="" xmlns:a16="http://schemas.microsoft.com/office/drawing/2014/main" id="{E2C50298-262E-4F5B-8A22-7A723E0FE10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35" name="文本框 34">
              <a:extLst>
                <a:ext uri="{FF2B5EF4-FFF2-40B4-BE49-F238E27FC236}">
                  <a16:creationId xmlns="" xmlns:a16="http://schemas.microsoft.com/office/drawing/2014/main" id="{B8E93E1D-A79E-4A38-BA6F-DFD05FE13541}"/>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cs typeface="+mn-ea"/>
                  <a:sym typeface="+mn-lt"/>
                </a:rPr>
                <a:t>输入标题文本</a:t>
              </a:r>
            </a:p>
          </p:txBody>
        </p:sp>
      </p:grpSp>
      <p:grpSp>
        <p:nvGrpSpPr>
          <p:cNvPr id="11" name="组合 10">
            <a:extLst>
              <a:ext uri="{FF2B5EF4-FFF2-40B4-BE49-F238E27FC236}">
                <a16:creationId xmlns="" xmlns:a16="http://schemas.microsoft.com/office/drawing/2014/main" id="{B17E8543-011B-4420-ADE1-820B6D296D6C}"/>
              </a:ext>
            </a:extLst>
          </p:cNvPr>
          <p:cNvGrpSpPr/>
          <p:nvPr/>
        </p:nvGrpSpPr>
        <p:grpSpPr>
          <a:xfrm>
            <a:off x="747395" y="4661535"/>
            <a:ext cx="10570210" cy="1394546"/>
            <a:chOff x="747395" y="4661535"/>
            <a:chExt cx="10570210" cy="1394546"/>
          </a:xfrm>
        </p:grpSpPr>
        <p:grpSp>
          <p:nvGrpSpPr>
            <p:cNvPr id="51" name="组合 50"/>
            <p:cNvGrpSpPr/>
            <p:nvPr/>
          </p:nvGrpSpPr>
          <p:grpSpPr>
            <a:xfrm>
              <a:off x="747395" y="4661535"/>
              <a:ext cx="2376170" cy="1211580"/>
              <a:chOff x="1176" y="7526"/>
              <a:chExt cx="3742" cy="1908"/>
            </a:xfrm>
          </p:grpSpPr>
          <p:sp>
            <p:nvSpPr>
              <p:cNvPr id="52" name="îŝḻiḋè"/>
              <p:cNvSpPr/>
              <p:nvPr/>
            </p:nvSpPr>
            <p:spPr>
              <a:xfrm>
                <a:off x="1176" y="8222"/>
                <a:ext cx="3743" cy="1213"/>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Autofit/>
              </a:bodyPr>
              <a:lstStyle/>
              <a:p>
                <a:pPr marL="0" lvl="2" algn="ctr">
                  <a:lnSpc>
                    <a:spcPct val="130000"/>
                  </a:lnSpc>
                </a:pPr>
                <a:r>
                  <a:rPr lang="zh-CN" altLang="en-US" sz="1400" kern="100" dirty="0">
                    <a:cs typeface="+mn-ea"/>
                    <a:sym typeface="+mn-lt"/>
                  </a:rPr>
                  <a:t>请替换文字内容，点击添加相关标题文字，修改文字内容</a:t>
                </a:r>
                <a:endParaRPr lang="en-US" altLang="zh-CN" sz="1400" kern="100" dirty="0">
                  <a:cs typeface="+mn-ea"/>
                  <a:sym typeface="+mn-lt"/>
                </a:endParaRPr>
              </a:p>
            </p:txBody>
          </p:sp>
          <p:sp>
            <p:nvSpPr>
              <p:cNvPr id="53" name="islîďè"/>
              <p:cNvSpPr txBox="1"/>
              <p:nvPr/>
            </p:nvSpPr>
            <p:spPr bwMode="auto">
              <a:xfrm>
                <a:off x="1713" y="7526"/>
                <a:ext cx="3069" cy="69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just" eaLnBrk="0" hangingPunct="0"/>
                <a:r>
                  <a:rPr lang="zh-CN" altLang="en-US" sz="2000" b="1" dirty="0">
                    <a:cs typeface="+mn-ea"/>
                    <a:sym typeface="+mn-lt"/>
                  </a:rPr>
                  <a:t>添加文字内容</a:t>
                </a:r>
              </a:p>
            </p:txBody>
          </p:sp>
        </p:grpSp>
        <p:sp>
          <p:nvSpPr>
            <p:cNvPr id="55" name="îŝḻiḋè"/>
            <p:cNvSpPr/>
            <p:nvPr/>
          </p:nvSpPr>
          <p:spPr>
            <a:xfrm>
              <a:off x="3393440" y="5169971"/>
              <a:ext cx="2376805" cy="88611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Autofit/>
            </a:bodyPr>
            <a:lstStyle/>
            <a:p>
              <a:pPr marL="0" lvl="2" algn="ctr">
                <a:lnSpc>
                  <a:spcPct val="130000"/>
                </a:lnSpc>
              </a:pPr>
              <a:r>
                <a:rPr lang="zh-CN" altLang="en-US" sz="1400" kern="100" dirty="0">
                  <a:cs typeface="+mn-ea"/>
                  <a:sym typeface="+mn-lt"/>
                </a:rPr>
                <a:t>请替换文字内容，点击添加相关标题文字，修改文字内容</a:t>
              </a:r>
              <a:endParaRPr lang="en-US" altLang="zh-CN" sz="1400" kern="100" dirty="0">
                <a:cs typeface="+mn-ea"/>
                <a:sym typeface="+mn-lt"/>
              </a:endParaRPr>
            </a:p>
          </p:txBody>
        </p:sp>
        <p:sp>
          <p:nvSpPr>
            <p:cNvPr id="62" name="islîďè"/>
            <p:cNvSpPr txBox="1"/>
            <p:nvPr/>
          </p:nvSpPr>
          <p:spPr bwMode="auto">
            <a:xfrm>
              <a:off x="3734435" y="4661535"/>
              <a:ext cx="1948815" cy="50843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just" eaLnBrk="0" hangingPunct="0"/>
              <a:r>
                <a:rPr lang="zh-CN" altLang="en-US" sz="2000" b="1" dirty="0">
                  <a:cs typeface="+mn-ea"/>
                  <a:sym typeface="+mn-lt"/>
                </a:rPr>
                <a:t>添加文字内容</a:t>
              </a:r>
            </a:p>
          </p:txBody>
        </p:sp>
        <p:sp>
          <p:nvSpPr>
            <p:cNvPr id="64" name="îŝḻiḋè"/>
            <p:cNvSpPr/>
            <p:nvPr/>
          </p:nvSpPr>
          <p:spPr>
            <a:xfrm>
              <a:off x="6294755" y="5169971"/>
              <a:ext cx="2376805" cy="88611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Autofit/>
            </a:bodyPr>
            <a:lstStyle/>
            <a:p>
              <a:pPr marL="0" lvl="2" algn="ctr">
                <a:lnSpc>
                  <a:spcPct val="130000"/>
                </a:lnSpc>
              </a:pPr>
              <a:r>
                <a:rPr lang="zh-CN" altLang="en-US" sz="1400" kern="100" dirty="0">
                  <a:cs typeface="+mn-ea"/>
                  <a:sym typeface="+mn-lt"/>
                </a:rPr>
                <a:t>请替换文字内容，点击添加相关标题文字，修改文字内容</a:t>
              </a:r>
              <a:endParaRPr lang="en-US" altLang="zh-CN" sz="1400" kern="100" dirty="0">
                <a:cs typeface="+mn-ea"/>
                <a:sym typeface="+mn-lt"/>
              </a:endParaRPr>
            </a:p>
          </p:txBody>
        </p:sp>
        <p:sp>
          <p:nvSpPr>
            <p:cNvPr id="65" name="islîďè"/>
            <p:cNvSpPr txBox="1"/>
            <p:nvPr/>
          </p:nvSpPr>
          <p:spPr bwMode="auto">
            <a:xfrm>
              <a:off x="6635750" y="4661535"/>
              <a:ext cx="1948815" cy="50843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just" eaLnBrk="0" hangingPunct="0"/>
              <a:r>
                <a:rPr lang="zh-CN" altLang="en-US" sz="2000" b="1" dirty="0">
                  <a:cs typeface="+mn-ea"/>
                  <a:sym typeface="+mn-lt"/>
                </a:rPr>
                <a:t>添加文字内容</a:t>
              </a:r>
            </a:p>
          </p:txBody>
        </p:sp>
        <p:sp>
          <p:nvSpPr>
            <p:cNvPr id="67" name="îŝḻiḋè"/>
            <p:cNvSpPr/>
            <p:nvPr/>
          </p:nvSpPr>
          <p:spPr>
            <a:xfrm>
              <a:off x="8940800" y="5169971"/>
              <a:ext cx="2376805" cy="88611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Autofit/>
            </a:bodyPr>
            <a:lstStyle/>
            <a:p>
              <a:pPr marL="0" lvl="2" algn="ctr">
                <a:lnSpc>
                  <a:spcPct val="130000"/>
                </a:lnSpc>
              </a:pPr>
              <a:r>
                <a:rPr lang="zh-CN" altLang="en-US" sz="1400" kern="100" dirty="0">
                  <a:cs typeface="+mn-ea"/>
                  <a:sym typeface="+mn-lt"/>
                </a:rPr>
                <a:t>请替换文字内容，点击添加相关标题文字，修改文字内容</a:t>
              </a:r>
              <a:endParaRPr lang="en-US" altLang="zh-CN" sz="1400" kern="100" dirty="0">
                <a:cs typeface="+mn-ea"/>
                <a:sym typeface="+mn-lt"/>
              </a:endParaRPr>
            </a:p>
          </p:txBody>
        </p:sp>
        <p:sp>
          <p:nvSpPr>
            <p:cNvPr id="68" name="islîďè"/>
            <p:cNvSpPr txBox="1"/>
            <p:nvPr/>
          </p:nvSpPr>
          <p:spPr bwMode="auto">
            <a:xfrm>
              <a:off x="9281795" y="4661535"/>
              <a:ext cx="1948815" cy="50843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just" eaLnBrk="0" hangingPunct="0"/>
              <a:r>
                <a:rPr lang="zh-CN" altLang="en-US" sz="2000" b="1" dirty="0">
                  <a:cs typeface="+mn-ea"/>
                  <a:sym typeface="+mn-lt"/>
                </a:rPr>
                <a:t>添加文字内容</a:t>
              </a:r>
            </a:p>
          </p:txBody>
        </p:sp>
      </p:grpSp>
      <p:grpSp>
        <p:nvGrpSpPr>
          <p:cNvPr id="10" name="组合 9">
            <a:extLst>
              <a:ext uri="{FF2B5EF4-FFF2-40B4-BE49-F238E27FC236}">
                <a16:creationId xmlns="" xmlns:a16="http://schemas.microsoft.com/office/drawing/2014/main" id="{ADC99950-3728-41CC-A7F1-B169BD5ED9A8}"/>
              </a:ext>
            </a:extLst>
          </p:cNvPr>
          <p:cNvGrpSpPr/>
          <p:nvPr/>
        </p:nvGrpSpPr>
        <p:grpSpPr>
          <a:xfrm>
            <a:off x="849168" y="1437078"/>
            <a:ext cx="10335549" cy="2992376"/>
            <a:chOff x="849168" y="1437078"/>
            <a:chExt cx="10335549" cy="2992376"/>
          </a:xfrm>
        </p:grpSpPr>
        <p:grpSp>
          <p:nvGrpSpPr>
            <p:cNvPr id="40" name="组合 39"/>
            <p:cNvGrpSpPr/>
            <p:nvPr/>
          </p:nvGrpSpPr>
          <p:grpSpPr>
            <a:xfrm>
              <a:off x="1671234" y="3901604"/>
              <a:ext cx="8849533" cy="527850"/>
              <a:chOff x="1671234" y="3962564"/>
              <a:chExt cx="8849533" cy="527850"/>
            </a:xfrm>
          </p:grpSpPr>
          <p:sp>
            <p:nvSpPr>
              <p:cNvPr id="41" name="任意多边形: 形状 30"/>
              <p:cNvSpPr/>
              <p:nvPr/>
            </p:nvSpPr>
            <p:spPr>
              <a:xfrm>
                <a:off x="1955353" y="4134586"/>
                <a:ext cx="8281294" cy="183804"/>
              </a:xfrm>
              <a:custGeom>
                <a:avLst/>
                <a:gdLst>
                  <a:gd name="connsiteX0" fmla="*/ 5547789 w 8281294"/>
                  <a:gd name="connsiteY0" fmla="*/ 0 h 183804"/>
                  <a:gd name="connsiteX1" fmla="*/ 8281294 w 8281294"/>
                  <a:gd name="connsiteY1" fmla="*/ 0 h 183804"/>
                  <a:gd name="connsiteX2" fmla="*/ 8281294 w 8281294"/>
                  <a:gd name="connsiteY2" fmla="*/ 183804 h 183804"/>
                  <a:gd name="connsiteX3" fmla="*/ 5547789 w 8281294"/>
                  <a:gd name="connsiteY3" fmla="*/ 183804 h 183804"/>
                  <a:gd name="connsiteX4" fmla="*/ 2773894 w 8281294"/>
                  <a:gd name="connsiteY4" fmla="*/ 0 h 183804"/>
                  <a:gd name="connsiteX5" fmla="*/ 5507399 w 8281294"/>
                  <a:gd name="connsiteY5" fmla="*/ 0 h 183804"/>
                  <a:gd name="connsiteX6" fmla="*/ 5507399 w 8281294"/>
                  <a:gd name="connsiteY6" fmla="*/ 183804 h 183804"/>
                  <a:gd name="connsiteX7" fmla="*/ 2773894 w 8281294"/>
                  <a:gd name="connsiteY7" fmla="*/ 183804 h 183804"/>
                  <a:gd name="connsiteX8" fmla="*/ 0 w 8281294"/>
                  <a:gd name="connsiteY8" fmla="*/ 0 h 183804"/>
                  <a:gd name="connsiteX9" fmla="*/ 2733506 w 8281294"/>
                  <a:gd name="connsiteY9" fmla="*/ 0 h 183804"/>
                  <a:gd name="connsiteX10" fmla="*/ 2733506 w 8281294"/>
                  <a:gd name="connsiteY10" fmla="*/ 183804 h 183804"/>
                  <a:gd name="connsiteX11" fmla="*/ 0 w 8281294"/>
                  <a:gd name="connsiteY11" fmla="*/ 183804 h 183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81294" h="183804">
                    <a:moveTo>
                      <a:pt x="5547789" y="0"/>
                    </a:moveTo>
                    <a:lnTo>
                      <a:pt x="8281294" y="0"/>
                    </a:lnTo>
                    <a:lnTo>
                      <a:pt x="8281294" y="183804"/>
                    </a:lnTo>
                    <a:lnTo>
                      <a:pt x="5547789" y="183804"/>
                    </a:lnTo>
                    <a:close/>
                    <a:moveTo>
                      <a:pt x="2773894" y="0"/>
                    </a:moveTo>
                    <a:lnTo>
                      <a:pt x="5507399" y="0"/>
                    </a:lnTo>
                    <a:lnTo>
                      <a:pt x="5507399" y="183804"/>
                    </a:lnTo>
                    <a:lnTo>
                      <a:pt x="2773894" y="183804"/>
                    </a:lnTo>
                    <a:close/>
                    <a:moveTo>
                      <a:pt x="0" y="0"/>
                    </a:moveTo>
                    <a:lnTo>
                      <a:pt x="2733506" y="0"/>
                    </a:lnTo>
                    <a:lnTo>
                      <a:pt x="2733506" y="183804"/>
                    </a:lnTo>
                    <a:lnTo>
                      <a:pt x="0" y="183804"/>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contourW="12700"/>
              </a:bodyPr>
              <a:lstStyle/>
              <a:p>
                <a:pPr algn="ctr"/>
                <a:endParaRPr lang="zh-CN" altLang="en-US">
                  <a:cs typeface="+mn-ea"/>
                  <a:sym typeface="+mn-lt"/>
                </a:endParaRPr>
              </a:p>
            </p:txBody>
          </p:sp>
          <p:sp>
            <p:nvSpPr>
              <p:cNvPr id="42" name="椭圆 41"/>
              <p:cNvSpPr/>
              <p:nvPr/>
            </p:nvSpPr>
            <p:spPr>
              <a:xfrm>
                <a:off x="1671234" y="3962564"/>
                <a:ext cx="527850" cy="527850"/>
              </a:xfrm>
              <a:prstGeom prst="ellipse">
                <a:avLst/>
              </a:prstGeom>
              <a:solidFill>
                <a:schemeClr val="accent1"/>
              </a:solidFill>
              <a:ln>
                <a:noFill/>
              </a:ln>
              <a:effectLst>
                <a:outerShdw blurRad="889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r>
                  <a:rPr lang="en-US" altLang="zh-CN" dirty="0">
                    <a:cs typeface="+mn-ea"/>
                    <a:sym typeface="+mn-lt"/>
                  </a:rPr>
                  <a:t>1</a:t>
                </a:r>
                <a:endParaRPr lang="zh-CN" altLang="en-US" dirty="0">
                  <a:cs typeface="+mn-ea"/>
                  <a:sym typeface="+mn-lt"/>
                </a:endParaRPr>
              </a:p>
            </p:txBody>
          </p:sp>
          <p:sp>
            <p:nvSpPr>
              <p:cNvPr id="43" name="椭圆 42"/>
              <p:cNvSpPr/>
              <p:nvPr/>
            </p:nvSpPr>
            <p:spPr>
              <a:xfrm>
                <a:off x="4445128" y="3962564"/>
                <a:ext cx="527850" cy="527850"/>
              </a:xfrm>
              <a:prstGeom prst="ellipse">
                <a:avLst/>
              </a:prstGeom>
              <a:solidFill>
                <a:schemeClr val="accent2"/>
              </a:solidFill>
              <a:ln>
                <a:noFill/>
              </a:ln>
              <a:effectLst>
                <a:outerShdw blurRad="889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r>
                  <a:rPr lang="en-US" altLang="zh-CN" dirty="0">
                    <a:cs typeface="+mn-ea"/>
                    <a:sym typeface="+mn-lt"/>
                  </a:rPr>
                  <a:t>2</a:t>
                </a:r>
                <a:endParaRPr lang="zh-CN" altLang="en-US" dirty="0">
                  <a:cs typeface="+mn-ea"/>
                  <a:sym typeface="+mn-lt"/>
                </a:endParaRPr>
              </a:p>
            </p:txBody>
          </p:sp>
          <p:sp>
            <p:nvSpPr>
              <p:cNvPr id="45" name="椭圆 44"/>
              <p:cNvSpPr/>
              <p:nvPr/>
            </p:nvSpPr>
            <p:spPr>
              <a:xfrm>
                <a:off x="7219022" y="3962564"/>
                <a:ext cx="527850" cy="527850"/>
              </a:xfrm>
              <a:prstGeom prst="ellipse">
                <a:avLst/>
              </a:prstGeom>
              <a:solidFill>
                <a:schemeClr val="accent1"/>
              </a:solidFill>
              <a:ln>
                <a:noFill/>
              </a:ln>
              <a:effectLst>
                <a:outerShdw blurRad="889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r>
                  <a:rPr lang="en-US" altLang="zh-CN" dirty="0">
                    <a:cs typeface="+mn-ea"/>
                    <a:sym typeface="+mn-lt"/>
                  </a:rPr>
                  <a:t>3</a:t>
                </a:r>
                <a:endParaRPr lang="zh-CN" altLang="en-US" dirty="0">
                  <a:cs typeface="+mn-ea"/>
                  <a:sym typeface="+mn-lt"/>
                </a:endParaRPr>
              </a:p>
            </p:txBody>
          </p:sp>
          <p:sp>
            <p:nvSpPr>
              <p:cNvPr id="46" name="椭圆 45"/>
              <p:cNvSpPr/>
              <p:nvPr/>
            </p:nvSpPr>
            <p:spPr>
              <a:xfrm>
                <a:off x="9992917" y="3962564"/>
                <a:ext cx="527850" cy="527850"/>
              </a:xfrm>
              <a:prstGeom prst="ellipse">
                <a:avLst/>
              </a:prstGeom>
              <a:solidFill>
                <a:schemeClr val="accent2"/>
              </a:solidFill>
              <a:ln>
                <a:noFill/>
              </a:ln>
              <a:effectLst>
                <a:outerShdw blurRad="889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r>
                  <a:rPr lang="en-US" altLang="zh-CN" dirty="0">
                    <a:cs typeface="+mn-ea"/>
                    <a:sym typeface="+mn-lt"/>
                  </a:rPr>
                  <a:t>4</a:t>
                </a:r>
                <a:endParaRPr lang="zh-CN" altLang="en-US" dirty="0">
                  <a:cs typeface="+mn-ea"/>
                  <a:sym typeface="+mn-lt"/>
                </a:endParaRPr>
              </a:p>
            </p:txBody>
          </p:sp>
        </p:grpSp>
        <p:pic>
          <p:nvPicPr>
            <p:cNvPr id="3" name="图片 2">
              <a:extLst>
                <a:ext uri="{FF2B5EF4-FFF2-40B4-BE49-F238E27FC236}">
                  <a16:creationId xmlns="" xmlns:a16="http://schemas.microsoft.com/office/drawing/2014/main" id="{79676F86-6BA5-4E02-871C-D0269FE1EAC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20800" y="1670407"/>
              <a:ext cx="1849445" cy="1849445"/>
            </a:xfrm>
            <a:prstGeom prst="rect">
              <a:avLst/>
            </a:prstGeom>
          </p:spPr>
        </p:pic>
        <p:pic>
          <p:nvPicPr>
            <p:cNvPr id="5" name="图片 4">
              <a:extLst>
                <a:ext uri="{FF2B5EF4-FFF2-40B4-BE49-F238E27FC236}">
                  <a16:creationId xmlns="" xmlns:a16="http://schemas.microsoft.com/office/drawing/2014/main" id="{4AC33906-248B-4960-AFBA-722DB053B77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281795" y="1591603"/>
              <a:ext cx="1902922" cy="1902922"/>
            </a:xfrm>
            <a:prstGeom prst="rect">
              <a:avLst/>
            </a:prstGeom>
          </p:spPr>
        </p:pic>
        <p:pic>
          <p:nvPicPr>
            <p:cNvPr id="7" name="图片 6">
              <a:extLst>
                <a:ext uri="{FF2B5EF4-FFF2-40B4-BE49-F238E27FC236}">
                  <a16:creationId xmlns="" xmlns:a16="http://schemas.microsoft.com/office/drawing/2014/main" id="{09B5236E-048F-465D-A596-010EEAF5880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49168" y="1437078"/>
              <a:ext cx="2161858" cy="2161858"/>
            </a:xfrm>
            <a:prstGeom prst="rect">
              <a:avLst/>
            </a:prstGeom>
          </p:spPr>
        </p:pic>
        <p:pic>
          <p:nvPicPr>
            <p:cNvPr id="9" name="图片 8">
              <a:extLst>
                <a:ext uri="{FF2B5EF4-FFF2-40B4-BE49-F238E27FC236}">
                  <a16:creationId xmlns="" xmlns:a16="http://schemas.microsoft.com/office/drawing/2014/main" id="{728E9B51-0CF7-4FFC-9187-DF03DAB5479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620522" y="1605218"/>
              <a:ext cx="1908941" cy="1908941"/>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 xmlns:a16="http://schemas.microsoft.com/office/drawing/2014/main" id="{18EF3EB3-B4D7-49E8-99F0-BE388219D3F2}"/>
              </a:ext>
            </a:extLst>
          </p:cNvPr>
          <p:cNvGrpSpPr/>
          <p:nvPr/>
        </p:nvGrpSpPr>
        <p:grpSpPr>
          <a:xfrm>
            <a:off x="-1036609" y="-1457037"/>
            <a:ext cx="13471490" cy="11522369"/>
            <a:chOff x="-1036609" y="-1457037"/>
            <a:chExt cx="13471490" cy="11522369"/>
          </a:xfrm>
        </p:grpSpPr>
        <p:grpSp>
          <p:nvGrpSpPr>
            <p:cNvPr id="8" name="组合 7">
              <a:extLst>
                <a:ext uri="{FF2B5EF4-FFF2-40B4-BE49-F238E27FC236}">
                  <a16:creationId xmlns="" xmlns:a16="http://schemas.microsoft.com/office/drawing/2014/main" id="{C724EF74-EF26-43EB-A7DA-B3076C9B951F}"/>
                </a:ext>
              </a:extLst>
            </p:cNvPr>
            <p:cNvGrpSpPr/>
            <p:nvPr/>
          </p:nvGrpSpPr>
          <p:grpSpPr>
            <a:xfrm>
              <a:off x="-1036609" y="-1457037"/>
              <a:ext cx="13471490" cy="11522369"/>
              <a:chOff x="-1036609" y="-1457037"/>
              <a:chExt cx="13471490" cy="11522369"/>
            </a:xfrm>
          </p:grpSpPr>
          <p:grpSp>
            <p:nvGrpSpPr>
              <p:cNvPr id="10" name="组合 9">
                <a:extLst>
                  <a:ext uri="{FF2B5EF4-FFF2-40B4-BE49-F238E27FC236}">
                    <a16:creationId xmlns="" xmlns:a16="http://schemas.microsoft.com/office/drawing/2014/main" id="{B830F202-54C4-48AF-BCF7-0194B66D1625}"/>
                  </a:ext>
                </a:extLst>
              </p:cNvPr>
              <p:cNvGrpSpPr/>
              <p:nvPr/>
            </p:nvGrpSpPr>
            <p:grpSpPr>
              <a:xfrm>
                <a:off x="-1036609" y="-1457037"/>
                <a:ext cx="13417347" cy="11522369"/>
                <a:chOff x="-1036609" y="-1457037"/>
                <a:chExt cx="13417347" cy="11522369"/>
              </a:xfrm>
            </p:grpSpPr>
            <p:grpSp>
              <p:nvGrpSpPr>
                <p:cNvPr id="12" name="组合 11">
                  <a:extLst>
                    <a:ext uri="{FF2B5EF4-FFF2-40B4-BE49-F238E27FC236}">
                      <a16:creationId xmlns="" xmlns:a16="http://schemas.microsoft.com/office/drawing/2014/main" id="{0A324B6D-B7D3-4478-B0B6-BC48A89A2A73}"/>
                    </a:ext>
                  </a:extLst>
                </p:cNvPr>
                <p:cNvGrpSpPr/>
                <p:nvPr/>
              </p:nvGrpSpPr>
              <p:grpSpPr>
                <a:xfrm>
                  <a:off x="-520087" y="-1457037"/>
                  <a:ext cx="12900825" cy="11522369"/>
                  <a:chOff x="-520087" y="-1457037"/>
                  <a:chExt cx="12900825" cy="11522369"/>
                </a:xfrm>
              </p:grpSpPr>
              <p:pic>
                <p:nvPicPr>
                  <p:cNvPr id="15" name="图片 14">
                    <a:extLst>
                      <a:ext uri="{FF2B5EF4-FFF2-40B4-BE49-F238E27FC236}">
                        <a16:creationId xmlns="" xmlns:a16="http://schemas.microsoft.com/office/drawing/2014/main" id="{255292BD-176C-46B8-84E0-2E9EFAC803EE}"/>
                      </a:ext>
                    </a:extLst>
                  </p:cNvPr>
                  <p:cNvPicPr>
                    <a:picLocks noChangeAspect="1"/>
                  </p:cNvPicPr>
                  <p:nvPr/>
                </p:nvPicPr>
                <p:blipFill rotWithShape="1">
                  <a:blip r:embed="rId3">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16" name="图片 15">
                    <a:extLst>
                      <a:ext uri="{FF2B5EF4-FFF2-40B4-BE49-F238E27FC236}">
                        <a16:creationId xmlns="" xmlns:a16="http://schemas.microsoft.com/office/drawing/2014/main" id="{C9932140-C57E-4327-BCE9-4591E29544F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13" name="图片 12">
                  <a:extLst>
                    <a:ext uri="{FF2B5EF4-FFF2-40B4-BE49-F238E27FC236}">
                      <a16:creationId xmlns="" xmlns:a16="http://schemas.microsoft.com/office/drawing/2014/main" id="{79F4FCAF-7221-42E5-B0CC-43EFADB8578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14" name="图片 13">
                  <a:extLst>
                    <a:ext uri="{FF2B5EF4-FFF2-40B4-BE49-F238E27FC236}">
                      <a16:creationId xmlns="" xmlns:a16="http://schemas.microsoft.com/office/drawing/2014/main" id="{E21548D8-0AF1-41C2-8368-282B8660A65B}"/>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11" name="图片 10">
                <a:extLst>
                  <a:ext uri="{FF2B5EF4-FFF2-40B4-BE49-F238E27FC236}">
                    <a16:creationId xmlns="" xmlns:a16="http://schemas.microsoft.com/office/drawing/2014/main" id="{70A8D5A1-F5CE-479A-976B-1FF4EF553BF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9" name="文本框 8">
              <a:extLst>
                <a:ext uri="{FF2B5EF4-FFF2-40B4-BE49-F238E27FC236}">
                  <a16:creationId xmlns="" xmlns:a16="http://schemas.microsoft.com/office/drawing/2014/main" id="{52BCAEB7-9868-43B0-B72D-329EE3E127EE}"/>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cs typeface="+mn-ea"/>
                  <a:sym typeface="+mn-lt"/>
                </a:rPr>
                <a:t>输入标题文本</a:t>
              </a:r>
            </a:p>
          </p:txBody>
        </p:sp>
      </p:grpSp>
      <p:grpSp>
        <p:nvGrpSpPr>
          <p:cNvPr id="2" name="组合 1">
            <a:extLst>
              <a:ext uri="{FF2B5EF4-FFF2-40B4-BE49-F238E27FC236}">
                <a16:creationId xmlns="" xmlns:a16="http://schemas.microsoft.com/office/drawing/2014/main" id="{DA0FD7A2-367A-443E-806F-1454A8C411E6}"/>
              </a:ext>
            </a:extLst>
          </p:cNvPr>
          <p:cNvGrpSpPr/>
          <p:nvPr/>
        </p:nvGrpSpPr>
        <p:grpSpPr>
          <a:xfrm>
            <a:off x="1870932" y="2265222"/>
            <a:ext cx="8682608" cy="1794397"/>
            <a:chOff x="1870932" y="2265222"/>
            <a:chExt cx="8682608" cy="1794397"/>
          </a:xfrm>
        </p:grpSpPr>
        <p:pic>
          <p:nvPicPr>
            <p:cNvPr id="33"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p:blipFill>
          <p:spPr bwMode="auto">
            <a:xfrm>
              <a:off x="8759146" y="2265225"/>
              <a:ext cx="1794394" cy="179439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p:blipFill>
          <p:spPr bwMode="auto">
            <a:xfrm>
              <a:off x="1870932" y="2265222"/>
              <a:ext cx="1794397" cy="1794397"/>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34"/>
            <p:cNvSpPr/>
            <p:nvPr/>
          </p:nvSpPr>
          <p:spPr>
            <a:xfrm>
              <a:off x="4526457" y="2265222"/>
              <a:ext cx="3370291" cy="17943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请在此处添加具体内容，文字尽量言简意赅，简单说明即可，不必过于繁琐，注意版面美观度。请在此处添加具体内容，文字尽量言简意赅，简单说明即可，不必过于繁琐，注意版面美观度。</a:t>
              </a:r>
            </a:p>
          </p:txBody>
        </p:sp>
      </p:grpSp>
      <p:sp>
        <p:nvSpPr>
          <p:cNvPr id="36" name="Rectangle 5"/>
          <p:cNvSpPr/>
          <p:nvPr/>
        </p:nvSpPr>
        <p:spPr bwMode="auto">
          <a:xfrm>
            <a:off x="1159379" y="4398388"/>
            <a:ext cx="9980271" cy="999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marL="0" marR="0" lvl="0" indent="0" algn="ctr" defTabSz="914400" rtl="0" eaLnBrk="1" fontAlgn="auto" latinLnBrk="0" hangingPunct="1">
              <a:lnSpc>
                <a:spcPts val="25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rPr>
              <a:t>请在此处添加具体内容，文字尽量言简意赅，简单说明即可，不必过于繁琐，注意版面美观度。请在此处添加具体内容，文字尽量言简意赅，简单说明即可，不必过于繁琐，注意版面美观度。请在此处添加具体内容，文字尽量言简意赅，简单说明即可，不必过于繁琐，注意版面美观度。</a:t>
            </a:r>
            <a:endParaRPr kumimoji="0" lang="zh-CN" altLang="en-US" sz="1400" b="0" i="0" u="none" strike="noStrike" kern="1200" cap="none" spc="0" normalizeH="0" baseline="0" noProof="0" dirty="0">
              <a:ln>
                <a:noFill/>
              </a:ln>
              <a:solidFill>
                <a:prstClr val="black">
                  <a:lumMod val="65000"/>
                  <a:lumOff val="35000"/>
                </a:prstClr>
              </a:solidFill>
              <a:effectLst/>
              <a:uLnTx/>
              <a:uFillTx/>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anim calcmode="lin" valueType="num">
                                      <p:cBhvr additive="base">
                                        <p:cTn id="16" dur="500" fill="hold"/>
                                        <p:tgtEl>
                                          <p:spTgt spid="36"/>
                                        </p:tgtEl>
                                        <p:attrNameLst>
                                          <p:attrName>ppt_x</p:attrName>
                                        </p:attrNameLst>
                                      </p:cBhvr>
                                      <p:tavLst>
                                        <p:tav tm="0">
                                          <p:val>
                                            <p:strVal val="#ppt_x"/>
                                          </p:val>
                                        </p:tav>
                                        <p:tav tm="100000">
                                          <p:val>
                                            <p:strVal val="#ppt_x"/>
                                          </p:val>
                                        </p:tav>
                                      </p:tavLst>
                                    </p:anim>
                                    <p:anim calcmode="lin" valueType="num">
                                      <p:cBhvr additive="base">
                                        <p:cTn id="17"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 xmlns:a16="http://schemas.microsoft.com/office/drawing/2014/main" id="{3A94C8EA-13A4-48A8-AD4D-2059D466ADC3}"/>
              </a:ext>
            </a:extLst>
          </p:cNvPr>
          <p:cNvGrpSpPr/>
          <p:nvPr/>
        </p:nvGrpSpPr>
        <p:grpSpPr>
          <a:xfrm>
            <a:off x="-294505" y="-655782"/>
            <a:ext cx="12781010" cy="7513782"/>
            <a:chOff x="-286327" y="-655782"/>
            <a:chExt cx="12781010" cy="7513782"/>
          </a:xfrm>
        </p:grpSpPr>
        <p:grpSp>
          <p:nvGrpSpPr>
            <p:cNvPr id="12" name="组合 11">
              <a:extLst>
                <a:ext uri="{FF2B5EF4-FFF2-40B4-BE49-F238E27FC236}">
                  <a16:creationId xmlns="" xmlns:a16="http://schemas.microsoft.com/office/drawing/2014/main" id="{63BCB666-C8FA-4CA3-8FE2-B4920E2ADF1E}"/>
                </a:ext>
              </a:extLst>
            </p:cNvPr>
            <p:cNvGrpSpPr/>
            <p:nvPr/>
          </p:nvGrpSpPr>
          <p:grpSpPr>
            <a:xfrm>
              <a:off x="-286327" y="-520339"/>
              <a:ext cx="12478327" cy="7378339"/>
              <a:chOff x="-286327" y="-520339"/>
              <a:chExt cx="12478327" cy="7378339"/>
            </a:xfrm>
          </p:grpSpPr>
          <p:grpSp>
            <p:nvGrpSpPr>
              <p:cNvPr id="10" name="组合 9">
                <a:extLst>
                  <a:ext uri="{FF2B5EF4-FFF2-40B4-BE49-F238E27FC236}">
                    <a16:creationId xmlns="" xmlns:a16="http://schemas.microsoft.com/office/drawing/2014/main" id="{1737976E-1542-4104-B89E-4590231EB7C5}"/>
                  </a:ext>
                </a:extLst>
              </p:cNvPr>
              <p:cNvGrpSpPr/>
              <p:nvPr/>
            </p:nvGrpSpPr>
            <p:grpSpPr>
              <a:xfrm>
                <a:off x="-286327" y="-520339"/>
                <a:ext cx="8645236" cy="7378339"/>
                <a:chOff x="-286327" y="-520339"/>
                <a:chExt cx="8645236" cy="7378339"/>
              </a:xfrm>
            </p:grpSpPr>
            <p:pic>
              <p:nvPicPr>
                <p:cNvPr id="9" name="图片 8">
                  <a:extLst>
                    <a:ext uri="{FF2B5EF4-FFF2-40B4-BE49-F238E27FC236}">
                      <a16:creationId xmlns="" xmlns:a16="http://schemas.microsoft.com/office/drawing/2014/main" id="{CF4B22A8-5C28-4C1E-AC7C-4863DC273A1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9091"/>
                <a:stretch/>
              </p:blipFill>
              <p:spPr>
                <a:xfrm flipH="1">
                  <a:off x="-286327" y="762000"/>
                  <a:ext cx="8645236" cy="6096000"/>
                </a:xfrm>
                <a:prstGeom prst="rect">
                  <a:avLst/>
                </a:prstGeom>
              </p:spPr>
            </p:pic>
            <p:pic>
              <p:nvPicPr>
                <p:cNvPr id="5" name="图片 4">
                  <a:extLst>
                    <a:ext uri="{FF2B5EF4-FFF2-40B4-BE49-F238E27FC236}">
                      <a16:creationId xmlns="" xmlns:a16="http://schemas.microsoft.com/office/drawing/2014/main" id="{18756454-765E-468F-9FA7-D6F48AFA42D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82045" b="77879"/>
                <a:stretch/>
              </p:blipFill>
              <p:spPr>
                <a:xfrm>
                  <a:off x="0" y="0"/>
                  <a:ext cx="2189018" cy="1348509"/>
                </a:xfrm>
                <a:prstGeom prst="rect">
                  <a:avLst/>
                </a:prstGeom>
              </p:spPr>
            </p:pic>
            <p:pic>
              <p:nvPicPr>
                <p:cNvPr id="7" name="图片 6">
                  <a:extLst>
                    <a:ext uri="{FF2B5EF4-FFF2-40B4-BE49-F238E27FC236}">
                      <a16:creationId xmlns="" xmlns:a16="http://schemas.microsoft.com/office/drawing/2014/main" id="{A4ACC341-9AC2-4509-A02E-BE246AC7FBA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7879" r="86667"/>
                <a:stretch/>
              </p:blipFill>
              <p:spPr>
                <a:xfrm rot="7764793">
                  <a:off x="1016000" y="-381794"/>
                  <a:ext cx="1625600" cy="1348509"/>
                </a:xfrm>
                <a:prstGeom prst="rect">
                  <a:avLst/>
                </a:prstGeom>
              </p:spPr>
            </p:pic>
          </p:grpSp>
          <p:pic>
            <p:nvPicPr>
              <p:cNvPr id="11" name="图片 10">
                <a:extLst>
                  <a:ext uri="{FF2B5EF4-FFF2-40B4-BE49-F238E27FC236}">
                    <a16:creationId xmlns="" xmlns:a16="http://schemas.microsoft.com/office/drawing/2014/main" id="{4A076A69-FC98-47A0-826D-24064B8183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81000"/>
                <a:ext cx="12192000" cy="6096000"/>
              </a:xfrm>
              <a:prstGeom prst="rect">
                <a:avLst/>
              </a:prstGeom>
            </p:spPr>
          </p:pic>
        </p:grpSp>
        <p:pic>
          <p:nvPicPr>
            <p:cNvPr id="13" name="图片 12">
              <a:extLst>
                <a:ext uri="{FF2B5EF4-FFF2-40B4-BE49-F238E27FC236}">
                  <a16:creationId xmlns="" xmlns:a16="http://schemas.microsoft.com/office/drawing/2014/main" id="{40B7EA96-C8E6-45AF-8DA6-171A50E0A63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424" b="78182"/>
            <a:stretch/>
          </p:blipFill>
          <p:spPr>
            <a:xfrm flipH="1">
              <a:off x="10305666" y="-655782"/>
              <a:ext cx="2189017" cy="1330036"/>
            </a:xfrm>
            <a:prstGeom prst="rect">
              <a:avLst/>
            </a:prstGeom>
          </p:spPr>
        </p:pic>
      </p:grpSp>
      <p:sp>
        <p:nvSpPr>
          <p:cNvPr id="15" name="TextBox 11">
            <a:extLst>
              <a:ext uri="{FF2B5EF4-FFF2-40B4-BE49-F238E27FC236}">
                <a16:creationId xmlns="" xmlns:a16="http://schemas.microsoft.com/office/drawing/2014/main" id="{6431FEA4-ED81-47C6-A7B3-CA023B7DA017}"/>
              </a:ext>
            </a:extLst>
          </p:cNvPr>
          <p:cNvSpPr txBox="1"/>
          <p:nvPr/>
        </p:nvSpPr>
        <p:spPr>
          <a:xfrm>
            <a:off x="1953021" y="2217521"/>
            <a:ext cx="2854762" cy="2657779"/>
          </a:xfrm>
          <a:prstGeom prst="rect">
            <a:avLst/>
          </a:prstGeom>
          <a:noFill/>
        </p:spPr>
        <p:txBody>
          <a:bodyPr wrap="square" rtlCol="0">
            <a:spAutoFit/>
          </a:bodyPr>
          <a:lstStyle/>
          <a:p>
            <a:pPr defTabSz="1185606"/>
            <a:r>
              <a:rPr lang="en-US" altLang="zh-CN" sz="16671" dirty="0">
                <a:solidFill>
                  <a:schemeClr val="tx1">
                    <a:lumMod val="75000"/>
                    <a:lumOff val="25000"/>
                  </a:schemeClr>
                </a:solidFill>
                <a:cs typeface="+mn-ea"/>
                <a:sym typeface="+mn-lt"/>
              </a:rPr>
              <a:t>04</a:t>
            </a:r>
            <a:endParaRPr lang="zh-CN" altLang="en-US" sz="16671" dirty="0">
              <a:solidFill>
                <a:schemeClr val="tx1">
                  <a:lumMod val="75000"/>
                  <a:lumOff val="25000"/>
                </a:schemeClr>
              </a:solidFill>
              <a:cs typeface="+mn-ea"/>
              <a:sym typeface="+mn-lt"/>
            </a:endParaRPr>
          </a:p>
        </p:txBody>
      </p:sp>
      <p:grpSp>
        <p:nvGrpSpPr>
          <p:cNvPr id="25" name="组合 24">
            <a:extLst>
              <a:ext uri="{FF2B5EF4-FFF2-40B4-BE49-F238E27FC236}">
                <a16:creationId xmlns="" xmlns:a16="http://schemas.microsoft.com/office/drawing/2014/main" id="{B1143233-372B-41BE-9CB3-2B0AB0D6777D}"/>
              </a:ext>
            </a:extLst>
          </p:cNvPr>
          <p:cNvGrpSpPr/>
          <p:nvPr/>
        </p:nvGrpSpPr>
        <p:grpSpPr>
          <a:xfrm>
            <a:off x="4807783" y="2649288"/>
            <a:ext cx="5806594" cy="2151002"/>
            <a:chOff x="4807783" y="2649288"/>
            <a:chExt cx="5806594" cy="2151002"/>
          </a:xfrm>
        </p:grpSpPr>
        <p:sp>
          <p:nvSpPr>
            <p:cNvPr id="16" name="Subtitle 9">
              <a:extLst>
                <a:ext uri="{FF2B5EF4-FFF2-40B4-BE49-F238E27FC236}">
                  <a16:creationId xmlns="" xmlns:a16="http://schemas.microsoft.com/office/drawing/2014/main" id="{D45E77DE-51B1-4553-A3C9-E322DE05BB83}"/>
                </a:ext>
              </a:extLst>
            </p:cNvPr>
            <p:cNvSpPr txBox="1"/>
            <p:nvPr/>
          </p:nvSpPr>
          <p:spPr>
            <a:xfrm>
              <a:off x="4807783" y="2649288"/>
              <a:ext cx="5806594" cy="1304900"/>
            </a:xfrm>
            <a:prstGeom prst="rect">
              <a:avLst/>
            </a:prstGeom>
          </p:spPr>
          <p:txBody>
            <a:bodyPr vert="horz" wrap="square" lIns="103562" tIns="51780" rIns="103562" bIns="51780" rtlCol="0">
              <a:spAutoFit/>
            </a:bodyPr>
            <a:lstStyle>
              <a:defPPr>
                <a:defRPr lang="zh-CN"/>
              </a:defPPr>
              <a:lvl1pPr indent="0" algn="r" defTabSz="1087120">
                <a:lnSpc>
                  <a:spcPct val="100000"/>
                </a:lnSpc>
                <a:spcBef>
                  <a:spcPct val="20000"/>
                </a:spcBef>
                <a:buFont typeface="Arial" panose="020B0604020202020204"/>
                <a:buNone/>
                <a:defRPr sz="2000">
                  <a:solidFill>
                    <a:schemeClr val="accent2"/>
                  </a:solidFill>
                  <a:latin typeface="微软雅黑" panose="020B0503020204020204" charset="-122"/>
                  <a:ea typeface="微软雅黑" panose="020B0503020204020204" charset="-122"/>
                  <a:cs typeface="Open Sans Light" panose="020B0306030504020204"/>
                </a:defRPr>
              </a:lvl1pPr>
              <a:lvl2pPr marL="1087755"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2pPr>
              <a:lvl3pPr marL="2174875"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3pPr>
              <a:lvl4pPr marL="3262630"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4pPr>
              <a:lvl5pPr marL="4349750" indent="0" algn="ctr" defTabSz="1087120">
                <a:lnSpc>
                  <a:spcPct val="130000"/>
                </a:lnSpc>
                <a:spcBef>
                  <a:spcPct val="20000"/>
                </a:spcBef>
                <a:buFont typeface="Arial" panose="020B0604020202020204"/>
                <a:buNone/>
                <a:defRPr sz="3100">
                  <a:solidFill>
                    <a:schemeClr val="tx1">
                      <a:tint val="75000"/>
                    </a:schemeClr>
                  </a:solidFill>
                  <a:latin typeface="Open Sans" panose="020B0606030504020204"/>
                  <a:cs typeface="Open Sans" panose="020B0606030504020204"/>
                </a:defRPr>
              </a:lvl5pPr>
              <a:lvl6pPr marL="5437505" indent="0" algn="ctr" defTabSz="1087120">
                <a:spcBef>
                  <a:spcPct val="20000"/>
                </a:spcBef>
                <a:buFont typeface="Arial" panose="020B0604020202020204"/>
                <a:buNone/>
                <a:defRPr sz="4800">
                  <a:solidFill>
                    <a:schemeClr val="tx1">
                      <a:tint val="75000"/>
                    </a:schemeClr>
                  </a:solidFill>
                </a:defRPr>
              </a:lvl6pPr>
              <a:lvl7pPr marL="6524625" indent="0" algn="ctr" defTabSz="1087120">
                <a:spcBef>
                  <a:spcPct val="20000"/>
                </a:spcBef>
                <a:buFont typeface="Arial" panose="020B0604020202020204"/>
                <a:buNone/>
                <a:defRPr sz="4800">
                  <a:solidFill>
                    <a:schemeClr val="tx1">
                      <a:tint val="75000"/>
                    </a:schemeClr>
                  </a:solidFill>
                </a:defRPr>
              </a:lvl7pPr>
              <a:lvl8pPr marL="7612380" indent="0" algn="ctr" defTabSz="1087120">
                <a:spcBef>
                  <a:spcPct val="20000"/>
                </a:spcBef>
                <a:buFont typeface="Arial" panose="020B0604020202020204"/>
                <a:buNone/>
                <a:defRPr sz="4800">
                  <a:solidFill>
                    <a:schemeClr val="tx1">
                      <a:tint val="75000"/>
                    </a:schemeClr>
                  </a:solidFill>
                </a:defRPr>
              </a:lvl8pPr>
              <a:lvl9pPr marL="8699500" indent="0" algn="ctr" defTabSz="1087120">
                <a:spcBef>
                  <a:spcPct val="20000"/>
                </a:spcBef>
                <a:buFont typeface="Arial" panose="020B0604020202020204"/>
                <a:buNone/>
                <a:defRPr sz="4800">
                  <a:solidFill>
                    <a:schemeClr val="tx1">
                      <a:tint val="75000"/>
                    </a:schemeClr>
                  </a:solidFill>
                </a:defRPr>
              </a:lvl9pPr>
            </a:lstStyle>
            <a:p>
              <a:pPr algn="l" defTabSz="1035591">
                <a:defRPr/>
              </a:pPr>
              <a:r>
                <a:rPr lang="zh-CN" altLang="en-US" sz="5400" b="1" kern="0" dirty="0">
                  <a:solidFill>
                    <a:schemeClr val="tx1">
                      <a:lumMod val="75000"/>
                      <a:lumOff val="25000"/>
                    </a:schemeClr>
                  </a:solidFill>
                  <a:latin typeface="+mn-lt"/>
                  <a:ea typeface="+mn-ea"/>
                  <a:cs typeface="+mn-ea"/>
                  <a:sym typeface="+mn-lt"/>
                </a:rPr>
                <a:t>单击添加标题</a:t>
              </a:r>
              <a:endParaRPr lang="en-US" altLang="zh-CN" sz="5400" b="1" kern="0" dirty="0">
                <a:solidFill>
                  <a:schemeClr val="tx1">
                    <a:lumMod val="75000"/>
                    <a:lumOff val="25000"/>
                  </a:schemeClr>
                </a:solidFill>
                <a:latin typeface="+mn-lt"/>
                <a:ea typeface="+mn-ea"/>
                <a:cs typeface="+mn-ea"/>
                <a:sym typeface="+mn-lt"/>
              </a:endParaRPr>
            </a:p>
            <a:p>
              <a:pPr algn="l" defTabSz="1035591">
                <a:defRPr/>
              </a:pPr>
              <a:r>
                <a:rPr lang="en-US" altLang="zh-CN" b="1" kern="0" spc="600" dirty="0">
                  <a:solidFill>
                    <a:schemeClr val="tx1">
                      <a:lumMod val="75000"/>
                      <a:lumOff val="25000"/>
                    </a:schemeClr>
                  </a:solidFill>
                  <a:latin typeface="+mn-lt"/>
                  <a:ea typeface="+mn-ea"/>
                  <a:cs typeface="+mn-ea"/>
                  <a:sym typeface="+mn-lt"/>
                </a:rPr>
                <a:t>ANNUAL WORK SUMMARY</a:t>
              </a:r>
              <a:endParaRPr lang="en-US" b="1" kern="0" spc="600" dirty="0">
                <a:solidFill>
                  <a:schemeClr val="tx1">
                    <a:lumMod val="75000"/>
                    <a:lumOff val="25000"/>
                  </a:schemeClr>
                </a:solidFill>
                <a:latin typeface="+mn-lt"/>
                <a:ea typeface="+mn-ea"/>
                <a:cs typeface="+mn-ea"/>
                <a:sym typeface="+mn-lt"/>
              </a:endParaRPr>
            </a:p>
          </p:txBody>
        </p:sp>
        <p:sp>
          <p:nvSpPr>
            <p:cNvPr id="17" name="4">
              <a:extLst>
                <a:ext uri="{FF2B5EF4-FFF2-40B4-BE49-F238E27FC236}">
                  <a16:creationId xmlns="" xmlns:a16="http://schemas.microsoft.com/office/drawing/2014/main" id="{70D6F860-FD52-4EC9-AA8D-BB935042AEA6}"/>
                </a:ext>
              </a:extLst>
            </p:cNvPr>
            <p:cNvSpPr txBox="1"/>
            <p:nvPr/>
          </p:nvSpPr>
          <p:spPr>
            <a:xfrm>
              <a:off x="4982823" y="4253072"/>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18" name="3">
              <a:extLst>
                <a:ext uri="{FF2B5EF4-FFF2-40B4-BE49-F238E27FC236}">
                  <a16:creationId xmlns="" xmlns:a16="http://schemas.microsoft.com/office/drawing/2014/main" id="{FCECDB0E-99BA-4B92-95AA-0544BF3EE185}"/>
                </a:ext>
              </a:extLst>
            </p:cNvPr>
            <p:cNvSpPr txBox="1"/>
            <p:nvPr/>
          </p:nvSpPr>
          <p:spPr>
            <a:xfrm>
              <a:off x="4982821" y="4581108"/>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19" name="2">
              <a:extLst>
                <a:ext uri="{FF2B5EF4-FFF2-40B4-BE49-F238E27FC236}">
                  <a16:creationId xmlns="" xmlns:a16="http://schemas.microsoft.com/office/drawing/2014/main" id="{06281A3C-A9DF-411A-936A-62EEB0152FEE}"/>
                </a:ext>
              </a:extLst>
            </p:cNvPr>
            <p:cNvSpPr txBox="1"/>
            <p:nvPr/>
          </p:nvSpPr>
          <p:spPr>
            <a:xfrm>
              <a:off x="6699626" y="4256355"/>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sp>
          <p:nvSpPr>
            <p:cNvPr id="20" name="1">
              <a:extLst>
                <a:ext uri="{FF2B5EF4-FFF2-40B4-BE49-F238E27FC236}">
                  <a16:creationId xmlns="" xmlns:a16="http://schemas.microsoft.com/office/drawing/2014/main" id="{50EAEF8A-7439-4971-8656-71D8CBDF0313}"/>
                </a:ext>
              </a:extLst>
            </p:cNvPr>
            <p:cNvSpPr txBox="1"/>
            <p:nvPr/>
          </p:nvSpPr>
          <p:spPr>
            <a:xfrm>
              <a:off x="6699627" y="4584846"/>
              <a:ext cx="2023958" cy="215444"/>
            </a:xfrm>
            <a:prstGeom prst="rect">
              <a:avLst/>
            </a:prstGeom>
            <a:noFill/>
          </p:spPr>
          <p:txBody>
            <a:bodyPr wrap="square" lIns="0" tIns="0" rIns="0" bIns="0" rtlCol="0">
              <a:spAutoFit/>
            </a:bodyPr>
            <a:lstStyle/>
            <a:p>
              <a:pPr marL="172397" lvl="1" indent="-172397" defTabSz="1316777">
                <a:buFont typeface="Wingdings" panose="05000000000000000000" pitchFamily="2" charset="2"/>
                <a:buChar char="l"/>
              </a:pPr>
              <a:r>
                <a:rPr lang="zh-CN" altLang="en-US" sz="1400" dirty="0">
                  <a:solidFill>
                    <a:schemeClr val="tx1">
                      <a:lumMod val="75000"/>
                      <a:lumOff val="25000"/>
                    </a:schemeClr>
                  </a:solidFill>
                  <a:cs typeface="+mn-ea"/>
                  <a:sym typeface="+mn-lt"/>
                </a:rPr>
                <a:t>单击添加小标题</a:t>
              </a:r>
            </a:p>
          </p:txBody>
        </p:sp>
      </p:grpSp>
      <p:grpSp>
        <p:nvGrpSpPr>
          <p:cNvPr id="24" name="组合 23">
            <a:extLst>
              <a:ext uri="{FF2B5EF4-FFF2-40B4-BE49-F238E27FC236}">
                <a16:creationId xmlns="" xmlns:a16="http://schemas.microsoft.com/office/drawing/2014/main" id="{56154C23-01B8-4077-B25D-C9756F973530}"/>
              </a:ext>
            </a:extLst>
          </p:cNvPr>
          <p:cNvGrpSpPr/>
          <p:nvPr/>
        </p:nvGrpSpPr>
        <p:grpSpPr>
          <a:xfrm>
            <a:off x="-438970" y="6307938"/>
            <a:ext cx="12867537" cy="865521"/>
            <a:chOff x="-438970" y="6307938"/>
            <a:chExt cx="12867537" cy="865521"/>
          </a:xfrm>
        </p:grpSpPr>
        <p:sp>
          <p:nvSpPr>
            <p:cNvPr id="22" name="矩形 21">
              <a:extLst>
                <a:ext uri="{FF2B5EF4-FFF2-40B4-BE49-F238E27FC236}">
                  <a16:creationId xmlns="" xmlns:a16="http://schemas.microsoft.com/office/drawing/2014/main" id="{58B0BDC2-62DD-4B5F-82B7-A51F4BBB38CF}"/>
                </a:ext>
              </a:extLst>
            </p:cNvPr>
            <p:cNvSpPr/>
            <p:nvPr/>
          </p:nvSpPr>
          <p:spPr>
            <a:xfrm>
              <a:off x="-438970" y="6307938"/>
              <a:ext cx="12867537" cy="381000"/>
            </a:xfrm>
            <a:prstGeom prst="rect">
              <a:avLst/>
            </a:prstGeom>
            <a:solidFill>
              <a:srgbClr val="566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矩形 22">
              <a:extLst>
                <a:ext uri="{FF2B5EF4-FFF2-40B4-BE49-F238E27FC236}">
                  <a16:creationId xmlns="" xmlns:a16="http://schemas.microsoft.com/office/drawing/2014/main" id="{21529B98-64C7-403D-A652-D28F48FD1D08}"/>
                </a:ext>
              </a:extLst>
            </p:cNvPr>
            <p:cNvSpPr/>
            <p:nvPr/>
          </p:nvSpPr>
          <p:spPr>
            <a:xfrm>
              <a:off x="-438970" y="6792459"/>
              <a:ext cx="12867537" cy="381000"/>
            </a:xfrm>
            <a:prstGeom prst="rect">
              <a:avLst/>
            </a:prstGeom>
            <a:solidFill>
              <a:srgbClr val="FFCA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66882038"/>
      </p:ext>
    </p:extLst>
  </p:cSld>
  <p:clrMapOvr>
    <a:masterClrMapping/>
  </p:clrMapOvr>
  <mc:AlternateContent xmlns:mc="http://schemas.openxmlformats.org/markup-compatibility/2006" xmlns:p14="http://schemas.microsoft.com/office/powerpoint/2010/main">
    <mc:Choice Requires="p14">
      <p:transition spd="slow" p14:dur="1250" advTm="2000">
        <p14:switch dir="r"/>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barn(inVertical)">
                                      <p:cBhvr>
                                        <p:cTn id="11" dur="500"/>
                                        <p:tgtEl>
                                          <p:spTgt spid="24"/>
                                        </p:tgtEl>
                                      </p:cBhvr>
                                    </p:animEffect>
                                  </p:childTnLst>
                                </p:cTn>
                              </p:par>
                            </p:childTnLst>
                          </p:cTn>
                        </p:par>
                        <p:par>
                          <p:cTn id="12" fill="hold">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fill="hold"/>
                                        <p:tgtEl>
                                          <p:spTgt spid="25"/>
                                        </p:tgtEl>
                                        <p:attrNameLst>
                                          <p:attrName>ppt_x</p:attrName>
                                        </p:attrNameLst>
                                      </p:cBhvr>
                                      <p:tavLst>
                                        <p:tav tm="0">
                                          <p:val>
                                            <p:strVal val="#ppt_x"/>
                                          </p:val>
                                        </p:tav>
                                        <p:tav tm="100000">
                                          <p:val>
                                            <p:strVal val="#ppt_x"/>
                                          </p:val>
                                        </p:tav>
                                      </p:tavLst>
                                    </p:anim>
                                    <p:anim calcmode="lin" valueType="num">
                                      <p:cBhvr additive="base">
                                        <p:cTn id="21"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 xmlns:a16="http://schemas.microsoft.com/office/drawing/2014/main" id="{B33CF0D3-C9F1-4AFA-AC6B-4CCE6F9326A9}"/>
              </a:ext>
            </a:extLst>
          </p:cNvPr>
          <p:cNvGrpSpPr/>
          <p:nvPr/>
        </p:nvGrpSpPr>
        <p:grpSpPr>
          <a:xfrm>
            <a:off x="-1036609" y="-1457037"/>
            <a:ext cx="13471490" cy="11522369"/>
            <a:chOff x="-1036609" y="-1457037"/>
            <a:chExt cx="13471490" cy="11522369"/>
          </a:xfrm>
        </p:grpSpPr>
        <p:grpSp>
          <p:nvGrpSpPr>
            <p:cNvPr id="19" name="组合 18">
              <a:extLst>
                <a:ext uri="{FF2B5EF4-FFF2-40B4-BE49-F238E27FC236}">
                  <a16:creationId xmlns="" xmlns:a16="http://schemas.microsoft.com/office/drawing/2014/main" id="{7953B904-923B-44E1-BBAA-3D68097D3D60}"/>
                </a:ext>
              </a:extLst>
            </p:cNvPr>
            <p:cNvGrpSpPr/>
            <p:nvPr/>
          </p:nvGrpSpPr>
          <p:grpSpPr>
            <a:xfrm>
              <a:off x="-1036609" y="-1457037"/>
              <a:ext cx="13471490" cy="11522369"/>
              <a:chOff x="-1036609" y="-1457037"/>
              <a:chExt cx="13471490" cy="11522369"/>
            </a:xfrm>
          </p:grpSpPr>
          <p:grpSp>
            <p:nvGrpSpPr>
              <p:cNvPr id="21" name="组合 20">
                <a:extLst>
                  <a:ext uri="{FF2B5EF4-FFF2-40B4-BE49-F238E27FC236}">
                    <a16:creationId xmlns="" xmlns:a16="http://schemas.microsoft.com/office/drawing/2014/main" id="{B69A3B95-12AF-4C91-B23F-5D0F5F1CD35B}"/>
                  </a:ext>
                </a:extLst>
              </p:cNvPr>
              <p:cNvGrpSpPr/>
              <p:nvPr/>
            </p:nvGrpSpPr>
            <p:grpSpPr>
              <a:xfrm>
                <a:off x="-1036609" y="-1457037"/>
                <a:ext cx="13417347" cy="11522369"/>
                <a:chOff x="-1036609" y="-1457037"/>
                <a:chExt cx="13417347" cy="11522369"/>
              </a:xfrm>
            </p:grpSpPr>
            <p:grpSp>
              <p:nvGrpSpPr>
                <p:cNvPr id="23" name="组合 22">
                  <a:extLst>
                    <a:ext uri="{FF2B5EF4-FFF2-40B4-BE49-F238E27FC236}">
                      <a16:creationId xmlns="" xmlns:a16="http://schemas.microsoft.com/office/drawing/2014/main" id="{03857132-2E45-4286-B47D-1C3AA83695DF}"/>
                    </a:ext>
                  </a:extLst>
                </p:cNvPr>
                <p:cNvGrpSpPr/>
                <p:nvPr/>
              </p:nvGrpSpPr>
              <p:grpSpPr>
                <a:xfrm>
                  <a:off x="-520087" y="-1457037"/>
                  <a:ext cx="12900825" cy="11522369"/>
                  <a:chOff x="-520087" y="-1457037"/>
                  <a:chExt cx="12900825" cy="11522369"/>
                </a:xfrm>
              </p:grpSpPr>
              <p:pic>
                <p:nvPicPr>
                  <p:cNvPr id="26" name="图片 25">
                    <a:extLst>
                      <a:ext uri="{FF2B5EF4-FFF2-40B4-BE49-F238E27FC236}">
                        <a16:creationId xmlns="" xmlns:a16="http://schemas.microsoft.com/office/drawing/2014/main" id="{36CB3997-67B4-42D1-96E5-1C3DDB023D34}"/>
                      </a:ext>
                    </a:extLst>
                  </p:cNvPr>
                  <p:cNvPicPr>
                    <a:picLocks noChangeAspect="1"/>
                  </p:cNvPicPr>
                  <p:nvPr/>
                </p:nvPicPr>
                <p:blipFill rotWithShape="1">
                  <a:blip r:embed="rId3">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27" name="图片 26">
                    <a:extLst>
                      <a:ext uri="{FF2B5EF4-FFF2-40B4-BE49-F238E27FC236}">
                        <a16:creationId xmlns="" xmlns:a16="http://schemas.microsoft.com/office/drawing/2014/main" id="{5CFF8EF8-E4C2-4B4D-9588-17DE133A37F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24" name="图片 23">
                  <a:extLst>
                    <a:ext uri="{FF2B5EF4-FFF2-40B4-BE49-F238E27FC236}">
                      <a16:creationId xmlns="" xmlns:a16="http://schemas.microsoft.com/office/drawing/2014/main" id="{A2C49D31-5359-4F5E-94D2-B10AA8957D5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25" name="图片 24">
                  <a:extLst>
                    <a:ext uri="{FF2B5EF4-FFF2-40B4-BE49-F238E27FC236}">
                      <a16:creationId xmlns="" xmlns:a16="http://schemas.microsoft.com/office/drawing/2014/main" id="{DA3771A3-0193-45F0-AE07-C6BDD581648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22" name="图片 21">
                <a:extLst>
                  <a:ext uri="{FF2B5EF4-FFF2-40B4-BE49-F238E27FC236}">
                    <a16:creationId xmlns="" xmlns:a16="http://schemas.microsoft.com/office/drawing/2014/main" id="{FC2C5260-9A89-42DB-8E19-A93643329B6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20" name="文本框 19">
              <a:extLst>
                <a:ext uri="{FF2B5EF4-FFF2-40B4-BE49-F238E27FC236}">
                  <a16:creationId xmlns="" xmlns:a16="http://schemas.microsoft.com/office/drawing/2014/main" id="{BE2FC174-2766-4B4C-95BF-919340CBC66D}"/>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cs typeface="+mn-ea"/>
                  <a:sym typeface="+mn-lt"/>
                </a:rPr>
                <a:t>输入标题文本</a:t>
              </a:r>
            </a:p>
          </p:txBody>
        </p:sp>
      </p:grpSp>
      <p:grpSp>
        <p:nvGrpSpPr>
          <p:cNvPr id="2" name="组合 1">
            <a:extLst>
              <a:ext uri="{FF2B5EF4-FFF2-40B4-BE49-F238E27FC236}">
                <a16:creationId xmlns="" xmlns:a16="http://schemas.microsoft.com/office/drawing/2014/main" id="{14BCBE81-57C3-4754-8A9B-4F4319B91554}"/>
              </a:ext>
            </a:extLst>
          </p:cNvPr>
          <p:cNvGrpSpPr/>
          <p:nvPr/>
        </p:nvGrpSpPr>
        <p:grpSpPr>
          <a:xfrm>
            <a:off x="3247433" y="1646818"/>
            <a:ext cx="5686557" cy="4375030"/>
            <a:chOff x="3247433" y="1646818"/>
            <a:chExt cx="5686557" cy="4375030"/>
          </a:xfrm>
        </p:grpSpPr>
        <p:sp>
          <p:nvSpPr>
            <p:cNvPr id="3" name="Shape 6891"/>
            <p:cNvSpPr/>
            <p:nvPr/>
          </p:nvSpPr>
          <p:spPr>
            <a:xfrm flipH="1">
              <a:off x="7037765" y="2836354"/>
              <a:ext cx="1362914" cy="1360979"/>
            </a:xfrm>
            <a:custGeom>
              <a:avLst/>
              <a:gdLst/>
              <a:ahLst/>
              <a:cxnLst>
                <a:cxn ang="0">
                  <a:pos x="wd2" y="hd2"/>
                </a:cxn>
                <a:cxn ang="5400000">
                  <a:pos x="wd2" y="hd2"/>
                </a:cxn>
                <a:cxn ang="10800000">
                  <a:pos x="wd2" y="hd2"/>
                </a:cxn>
                <a:cxn ang="16200000">
                  <a:pos x="wd2" y="hd2"/>
                </a:cxn>
              </a:cxnLst>
              <a:rect l="0" t="0" r="r" b="b"/>
              <a:pathLst>
                <a:path w="21600" h="21600" extrusionOk="0">
                  <a:moveTo>
                    <a:pt x="13507" y="0"/>
                  </a:moveTo>
                  <a:cubicBezTo>
                    <a:pt x="0" y="0"/>
                    <a:pt x="0" y="0"/>
                    <a:pt x="0" y="0"/>
                  </a:cubicBezTo>
                  <a:cubicBezTo>
                    <a:pt x="0" y="13507"/>
                    <a:pt x="0" y="13507"/>
                    <a:pt x="0" y="13507"/>
                  </a:cubicBezTo>
                  <a:cubicBezTo>
                    <a:pt x="0" y="17978"/>
                    <a:pt x="3622" y="21600"/>
                    <a:pt x="8112" y="21600"/>
                  </a:cubicBezTo>
                  <a:cubicBezTo>
                    <a:pt x="21600" y="21600"/>
                    <a:pt x="21600" y="21600"/>
                    <a:pt x="21600" y="21600"/>
                  </a:cubicBezTo>
                  <a:cubicBezTo>
                    <a:pt x="21600" y="8112"/>
                    <a:pt x="21600" y="8112"/>
                    <a:pt x="21600" y="8112"/>
                  </a:cubicBezTo>
                  <a:cubicBezTo>
                    <a:pt x="21600" y="3622"/>
                    <a:pt x="17978" y="0"/>
                    <a:pt x="13507" y="0"/>
                  </a:cubicBezTo>
                  <a:close/>
                </a:path>
              </a:pathLst>
            </a:custGeom>
            <a:solidFill>
              <a:srgbClr val="E0E0E0">
                <a:alpha val="15000"/>
              </a:srgbClr>
            </a:solidFill>
            <a:ln>
              <a:round/>
            </a:ln>
          </p:spPr>
          <p:txBody>
            <a:bodyPr lIns="0" tIns="0" rIns="0" bIns="0"/>
            <a:lstStyle/>
            <a:p>
              <a:pPr>
                <a:defRPr/>
              </a:pPr>
              <a:endParaRPr sz="2400" dirty="0">
                <a:solidFill>
                  <a:schemeClr val="tx1">
                    <a:lumMod val="95000"/>
                    <a:lumOff val="5000"/>
                  </a:schemeClr>
                </a:solidFill>
                <a:cs typeface="+mn-ea"/>
                <a:sym typeface="+mn-lt"/>
              </a:endParaRPr>
            </a:p>
          </p:txBody>
        </p:sp>
        <p:sp>
          <p:nvSpPr>
            <p:cNvPr id="4" name="Shape 6914"/>
            <p:cNvSpPr/>
            <p:nvPr/>
          </p:nvSpPr>
          <p:spPr bwMode="auto">
            <a:xfrm>
              <a:off x="3861167" y="1646818"/>
              <a:ext cx="2366047" cy="2150474"/>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3095" y="18391"/>
                  </a:moveTo>
                  <a:cubicBezTo>
                    <a:pt x="2131" y="18465"/>
                    <a:pt x="1144" y="18588"/>
                    <a:pt x="224" y="18761"/>
                  </a:cubicBezTo>
                  <a:cubicBezTo>
                    <a:pt x="90" y="19699"/>
                    <a:pt x="22" y="20637"/>
                    <a:pt x="0" y="21600"/>
                  </a:cubicBezTo>
                  <a:cubicBezTo>
                    <a:pt x="3701" y="21600"/>
                    <a:pt x="3701" y="21600"/>
                    <a:pt x="3701" y="21600"/>
                  </a:cubicBezTo>
                  <a:cubicBezTo>
                    <a:pt x="4060" y="20168"/>
                    <a:pt x="5249" y="19156"/>
                    <a:pt x="6639" y="19156"/>
                  </a:cubicBezTo>
                  <a:cubicBezTo>
                    <a:pt x="8030" y="19156"/>
                    <a:pt x="9219" y="20168"/>
                    <a:pt x="9600" y="21600"/>
                  </a:cubicBezTo>
                  <a:cubicBezTo>
                    <a:pt x="10273" y="21600"/>
                    <a:pt x="10273" y="21600"/>
                    <a:pt x="10273" y="21600"/>
                  </a:cubicBezTo>
                  <a:cubicBezTo>
                    <a:pt x="10295" y="20711"/>
                    <a:pt x="10430" y="19847"/>
                    <a:pt x="10654" y="18983"/>
                  </a:cubicBezTo>
                  <a:cubicBezTo>
                    <a:pt x="11125" y="17206"/>
                    <a:pt x="12045" y="15552"/>
                    <a:pt x="13279" y="14268"/>
                  </a:cubicBezTo>
                  <a:cubicBezTo>
                    <a:pt x="14467" y="12960"/>
                    <a:pt x="16015" y="12096"/>
                    <a:pt x="17675" y="11602"/>
                  </a:cubicBezTo>
                  <a:cubicBezTo>
                    <a:pt x="18258" y="11454"/>
                    <a:pt x="18841" y="11380"/>
                    <a:pt x="19447" y="11331"/>
                  </a:cubicBezTo>
                  <a:cubicBezTo>
                    <a:pt x="19447" y="9183"/>
                    <a:pt x="19447" y="9183"/>
                    <a:pt x="19447" y="9183"/>
                  </a:cubicBezTo>
                  <a:cubicBezTo>
                    <a:pt x="19828" y="9109"/>
                    <a:pt x="19828" y="9109"/>
                    <a:pt x="19828" y="9109"/>
                  </a:cubicBezTo>
                  <a:cubicBezTo>
                    <a:pt x="20860" y="8912"/>
                    <a:pt x="21600" y="7949"/>
                    <a:pt x="21600" y="6764"/>
                  </a:cubicBezTo>
                  <a:cubicBezTo>
                    <a:pt x="21600" y="5579"/>
                    <a:pt x="20860" y="4592"/>
                    <a:pt x="19828" y="4394"/>
                  </a:cubicBezTo>
                  <a:cubicBezTo>
                    <a:pt x="19447" y="4320"/>
                    <a:pt x="19447" y="4320"/>
                    <a:pt x="19447" y="4320"/>
                  </a:cubicBezTo>
                  <a:cubicBezTo>
                    <a:pt x="19447" y="0"/>
                    <a:pt x="19447" y="0"/>
                    <a:pt x="19447" y="0"/>
                  </a:cubicBezTo>
                  <a:cubicBezTo>
                    <a:pt x="18931" y="25"/>
                    <a:pt x="18437" y="49"/>
                    <a:pt x="17921" y="123"/>
                  </a:cubicBezTo>
                  <a:cubicBezTo>
                    <a:pt x="17720" y="1185"/>
                    <a:pt x="17563" y="2197"/>
                    <a:pt x="17450" y="3259"/>
                  </a:cubicBezTo>
                  <a:cubicBezTo>
                    <a:pt x="15880" y="3579"/>
                    <a:pt x="15880" y="3579"/>
                    <a:pt x="15880" y="3579"/>
                  </a:cubicBezTo>
                  <a:cubicBezTo>
                    <a:pt x="14355" y="4098"/>
                    <a:pt x="14355" y="4098"/>
                    <a:pt x="14355" y="4098"/>
                  </a:cubicBezTo>
                  <a:cubicBezTo>
                    <a:pt x="13817" y="3209"/>
                    <a:pt x="13234" y="2370"/>
                    <a:pt x="12628" y="1555"/>
                  </a:cubicBezTo>
                  <a:cubicBezTo>
                    <a:pt x="11080" y="2197"/>
                    <a:pt x="9622" y="3110"/>
                    <a:pt x="8277" y="4172"/>
                  </a:cubicBezTo>
                  <a:cubicBezTo>
                    <a:pt x="8568" y="5159"/>
                    <a:pt x="8905" y="6171"/>
                    <a:pt x="9286" y="7134"/>
                  </a:cubicBezTo>
                  <a:cubicBezTo>
                    <a:pt x="8882" y="7529"/>
                    <a:pt x="8456" y="7875"/>
                    <a:pt x="8075" y="8294"/>
                  </a:cubicBezTo>
                  <a:cubicBezTo>
                    <a:pt x="7716" y="8714"/>
                    <a:pt x="7312" y="9109"/>
                    <a:pt x="6976" y="9578"/>
                  </a:cubicBezTo>
                  <a:cubicBezTo>
                    <a:pt x="6123" y="9134"/>
                    <a:pt x="5226" y="8714"/>
                    <a:pt x="4329" y="8319"/>
                  </a:cubicBezTo>
                  <a:cubicBezTo>
                    <a:pt x="3297" y="9751"/>
                    <a:pt x="2422" y="11331"/>
                    <a:pt x="1750" y="12985"/>
                  </a:cubicBezTo>
                  <a:cubicBezTo>
                    <a:pt x="2490" y="13701"/>
                    <a:pt x="3230" y="14367"/>
                    <a:pt x="3993" y="15009"/>
                  </a:cubicBezTo>
                  <a:cubicBezTo>
                    <a:pt x="3746" y="15552"/>
                    <a:pt x="3634" y="16120"/>
                    <a:pt x="3454" y="16663"/>
                  </a:cubicBezTo>
                  <a:cubicBezTo>
                    <a:pt x="3275" y="17231"/>
                    <a:pt x="3207" y="17798"/>
                    <a:pt x="3095" y="18391"/>
                  </a:cubicBezTo>
                  <a:close/>
                </a:path>
              </a:pathLst>
            </a:custGeom>
            <a:solidFill>
              <a:schemeClr val="accent1"/>
            </a:solidFill>
            <a:ln w="12700" cmpd="sng">
              <a:noFill/>
              <a:miter lim="800000"/>
            </a:ln>
          </p:spPr>
          <p:txBody>
            <a:bodyPr lIns="121886" tIns="60942" rIns="121886" bIns="60942" anchor="ctr"/>
            <a:lstStyle/>
            <a:p>
              <a:endParaRPr lang="zh-CN" altLang="en-US" sz="2400">
                <a:solidFill>
                  <a:schemeClr val="tx1">
                    <a:lumMod val="95000"/>
                    <a:lumOff val="5000"/>
                  </a:schemeClr>
                </a:solidFill>
                <a:cs typeface="+mn-ea"/>
                <a:sym typeface="+mn-lt"/>
              </a:endParaRPr>
            </a:p>
          </p:txBody>
        </p:sp>
        <p:sp>
          <p:nvSpPr>
            <p:cNvPr id="5" name="Shape 6915"/>
            <p:cNvSpPr/>
            <p:nvPr/>
          </p:nvSpPr>
          <p:spPr bwMode="auto">
            <a:xfrm>
              <a:off x="6089653" y="1646818"/>
              <a:ext cx="2143834" cy="2387534"/>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0" y="3181"/>
                  </a:moveTo>
                  <a:cubicBezTo>
                    <a:pt x="1410" y="3559"/>
                    <a:pt x="2375" y="4738"/>
                    <a:pt x="2375" y="6095"/>
                  </a:cubicBezTo>
                  <a:cubicBezTo>
                    <a:pt x="2375" y="7452"/>
                    <a:pt x="1410" y="8609"/>
                    <a:pt x="0" y="9009"/>
                  </a:cubicBezTo>
                  <a:cubicBezTo>
                    <a:pt x="0" y="10188"/>
                    <a:pt x="0" y="10188"/>
                    <a:pt x="0" y="10188"/>
                  </a:cubicBezTo>
                  <a:cubicBezTo>
                    <a:pt x="866" y="10233"/>
                    <a:pt x="1732" y="10344"/>
                    <a:pt x="2573" y="10566"/>
                  </a:cubicBezTo>
                  <a:cubicBezTo>
                    <a:pt x="4379" y="11034"/>
                    <a:pt x="6037" y="11946"/>
                    <a:pt x="7324" y="13169"/>
                  </a:cubicBezTo>
                  <a:cubicBezTo>
                    <a:pt x="8635" y="14370"/>
                    <a:pt x="9501" y="15883"/>
                    <a:pt x="9971" y="17529"/>
                  </a:cubicBezTo>
                  <a:cubicBezTo>
                    <a:pt x="10120" y="18130"/>
                    <a:pt x="10219" y="18753"/>
                    <a:pt x="10268" y="19375"/>
                  </a:cubicBezTo>
                  <a:cubicBezTo>
                    <a:pt x="12767" y="19375"/>
                    <a:pt x="12767" y="19375"/>
                    <a:pt x="12767" y="19375"/>
                  </a:cubicBezTo>
                  <a:cubicBezTo>
                    <a:pt x="12841" y="19754"/>
                    <a:pt x="12841" y="19754"/>
                    <a:pt x="12841" y="19754"/>
                  </a:cubicBezTo>
                  <a:cubicBezTo>
                    <a:pt x="13014" y="20821"/>
                    <a:pt x="14029" y="21600"/>
                    <a:pt x="15216" y="21600"/>
                  </a:cubicBezTo>
                  <a:cubicBezTo>
                    <a:pt x="16404" y="21600"/>
                    <a:pt x="17394" y="20821"/>
                    <a:pt x="17592" y="19776"/>
                  </a:cubicBezTo>
                  <a:cubicBezTo>
                    <a:pt x="17641" y="19375"/>
                    <a:pt x="17641" y="19375"/>
                    <a:pt x="17641" y="19375"/>
                  </a:cubicBezTo>
                  <a:cubicBezTo>
                    <a:pt x="21600" y="19375"/>
                    <a:pt x="21600" y="19375"/>
                    <a:pt x="21600" y="19375"/>
                  </a:cubicBezTo>
                  <a:cubicBezTo>
                    <a:pt x="21600" y="18842"/>
                    <a:pt x="21551" y="18308"/>
                    <a:pt x="21476" y="17774"/>
                  </a:cubicBezTo>
                  <a:cubicBezTo>
                    <a:pt x="20437" y="17596"/>
                    <a:pt x="19423" y="17418"/>
                    <a:pt x="18359" y="17307"/>
                  </a:cubicBezTo>
                  <a:cubicBezTo>
                    <a:pt x="18012" y="15750"/>
                    <a:pt x="18012" y="15750"/>
                    <a:pt x="18012" y="15750"/>
                  </a:cubicBezTo>
                  <a:cubicBezTo>
                    <a:pt x="17518" y="14237"/>
                    <a:pt x="17518" y="14237"/>
                    <a:pt x="17518" y="14237"/>
                  </a:cubicBezTo>
                  <a:cubicBezTo>
                    <a:pt x="18408" y="13703"/>
                    <a:pt x="19225" y="13125"/>
                    <a:pt x="20066" y="12524"/>
                  </a:cubicBezTo>
                  <a:cubicBezTo>
                    <a:pt x="19423" y="10989"/>
                    <a:pt x="18482" y="9543"/>
                    <a:pt x="17443" y="8208"/>
                  </a:cubicBezTo>
                  <a:cubicBezTo>
                    <a:pt x="16429" y="8498"/>
                    <a:pt x="15414" y="8854"/>
                    <a:pt x="14449" y="9209"/>
                  </a:cubicBezTo>
                  <a:cubicBezTo>
                    <a:pt x="14078" y="8809"/>
                    <a:pt x="13732" y="8386"/>
                    <a:pt x="13287" y="8008"/>
                  </a:cubicBezTo>
                  <a:cubicBezTo>
                    <a:pt x="12866" y="7652"/>
                    <a:pt x="12470" y="7252"/>
                    <a:pt x="12000" y="6918"/>
                  </a:cubicBezTo>
                  <a:cubicBezTo>
                    <a:pt x="12470" y="6073"/>
                    <a:pt x="12891" y="5183"/>
                    <a:pt x="13262" y="4293"/>
                  </a:cubicBezTo>
                  <a:cubicBezTo>
                    <a:pt x="11827" y="3270"/>
                    <a:pt x="10268" y="2402"/>
                    <a:pt x="8586" y="1735"/>
                  </a:cubicBezTo>
                  <a:cubicBezTo>
                    <a:pt x="7868" y="2469"/>
                    <a:pt x="7200" y="3203"/>
                    <a:pt x="6581" y="3960"/>
                  </a:cubicBezTo>
                  <a:cubicBezTo>
                    <a:pt x="6037" y="3737"/>
                    <a:pt x="5468" y="3604"/>
                    <a:pt x="4899" y="3426"/>
                  </a:cubicBezTo>
                  <a:cubicBezTo>
                    <a:pt x="4355" y="3270"/>
                    <a:pt x="3761" y="3181"/>
                    <a:pt x="3192" y="3070"/>
                  </a:cubicBezTo>
                  <a:cubicBezTo>
                    <a:pt x="3093" y="2113"/>
                    <a:pt x="2994" y="1135"/>
                    <a:pt x="2796" y="200"/>
                  </a:cubicBezTo>
                  <a:cubicBezTo>
                    <a:pt x="1880" y="111"/>
                    <a:pt x="940" y="22"/>
                    <a:pt x="0" y="0"/>
                  </a:cubicBezTo>
                  <a:lnTo>
                    <a:pt x="0" y="3181"/>
                  </a:lnTo>
                  <a:close/>
                </a:path>
              </a:pathLst>
            </a:custGeom>
            <a:solidFill>
              <a:schemeClr val="accent2"/>
            </a:solidFill>
            <a:ln w="12700" cmpd="sng">
              <a:noFill/>
              <a:miter lim="800000"/>
            </a:ln>
          </p:spPr>
          <p:txBody>
            <a:bodyPr lIns="121886" tIns="60942" rIns="121886" bIns="60942" anchor="ctr"/>
            <a:lstStyle/>
            <a:p>
              <a:endParaRPr lang="zh-CN" altLang="en-US" sz="2400">
                <a:solidFill>
                  <a:schemeClr val="tx1">
                    <a:lumMod val="95000"/>
                    <a:lumOff val="5000"/>
                  </a:schemeClr>
                </a:solidFill>
                <a:cs typeface="+mn-ea"/>
                <a:sym typeface="+mn-lt"/>
              </a:endParaRPr>
            </a:p>
          </p:txBody>
        </p:sp>
        <p:sp>
          <p:nvSpPr>
            <p:cNvPr id="7" name="Shape 6916"/>
            <p:cNvSpPr/>
            <p:nvPr/>
          </p:nvSpPr>
          <p:spPr bwMode="auto">
            <a:xfrm>
              <a:off x="3861166" y="3653361"/>
              <a:ext cx="2131138" cy="236848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21600" y="18530"/>
                  </a:moveTo>
                  <a:cubicBezTo>
                    <a:pt x="20205" y="18127"/>
                    <a:pt x="19233" y="16984"/>
                    <a:pt x="19233" y="15595"/>
                  </a:cubicBezTo>
                  <a:cubicBezTo>
                    <a:pt x="19233" y="14228"/>
                    <a:pt x="20205" y="13063"/>
                    <a:pt x="21600" y="12682"/>
                  </a:cubicBezTo>
                  <a:cubicBezTo>
                    <a:pt x="21600" y="11338"/>
                    <a:pt x="21600" y="11338"/>
                    <a:pt x="21600" y="11338"/>
                  </a:cubicBezTo>
                  <a:cubicBezTo>
                    <a:pt x="20778" y="11293"/>
                    <a:pt x="19956" y="11181"/>
                    <a:pt x="19158" y="10957"/>
                  </a:cubicBezTo>
                  <a:cubicBezTo>
                    <a:pt x="17365" y="10486"/>
                    <a:pt x="15696" y="9590"/>
                    <a:pt x="14400" y="8358"/>
                  </a:cubicBezTo>
                  <a:cubicBezTo>
                    <a:pt x="13080" y="7148"/>
                    <a:pt x="12208" y="5602"/>
                    <a:pt x="11709" y="3966"/>
                  </a:cubicBezTo>
                  <a:cubicBezTo>
                    <a:pt x="11560" y="3383"/>
                    <a:pt x="11485" y="2801"/>
                    <a:pt x="11435" y="2218"/>
                  </a:cubicBezTo>
                  <a:cubicBezTo>
                    <a:pt x="9841" y="2218"/>
                    <a:pt x="9841" y="2218"/>
                    <a:pt x="9841" y="2218"/>
                  </a:cubicBezTo>
                  <a:cubicBezTo>
                    <a:pt x="9766" y="1837"/>
                    <a:pt x="9766" y="1837"/>
                    <a:pt x="9766" y="1837"/>
                  </a:cubicBezTo>
                  <a:cubicBezTo>
                    <a:pt x="9592" y="784"/>
                    <a:pt x="8570" y="0"/>
                    <a:pt x="7374" y="0"/>
                  </a:cubicBezTo>
                  <a:cubicBezTo>
                    <a:pt x="6179" y="0"/>
                    <a:pt x="5182" y="784"/>
                    <a:pt x="4983" y="1837"/>
                  </a:cubicBezTo>
                  <a:cubicBezTo>
                    <a:pt x="4933" y="2218"/>
                    <a:pt x="4933" y="2218"/>
                    <a:pt x="4933" y="2218"/>
                  </a:cubicBezTo>
                  <a:cubicBezTo>
                    <a:pt x="0" y="2218"/>
                    <a:pt x="0" y="2218"/>
                    <a:pt x="0" y="2218"/>
                  </a:cubicBezTo>
                  <a:cubicBezTo>
                    <a:pt x="25" y="2711"/>
                    <a:pt x="75" y="3204"/>
                    <a:pt x="125" y="3697"/>
                  </a:cubicBezTo>
                  <a:cubicBezTo>
                    <a:pt x="1196" y="3899"/>
                    <a:pt x="2217" y="4056"/>
                    <a:pt x="3289" y="4168"/>
                  </a:cubicBezTo>
                  <a:cubicBezTo>
                    <a:pt x="3612" y="5736"/>
                    <a:pt x="3612" y="5736"/>
                    <a:pt x="3612" y="5736"/>
                  </a:cubicBezTo>
                  <a:cubicBezTo>
                    <a:pt x="4111" y="7260"/>
                    <a:pt x="4111" y="7260"/>
                    <a:pt x="4111" y="7260"/>
                  </a:cubicBezTo>
                  <a:cubicBezTo>
                    <a:pt x="3239" y="7820"/>
                    <a:pt x="2392" y="8380"/>
                    <a:pt x="1570" y="8985"/>
                  </a:cubicBezTo>
                  <a:cubicBezTo>
                    <a:pt x="2217" y="10554"/>
                    <a:pt x="3139" y="11988"/>
                    <a:pt x="4210" y="13354"/>
                  </a:cubicBezTo>
                  <a:cubicBezTo>
                    <a:pt x="5207" y="13063"/>
                    <a:pt x="6228" y="12705"/>
                    <a:pt x="7200" y="12324"/>
                  </a:cubicBezTo>
                  <a:cubicBezTo>
                    <a:pt x="7599" y="12727"/>
                    <a:pt x="7947" y="13175"/>
                    <a:pt x="8371" y="13534"/>
                  </a:cubicBezTo>
                  <a:cubicBezTo>
                    <a:pt x="8794" y="13915"/>
                    <a:pt x="9193" y="14318"/>
                    <a:pt x="9666" y="14632"/>
                  </a:cubicBezTo>
                  <a:cubicBezTo>
                    <a:pt x="9218" y="15505"/>
                    <a:pt x="8794" y="16379"/>
                    <a:pt x="8421" y="17298"/>
                  </a:cubicBezTo>
                  <a:cubicBezTo>
                    <a:pt x="9841" y="18329"/>
                    <a:pt x="11435" y="19180"/>
                    <a:pt x="13104" y="19852"/>
                  </a:cubicBezTo>
                  <a:cubicBezTo>
                    <a:pt x="13827" y="19135"/>
                    <a:pt x="14500" y="18396"/>
                    <a:pt x="15147" y="17634"/>
                  </a:cubicBezTo>
                  <a:cubicBezTo>
                    <a:pt x="15671" y="17858"/>
                    <a:pt x="16269" y="17970"/>
                    <a:pt x="16817" y="18149"/>
                  </a:cubicBezTo>
                  <a:cubicBezTo>
                    <a:pt x="17390" y="18329"/>
                    <a:pt x="17963" y="18418"/>
                    <a:pt x="18561" y="18530"/>
                  </a:cubicBezTo>
                  <a:cubicBezTo>
                    <a:pt x="18635" y="19494"/>
                    <a:pt x="18760" y="20457"/>
                    <a:pt x="18934" y="21398"/>
                  </a:cubicBezTo>
                  <a:cubicBezTo>
                    <a:pt x="19806" y="21510"/>
                    <a:pt x="20703" y="21578"/>
                    <a:pt x="21600" y="21600"/>
                  </a:cubicBezTo>
                  <a:lnTo>
                    <a:pt x="21600" y="18530"/>
                  </a:lnTo>
                  <a:close/>
                </a:path>
              </a:pathLst>
            </a:custGeom>
            <a:solidFill>
              <a:schemeClr val="accent4"/>
            </a:solidFill>
            <a:ln w="12700" cmpd="sng">
              <a:noFill/>
              <a:miter lim="800000"/>
            </a:ln>
          </p:spPr>
          <p:txBody>
            <a:bodyPr lIns="121886" tIns="60942" rIns="121886" bIns="60942" anchor="ctr"/>
            <a:lstStyle/>
            <a:p>
              <a:endParaRPr lang="zh-CN" altLang="en-US" sz="2400">
                <a:solidFill>
                  <a:schemeClr val="tx1">
                    <a:lumMod val="95000"/>
                    <a:lumOff val="5000"/>
                  </a:schemeClr>
                </a:solidFill>
                <a:cs typeface="+mn-ea"/>
                <a:sym typeface="+mn-lt"/>
              </a:endParaRPr>
            </a:p>
          </p:txBody>
        </p:sp>
        <p:sp>
          <p:nvSpPr>
            <p:cNvPr id="8" name="Shape 6917"/>
            <p:cNvSpPr/>
            <p:nvPr/>
          </p:nvSpPr>
          <p:spPr bwMode="auto">
            <a:xfrm>
              <a:off x="5852627" y="3886188"/>
              <a:ext cx="2380862" cy="213565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5898240 60000 65536"/>
                <a:gd name="T10" fmla="*/ 11796480 60000 65536"/>
                <a:gd name="T11" fmla="*/ 1769472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extrusionOk="0">
                  <a:moveTo>
                    <a:pt x="18546" y="3107"/>
                  </a:moveTo>
                  <a:cubicBezTo>
                    <a:pt x="19482" y="3008"/>
                    <a:pt x="20463" y="2908"/>
                    <a:pt x="21399" y="2734"/>
                  </a:cubicBezTo>
                  <a:cubicBezTo>
                    <a:pt x="21511" y="1814"/>
                    <a:pt x="21578" y="920"/>
                    <a:pt x="21600" y="0"/>
                  </a:cubicBezTo>
                  <a:cubicBezTo>
                    <a:pt x="18769" y="0"/>
                    <a:pt x="18769" y="0"/>
                    <a:pt x="18769" y="0"/>
                  </a:cubicBezTo>
                  <a:cubicBezTo>
                    <a:pt x="18412" y="1491"/>
                    <a:pt x="17231" y="2461"/>
                    <a:pt x="15849" y="2461"/>
                  </a:cubicBezTo>
                  <a:cubicBezTo>
                    <a:pt x="14467" y="2461"/>
                    <a:pt x="13285" y="1491"/>
                    <a:pt x="12907" y="0"/>
                  </a:cubicBezTo>
                  <a:cubicBezTo>
                    <a:pt x="11391" y="0"/>
                    <a:pt x="11391" y="0"/>
                    <a:pt x="11391" y="0"/>
                  </a:cubicBezTo>
                  <a:cubicBezTo>
                    <a:pt x="11346" y="845"/>
                    <a:pt x="11235" y="1665"/>
                    <a:pt x="11012" y="2486"/>
                  </a:cubicBezTo>
                  <a:cubicBezTo>
                    <a:pt x="10544" y="4300"/>
                    <a:pt x="9630" y="5941"/>
                    <a:pt x="8426" y="7258"/>
                  </a:cubicBezTo>
                  <a:cubicBezTo>
                    <a:pt x="7222" y="8575"/>
                    <a:pt x="5684" y="9445"/>
                    <a:pt x="4057" y="9942"/>
                  </a:cubicBezTo>
                  <a:cubicBezTo>
                    <a:pt x="3433" y="10092"/>
                    <a:pt x="2786" y="10191"/>
                    <a:pt x="2140" y="10216"/>
                  </a:cubicBezTo>
                  <a:cubicBezTo>
                    <a:pt x="2140" y="12503"/>
                    <a:pt x="2140" y="12503"/>
                    <a:pt x="2140" y="12503"/>
                  </a:cubicBezTo>
                  <a:cubicBezTo>
                    <a:pt x="1761" y="12577"/>
                    <a:pt x="1761" y="12577"/>
                    <a:pt x="1761" y="12577"/>
                  </a:cubicBezTo>
                  <a:cubicBezTo>
                    <a:pt x="736" y="12801"/>
                    <a:pt x="0" y="13770"/>
                    <a:pt x="0" y="14939"/>
                  </a:cubicBezTo>
                  <a:cubicBezTo>
                    <a:pt x="0" y="16132"/>
                    <a:pt x="736" y="17101"/>
                    <a:pt x="1761" y="17325"/>
                  </a:cubicBezTo>
                  <a:cubicBezTo>
                    <a:pt x="2140" y="17399"/>
                    <a:pt x="2140" y="17399"/>
                    <a:pt x="2140" y="17399"/>
                  </a:cubicBezTo>
                  <a:cubicBezTo>
                    <a:pt x="2140" y="21600"/>
                    <a:pt x="2140" y="21600"/>
                    <a:pt x="2140" y="21600"/>
                  </a:cubicBezTo>
                  <a:cubicBezTo>
                    <a:pt x="2697" y="21600"/>
                    <a:pt x="3254" y="21550"/>
                    <a:pt x="3789" y="21476"/>
                  </a:cubicBezTo>
                  <a:cubicBezTo>
                    <a:pt x="3990" y="20432"/>
                    <a:pt x="4146" y="19413"/>
                    <a:pt x="4258" y="18344"/>
                  </a:cubicBezTo>
                  <a:cubicBezTo>
                    <a:pt x="5818" y="18021"/>
                    <a:pt x="5818" y="18021"/>
                    <a:pt x="5818" y="18021"/>
                  </a:cubicBezTo>
                  <a:cubicBezTo>
                    <a:pt x="7356" y="17499"/>
                    <a:pt x="7356" y="17499"/>
                    <a:pt x="7356" y="17499"/>
                  </a:cubicBezTo>
                  <a:cubicBezTo>
                    <a:pt x="7891" y="18394"/>
                    <a:pt x="8448" y="19214"/>
                    <a:pt x="9050" y="20059"/>
                  </a:cubicBezTo>
                  <a:cubicBezTo>
                    <a:pt x="10611" y="19413"/>
                    <a:pt x="12037" y="18468"/>
                    <a:pt x="13397" y="17424"/>
                  </a:cubicBezTo>
                  <a:cubicBezTo>
                    <a:pt x="13107" y="16405"/>
                    <a:pt x="12750" y="15386"/>
                    <a:pt x="12372" y="14417"/>
                  </a:cubicBezTo>
                  <a:cubicBezTo>
                    <a:pt x="12773" y="14044"/>
                    <a:pt x="13219" y="13696"/>
                    <a:pt x="13575" y="13248"/>
                  </a:cubicBezTo>
                  <a:cubicBezTo>
                    <a:pt x="13954" y="12826"/>
                    <a:pt x="14355" y="12453"/>
                    <a:pt x="14667" y="11981"/>
                  </a:cubicBezTo>
                  <a:cubicBezTo>
                    <a:pt x="15515" y="12428"/>
                    <a:pt x="16406" y="12826"/>
                    <a:pt x="17320" y="13223"/>
                  </a:cubicBezTo>
                  <a:cubicBezTo>
                    <a:pt x="18346" y="11782"/>
                    <a:pt x="19193" y="10216"/>
                    <a:pt x="19861" y="8526"/>
                  </a:cubicBezTo>
                  <a:cubicBezTo>
                    <a:pt x="19148" y="7805"/>
                    <a:pt x="18412" y="7134"/>
                    <a:pt x="17654" y="6512"/>
                  </a:cubicBezTo>
                  <a:cubicBezTo>
                    <a:pt x="17877" y="5965"/>
                    <a:pt x="17989" y="5394"/>
                    <a:pt x="18167" y="4822"/>
                  </a:cubicBezTo>
                  <a:cubicBezTo>
                    <a:pt x="18346" y="4275"/>
                    <a:pt x="18412" y="3679"/>
                    <a:pt x="18546" y="3107"/>
                  </a:cubicBezTo>
                  <a:close/>
                </a:path>
              </a:pathLst>
            </a:custGeom>
            <a:solidFill>
              <a:schemeClr val="accent3"/>
            </a:solidFill>
            <a:ln w="12700" cmpd="sng">
              <a:noFill/>
              <a:miter lim="800000"/>
            </a:ln>
          </p:spPr>
          <p:txBody>
            <a:bodyPr lIns="121886" tIns="60942" rIns="121886" bIns="60942" anchor="ctr"/>
            <a:lstStyle/>
            <a:p>
              <a:endParaRPr lang="zh-CN" altLang="en-US" sz="2400">
                <a:solidFill>
                  <a:schemeClr val="tx1">
                    <a:lumMod val="95000"/>
                    <a:lumOff val="5000"/>
                  </a:schemeClr>
                </a:solidFill>
                <a:cs typeface="+mn-ea"/>
                <a:sym typeface="+mn-lt"/>
              </a:endParaRPr>
            </a:p>
          </p:txBody>
        </p:sp>
        <p:sp>
          <p:nvSpPr>
            <p:cNvPr id="9" name="Shape 6926"/>
            <p:cNvSpPr/>
            <p:nvPr/>
          </p:nvSpPr>
          <p:spPr>
            <a:xfrm>
              <a:off x="3247433" y="2156923"/>
              <a:ext cx="1274026" cy="6349"/>
            </a:xfrm>
            <a:prstGeom prst="line">
              <a:avLst/>
            </a:prstGeom>
            <a:ln w="6350">
              <a:solidFill>
                <a:schemeClr val="bg1">
                  <a:lumMod val="65000"/>
                </a:schemeClr>
              </a:solidFill>
              <a:prstDash val="dash"/>
              <a:miter lim="400000"/>
              <a:headEnd type="triangle"/>
            </a:ln>
          </p:spPr>
          <p:txBody>
            <a:bodyPr lIns="0" tIns="0" rIns="0" bIns="0"/>
            <a:lstStyle/>
            <a:p>
              <a:pPr defTabSz="575912">
                <a:defRPr sz="1200">
                  <a:uFillTx/>
                  <a:latin typeface="Helvetica"/>
                  <a:ea typeface="Helvetica"/>
                  <a:cs typeface="Helvetica"/>
                  <a:sym typeface="Helvetica"/>
                </a:defRPr>
              </a:pPr>
              <a:endParaRPr sz="1600" dirty="0">
                <a:solidFill>
                  <a:schemeClr val="tx1">
                    <a:lumMod val="95000"/>
                    <a:lumOff val="5000"/>
                  </a:schemeClr>
                </a:solidFill>
                <a:cs typeface="+mn-ea"/>
                <a:sym typeface="+mn-lt"/>
              </a:endParaRPr>
            </a:p>
          </p:txBody>
        </p:sp>
        <p:sp>
          <p:nvSpPr>
            <p:cNvPr id="10" name="Shape 6927"/>
            <p:cNvSpPr/>
            <p:nvPr/>
          </p:nvSpPr>
          <p:spPr>
            <a:xfrm>
              <a:off x="3247434" y="4438624"/>
              <a:ext cx="698385" cy="0"/>
            </a:xfrm>
            <a:prstGeom prst="line">
              <a:avLst/>
            </a:prstGeom>
            <a:ln w="6350">
              <a:solidFill>
                <a:schemeClr val="bg1">
                  <a:lumMod val="65000"/>
                </a:schemeClr>
              </a:solidFill>
              <a:prstDash val="dash"/>
              <a:miter lim="400000"/>
              <a:headEnd type="triangle"/>
            </a:ln>
          </p:spPr>
          <p:txBody>
            <a:bodyPr lIns="0" tIns="0" rIns="0" bIns="0"/>
            <a:lstStyle/>
            <a:p>
              <a:pPr defTabSz="575912">
                <a:defRPr sz="1200">
                  <a:uFillTx/>
                  <a:latin typeface="Helvetica"/>
                  <a:ea typeface="Helvetica"/>
                  <a:cs typeface="Helvetica"/>
                  <a:sym typeface="Helvetica"/>
                </a:defRPr>
              </a:pPr>
              <a:endParaRPr sz="1600" dirty="0">
                <a:solidFill>
                  <a:schemeClr val="tx1">
                    <a:lumMod val="95000"/>
                    <a:lumOff val="5000"/>
                  </a:schemeClr>
                </a:solidFill>
                <a:cs typeface="+mn-ea"/>
                <a:sym typeface="+mn-lt"/>
              </a:endParaRPr>
            </a:p>
          </p:txBody>
        </p:sp>
        <p:sp>
          <p:nvSpPr>
            <p:cNvPr id="11" name="Shape 6928"/>
            <p:cNvSpPr/>
            <p:nvPr/>
          </p:nvSpPr>
          <p:spPr>
            <a:xfrm flipH="1">
              <a:off x="7761547" y="2156918"/>
              <a:ext cx="1172443" cy="0"/>
            </a:xfrm>
            <a:prstGeom prst="line">
              <a:avLst/>
            </a:prstGeom>
            <a:ln w="6350">
              <a:solidFill>
                <a:schemeClr val="bg1">
                  <a:lumMod val="65000"/>
                </a:schemeClr>
              </a:solidFill>
              <a:prstDash val="dash"/>
              <a:miter lim="400000"/>
              <a:headEnd type="triangle"/>
            </a:ln>
          </p:spPr>
          <p:txBody>
            <a:bodyPr lIns="0" tIns="0" rIns="0" bIns="0"/>
            <a:lstStyle/>
            <a:p>
              <a:pPr defTabSz="575912">
                <a:defRPr sz="1200">
                  <a:uFillTx/>
                  <a:latin typeface="Helvetica"/>
                  <a:ea typeface="Helvetica"/>
                  <a:cs typeface="Helvetica"/>
                  <a:sym typeface="Helvetica"/>
                </a:defRPr>
              </a:pPr>
              <a:endParaRPr sz="1600" dirty="0">
                <a:solidFill>
                  <a:schemeClr val="tx1">
                    <a:lumMod val="95000"/>
                    <a:lumOff val="5000"/>
                  </a:schemeClr>
                </a:solidFill>
                <a:cs typeface="+mn-ea"/>
                <a:sym typeface="+mn-lt"/>
              </a:endParaRPr>
            </a:p>
          </p:txBody>
        </p:sp>
        <p:sp>
          <p:nvSpPr>
            <p:cNvPr id="12" name="Shape 6929"/>
            <p:cNvSpPr/>
            <p:nvPr/>
          </p:nvSpPr>
          <p:spPr>
            <a:xfrm flipH="1">
              <a:off x="7966830" y="4438624"/>
              <a:ext cx="967160" cy="0"/>
            </a:xfrm>
            <a:prstGeom prst="line">
              <a:avLst/>
            </a:prstGeom>
            <a:ln w="6350">
              <a:solidFill>
                <a:schemeClr val="bg1">
                  <a:lumMod val="65000"/>
                </a:schemeClr>
              </a:solidFill>
              <a:prstDash val="dash"/>
              <a:miter lim="400000"/>
              <a:headEnd type="triangle"/>
            </a:ln>
          </p:spPr>
          <p:txBody>
            <a:bodyPr lIns="0" tIns="0" rIns="0" bIns="0"/>
            <a:lstStyle/>
            <a:p>
              <a:pPr defTabSz="575912">
                <a:defRPr sz="1200">
                  <a:uFillTx/>
                  <a:latin typeface="Helvetica"/>
                  <a:ea typeface="Helvetica"/>
                  <a:cs typeface="Helvetica"/>
                  <a:sym typeface="Helvetica"/>
                </a:defRPr>
              </a:pPr>
              <a:endParaRPr sz="1600" dirty="0">
                <a:solidFill>
                  <a:schemeClr val="tx1">
                    <a:lumMod val="95000"/>
                    <a:lumOff val="5000"/>
                  </a:schemeClr>
                </a:solidFill>
                <a:cs typeface="+mn-ea"/>
                <a:sym typeface="+mn-lt"/>
              </a:endParaRPr>
            </a:p>
          </p:txBody>
        </p:sp>
        <p:sp>
          <p:nvSpPr>
            <p:cNvPr id="13" name="Freeform 41"/>
            <p:cNvSpPr>
              <a:spLocks noEditPoints="1"/>
            </p:cNvSpPr>
            <p:nvPr/>
          </p:nvSpPr>
          <p:spPr bwMode="auto">
            <a:xfrm>
              <a:off x="5414548" y="3266024"/>
              <a:ext cx="1155513" cy="1051954"/>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accent1"/>
            </a:solidFill>
            <a:ln w="9525">
              <a:noFill/>
              <a:round/>
            </a:ln>
          </p:spPr>
          <p:txBody>
            <a:bodyPr lIns="121886" tIns="60942" rIns="121886" bIns="60942"/>
            <a:lstStyle/>
            <a:p>
              <a:pPr>
                <a:defRPr/>
              </a:pPr>
              <a:endParaRPr lang="en-US" sz="2400" kern="0" dirty="0">
                <a:solidFill>
                  <a:schemeClr val="tx1">
                    <a:lumMod val="95000"/>
                    <a:lumOff val="5000"/>
                  </a:schemeClr>
                </a:solidFill>
                <a:cs typeface="+mn-ea"/>
                <a:sym typeface="+mn-lt"/>
              </a:endParaRPr>
            </a:p>
          </p:txBody>
        </p:sp>
      </p:grpSp>
      <p:grpSp>
        <p:nvGrpSpPr>
          <p:cNvPr id="6" name="组合 5">
            <a:extLst>
              <a:ext uri="{FF2B5EF4-FFF2-40B4-BE49-F238E27FC236}">
                <a16:creationId xmlns="" xmlns:a16="http://schemas.microsoft.com/office/drawing/2014/main" id="{4DF8091A-E708-4D30-A9DF-BDF584AA7F6C}"/>
              </a:ext>
            </a:extLst>
          </p:cNvPr>
          <p:cNvGrpSpPr/>
          <p:nvPr/>
        </p:nvGrpSpPr>
        <p:grpSpPr>
          <a:xfrm>
            <a:off x="540658" y="1701848"/>
            <a:ext cx="11123389" cy="3934779"/>
            <a:chOff x="540658" y="1701848"/>
            <a:chExt cx="11123389" cy="3934779"/>
          </a:xfrm>
        </p:grpSpPr>
        <p:sp>
          <p:nvSpPr>
            <p:cNvPr id="14" name="Content Placeholder 2"/>
            <p:cNvSpPr txBox="1"/>
            <p:nvPr/>
          </p:nvSpPr>
          <p:spPr>
            <a:xfrm>
              <a:off x="582981" y="1701848"/>
              <a:ext cx="2632706" cy="1625556"/>
            </a:xfrm>
            <a:prstGeom prst="rect">
              <a:avLst/>
            </a:prstGeom>
          </p:spPr>
          <p:txBody>
            <a:bodyPr lIns="121886" tIns="60942" rIns="121886" bIns="60942"/>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fontAlgn="auto">
                <a:defRPr/>
              </a:pPr>
              <a:r>
                <a:rPr lang="zh-CN" altLang="en-US" sz="2000" b="1" dirty="0">
                  <a:solidFill>
                    <a:schemeClr val="tx1">
                      <a:lumMod val="95000"/>
                      <a:lumOff val="5000"/>
                    </a:schemeClr>
                  </a:solidFill>
                  <a:cs typeface="+mn-ea"/>
                  <a:sym typeface="+mn-lt"/>
                </a:rPr>
                <a:t>输入标题</a:t>
              </a:r>
              <a:endParaRPr lang="id-ID" sz="2000" b="1" dirty="0">
                <a:solidFill>
                  <a:schemeClr val="tx1">
                    <a:lumMod val="95000"/>
                    <a:lumOff val="5000"/>
                  </a:schemeClr>
                </a:solidFill>
                <a:cs typeface="+mn-ea"/>
                <a:sym typeface="+mn-lt"/>
              </a:endParaRPr>
            </a:p>
            <a:p>
              <a:pPr>
                <a:spcBef>
                  <a:spcPts val="790"/>
                </a:spcBef>
              </a:pPr>
              <a:r>
                <a:rPr lang="zh-CN" altLang="en-US" sz="1400" dirty="0">
                  <a:solidFill>
                    <a:schemeClr val="bg2">
                      <a:lumMod val="25000"/>
                    </a:schemeClr>
                  </a:solidFill>
                  <a:cs typeface="+mn-ea"/>
                  <a:sym typeface="+mn-lt"/>
                </a:rPr>
                <a:t>输入替换内容文本文字</a:t>
              </a:r>
              <a:endParaRPr lang="en-US" altLang="zh-CN" sz="1400" dirty="0">
                <a:solidFill>
                  <a:schemeClr val="bg2">
                    <a:lumMod val="25000"/>
                  </a:schemeClr>
                </a:solidFill>
                <a:cs typeface="+mn-ea"/>
                <a:sym typeface="+mn-lt"/>
              </a:endParaRPr>
            </a:p>
            <a:p>
              <a:pPr>
                <a:spcBef>
                  <a:spcPts val="790"/>
                </a:spcBef>
              </a:pPr>
              <a:r>
                <a:rPr lang="zh-CN" altLang="en-US" sz="1400" dirty="0">
                  <a:solidFill>
                    <a:schemeClr val="bg2">
                      <a:lumMod val="25000"/>
                    </a:schemeClr>
                  </a:solidFill>
                  <a:cs typeface="+mn-ea"/>
                  <a:sym typeface="+mn-lt"/>
                </a:rPr>
                <a:t>输入替换内容文本文字</a:t>
              </a:r>
              <a:endParaRPr lang="en-US" altLang="zh-CN" sz="1400" dirty="0">
                <a:solidFill>
                  <a:schemeClr val="bg2">
                    <a:lumMod val="25000"/>
                  </a:schemeClr>
                </a:solidFill>
                <a:cs typeface="+mn-ea"/>
                <a:sym typeface="+mn-lt"/>
              </a:endParaRPr>
            </a:p>
          </p:txBody>
        </p:sp>
        <p:sp>
          <p:nvSpPr>
            <p:cNvPr id="15" name="Content Placeholder 2"/>
            <p:cNvSpPr txBox="1"/>
            <p:nvPr/>
          </p:nvSpPr>
          <p:spPr>
            <a:xfrm>
              <a:off x="540658" y="4008955"/>
              <a:ext cx="2634820" cy="1627672"/>
            </a:xfrm>
            <a:prstGeom prst="rect">
              <a:avLst/>
            </a:prstGeom>
          </p:spPr>
          <p:txBody>
            <a:bodyPr lIns="121886" tIns="60942" rIns="121886" bIns="60942"/>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fontAlgn="auto">
                <a:defRPr/>
              </a:pPr>
              <a:r>
                <a:rPr lang="zh-CN" altLang="en-US" sz="2000" b="1" dirty="0">
                  <a:solidFill>
                    <a:schemeClr val="tx1">
                      <a:lumMod val="95000"/>
                      <a:lumOff val="5000"/>
                    </a:schemeClr>
                  </a:solidFill>
                  <a:cs typeface="+mn-ea"/>
                  <a:sym typeface="+mn-lt"/>
                </a:rPr>
                <a:t>输入标题</a:t>
              </a:r>
              <a:endParaRPr lang="en-US" altLang="zh-CN" sz="2000" b="1" dirty="0">
                <a:solidFill>
                  <a:schemeClr val="tx1">
                    <a:lumMod val="95000"/>
                    <a:lumOff val="5000"/>
                  </a:schemeClr>
                </a:solidFill>
                <a:cs typeface="+mn-ea"/>
                <a:sym typeface="+mn-lt"/>
              </a:endParaRPr>
            </a:p>
            <a:p>
              <a:pPr>
                <a:spcBef>
                  <a:spcPts val="790"/>
                </a:spcBef>
              </a:pPr>
              <a:r>
                <a:rPr lang="zh-CN" altLang="en-US" sz="1400" dirty="0">
                  <a:solidFill>
                    <a:schemeClr val="bg2">
                      <a:lumMod val="25000"/>
                    </a:schemeClr>
                  </a:solidFill>
                  <a:cs typeface="+mn-ea"/>
                  <a:sym typeface="+mn-lt"/>
                </a:rPr>
                <a:t>输入替换内容文本文字</a:t>
              </a:r>
              <a:endParaRPr lang="en-US" altLang="zh-CN" sz="1400" dirty="0">
                <a:solidFill>
                  <a:schemeClr val="bg2">
                    <a:lumMod val="25000"/>
                  </a:schemeClr>
                </a:solidFill>
                <a:cs typeface="+mn-ea"/>
                <a:sym typeface="+mn-lt"/>
              </a:endParaRPr>
            </a:p>
            <a:p>
              <a:pPr>
                <a:spcBef>
                  <a:spcPts val="790"/>
                </a:spcBef>
              </a:pPr>
              <a:r>
                <a:rPr lang="zh-CN" altLang="en-US" sz="1400" dirty="0">
                  <a:solidFill>
                    <a:schemeClr val="bg2">
                      <a:lumMod val="25000"/>
                    </a:schemeClr>
                  </a:solidFill>
                  <a:cs typeface="+mn-ea"/>
                  <a:sym typeface="+mn-lt"/>
                </a:rPr>
                <a:t>输入替换内容文本文字</a:t>
              </a:r>
              <a:endParaRPr lang="en-US" altLang="zh-CN" sz="1400" dirty="0">
                <a:solidFill>
                  <a:schemeClr val="bg2">
                    <a:lumMod val="25000"/>
                  </a:schemeClr>
                </a:solidFill>
                <a:cs typeface="+mn-ea"/>
                <a:sym typeface="+mn-lt"/>
              </a:endParaRPr>
            </a:p>
          </p:txBody>
        </p:sp>
        <p:sp>
          <p:nvSpPr>
            <p:cNvPr id="16" name="Content Placeholder 2"/>
            <p:cNvSpPr txBox="1"/>
            <p:nvPr/>
          </p:nvSpPr>
          <p:spPr>
            <a:xfrm>
              <a:off x="9031341" y="1714548"/>
              <a:ext cx="2632706" cy="1627672"/>
            </a:xfrm>
            <a:prstGeom prst="rect">
              <a:avLst/>
            </a:prstGeom>
          </p:spPr>
          <p:txBody>
            <a:bodyPr lIns="121886" tIns="60942" rIns="121886" bIns="60942"/>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fontAlgn="auto">
                <a:defRPr/>
              </a:pPr>
              <a:r>
                <a:rPr lang="zh-CN" altLang="en-US" sz="2000" b="1" dirty="0">
                  <a:solidFill>
                    <a:schemeClr val="tx1">
                      <a:lumMod val="95000"/>
                      <a:lumOff val="5000"/>
                    </a:schemeClr>
                  </a:solidFill>
                  <a:cs typeface="+mn-ea"/>
                  <a:sym typeface="+mn-lt"/>
                </a:rPr>
                <a:t>输入标题</a:t>
              </a:r>
              <a:endParaRPr lang="id-ID" sz="2000" b="1" dirty="0">
                <a:solidFill>
                  <a:schemeClr val="tx1">
                    <a:lumMod val="95000"/>
                    <a:lumOff val="5000"/>
                  </a:schemeClr>
                </a:solidFill>
                <a:cs typeface="+mn-ea"/>
                <a:sym typeface="+mn-lt"/>
              </a:endParaRPr>
            </a:p>
            <a:p>
              <a:pPr algn="l">
                <a:spcBef>
                  <a:spcPts val="790"/>
                </a:spcBef>
              </a:pPr>
              <a:r>
                <a:rPr lang="zh-CN" altLang="en-US" sz="1400" dirty="0">
                  <a:solidFill>
                    <a:schemeClr val="bg2">
                      <a:lumMod val="25000"/>
                    </a:schemeClr>
                  </a:solidFill>
                  <a:cs typeface="+mn-ea"/>
                  <a:sym typeface="+mn-lt"/>
                </a:rPr>
                <a:t>输入替换内容文本文字</a:t>
              </a:r>
              <a:endParaRPr lang="en-US" altLang="zh-CN" sz="1400" dirty="0">
                <a:solidFill>
                  <a:schemeClr val="bg2">
                    <a:lumMod val="25000"/>
                  </a:schemeClr>
                </a:solidFill>
                <a:cs typeface="+mn-ea"/>
                <a:sym typeface="+mn-lt"/>
              </a:endParaRPr>
            </a:p>
            <a:p>
              <a:pPr algn="l">
                <a:spcBef>
                  <a:spcPts val="790"/>
                </a:spcBef>
              </a:pPr>
              <a:r>
                <a:rPr lang="zh-CN" altLang="en-US" sz="1400" dirty="0">
                  <a:solidFill>
                    <a:schemeClr val="bg2">
                      <a:lumMod val="25000"/>
                    </a:schemeClr>
                  </a:solidFill>
                  <a:cs typeface="+mn-ea"/>
                  <a:sym typeface="+mn-lt"/>
                </a:rPr>
                <a:t>输入替换内容文本文字</a:t>
              </a:r>
              <a:endParaRPr lang="en-US" altLang="zh-CN" sz="1400" dirty="0">
                <a:solidFill>
                  <a:schemeClr val="bg2">
                    <a:lumMod val="25000"/>
                  </a:schemeClr>
                </a:solidFill>
                <a:cs typeface="+mn-ea"/>
                <a:sym typeface="+mn-lt"/>
              </a:endParaRPr>
            </a:p>
          </p:txBody>
        </p:sp>
        <p:sp>
          <p:nvSpPr>
            <p:cNvPr id="17" name="Content Placeholder 2"/>
            <p:cNvSpPr txBox="1"/>
            <p:nvPr/>
          </p:nvSpPr>
          <p:spPr>
            <a:xfrm>
              <a:off x="9031341" y="4006835"/>
              <a:ext cx="2632706" cy="1625556"/>
            </a:xfrm>
            <a:prstGeom prst="rect">
              <a:avLst/>
            </a:prstGeom>
          </p:spPr>
          <p:txBody>
            <a:bodyPr lIns="121886" tIns="60942" rIns="121886" bIns="60942"/>
            <a:lstStyle>
              <a:lvl1pPr marL="0" indent="0" algn="r" defTabSz="457200" rtl="0" eaLnBrk="1" latinLnBrk="0" hangingPunct="1">
                <a:spcBef>
                  <a:spcPct val="20000"/>
                </a:spcBef>
                <a:spcAft>
                  <a:spcPts val="600"/>
                </a:spcAft>
                <a:buClr>
                  <a:schemeClr val="accent1">
                    <a:lumMod val="75000"/>
                  </a:schemeClr>
                </a:buClr>
                <a:buSzPct val="145000"/>
                <a:buFont typeface="Arial" panose="020B0604020202020204"/>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panose="020B0604020202020204"/>
                <a:buNone/>
                <a:defRPr sz="1400" kern="1200" cap="none">
                  <a:solidFill>
                    <a:schemeClr val="tx1">
                      <a:tint val="75000"/>
                    </a:schemeClr>
                  </a:solidFill>
                  <a:effectLst/>
                  <a:latin typeface="+mn-lt"/>
                  <a:ea typeface="+mn-ea"/>
                  <a:cs typeface="+mn-cs"/>
                </a:defRPr>
              </a:lvl9pPr>
            </a:lstStyle>
            <a:p>
              <a:pPr algn="l" fontAlgn="auto">
                <a:defRPr/>
              </a:pPr>
              <a:r>
                <a:rPr lang="zh-CN" altLang="en-US" sz="2000" b="1" dirty="0">
                  <a:solidFill>
                    <a:schemeClr val="tx1">
                      <a:lumMod val="95000"/>
                      <a:lumOff val="5000"/>
                    </a:schemeClr>
                  </a:solidFill>
                  <a:cs typeface="+mn-ea"/>
                  <a:sym typeface="+mn-lt"/>
                </a:rPr>
                <a:t>输入标题</a:t>
              </a:r>
              <a:endParaRPr lang="en-US" altLang="zh-CN" sz="2000" b="1" dirty="0">
                <a:solidFill>
                  <a:schemeClr val="tx1">
                    <a:lumMod val="95000"/>
                    <a:lumOff val="5000"/>
                  </a:schemeClr>
                </a:solidFill>
                <a:cs typeface="+mn-ea"/>
                <a:sym typeface="+mn-lt"/>
              </a:endParaRPr>
            </a:p>
            <a:p>
              <a:pPr algn="l">
                <a:spcBef>
                  <a:spcPts val="790"/>
                </a:spcBef>
              </a:pPr>
              <a:r>
                <a:rPr lang="zh-CN" altLang="en-US" sz="1400" dirty="0">
                  <a:solidFill>
                    <a:schemeClr val="bg2">
                      <a:lumMod val="25000"/>
                    </a:schemeClr>
                  </a:solidFill>
                  <a:cs typeface="+mn-ea"/>
                  <a:sym typeface="+mn-lt"/>
                </a:rPr>
                <a:t>输入替换内容文本文字</a:t>
              </a:r>
              <a:endParaRPr lang="en-US" altLang="zh-CN" sz="1400" dirty="0">
                <a:solidFill>
                  <a:schemeClr val="bg2">
                    <a:lumMod val="25000"/>
                  </a:schemeClr>
                </a:solidFill>
                <a:cs typeface="+mn-ea"/>
                <a:sym typeface="+mn-lt"/>
              </a:endParaRPr>
            </a:p>
            <a:p>
              <a:pPr algn="l">
                <a:spcBef>
                  <a:spcPts val="790"/>
                </a:spcBef>
              </a:pPr>
              <a:r>
                <a:rPr lang="zh-CN" altLang="en-US" sz="1400" dirty="0">
                  <a:solidFill>
                    <a:schemeClr val="bg2">
                      <a:lumMod val="25000"/>
                    </a:schemeClr>
                  </a:solidFill>
                  <a:cs typeface="+mn-ea"/>
                  <a:sym typeface="+mn-lt"/>
                </a:rPr>
                <a:t>输入替换内容文本文字</a:t>
              </a:r>
              <a:endParaRPr lang="en-US" altLang="zh-CN" sz="1400" dirty="0">
                <a:solidFill>
                  <a:schemeClr val="bg2">
                    <a:lumMod val="25000"/>
                  </a:schemeClr>
                </a:solidFill>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 xmlns:a16="http://schemas.microsoft.com/office/drawing/2014/main" id="{7E292A84-087D-40E8-A29E-B290D71469B5}"/>
              </a:ext>
            </a:extLst>
          </p:cNvPr>
          <p:cNvGrpSpPr/>
          <p:nvPr/>
        </p:nvGrpSpPr>
        <p:grpSpPr>
          <a:xfrm>
            <a:off x="-1036609" y="-1457037"/>
            <a:ext cx="13471490" cy="11522369"/>
            <a:chOff x="-1036609" y="-1457037"/>
            <a:chExt cx="13471490" cy="11522369"/>
          </a:xfrm>
        </p:grpSpPr>
        <p:grpSp>
          <p:nvGrpSpPr>
            <p:cNvPr id="20" name="组合 19">
              <a:extLst>
                <a:ext uri="{FF2B5EF4-FFF2-40B4-BE49-F238E27FC236}">
                  <a16:creationId xmlns="" xmlns:a16="http://schemas.microsoft.com/office/drawing/2014/main" id="{C9E47C18-8639-4D13-BA0E-352D80A640A4}"/>
                </a:ext>
              </a:extLst>
            </p:cNvPr>
            <p:cNvGrpSpPr/>
            <p:nvPr/>
          </p:nvGrpSpPr>
          <p:grpSpPr>
            <a:xfrm>
              <a:off x="-1036609" y="-1457037"/>
              <a:ext cx="13471490" cy="11522369"/>
              <a:chOff x="-1036609" y="-1457037"/>
              <a:chExt cx="13471490" cy="11522369"/>
            </a:xfrm>
          </p:grpSpPr>
          <p:grpSp>
            <p:nvGrpSpPr>
              <p:cNvPr id="23" name="组合 22">
                <a:extLst>
                  <a:ext uri="{FF2B5EF4-FFF2-40B4-BE49-F238E27FC236}">
                    <a16:creationId xmlns="" xmlns:a16="http://schemas.microsoft.com/office/drawing/2014/main" id="{74C30B8D-0049-42C9-AD20-E19EA7376332}"/>
                  </a:ext>
                </a:extLst>
              </p:cNvPr>
              <p:cNvGrpSpPr/>
              <p:nvPr/>
            </p:nvGrpSpPr>
            <p:grpSpPr>
              <a:xfrm>
                <a:off x="-1036609" y="-1457037"/>
                <a:ext cx="13417347" cy="11522369"/>
                <a:chOff x="-1036609" y="-1457037"/>
                <a:chExt cx="13417347" cy="11522369"/>
              </a:xfrm>
            </p:grpSpPr>
            <p:grpSp>
              <p:nvGrpSpPr>
                <p:cNvPr id="25" name="组合 24">
                  <a:extLst>
                    <a:ext uri="{FF2B5EF4-FFF2-40B4-BE49-F238E27FC236}">
                      <a16:creationId xmlns="" xmlns:a16="http://schemas.microsoft.com/office/drawing/2014/main" id="{486B604A-6B9A-4AB4-B12B-500C89C70D9C}"/>
                    </a:ext>
                  </a:extLst>
                </p:cNvPr>
                <p:cNvGrpSpPr/>
                <p:nvPr/>
              </p:nvGrpSpPr>
              <p:grpSpPr>
                <a:xfrm>
                  <a:off x="-520087" y="-1457037"/>
                  <a:ext cx="12900825" cy="11522369"/>
                  <a:chOff x="-520087" y="-1457037"/>
                  <a:chExt cx="12900825" cy="11522369"/>
                </a:xfrm>
              </p:grpSpPr>
              <p:pic>
                <p:nvPicPr>
                  <p:cNvPr id="28" name="图片 27">
                    <a:extLst>
                      <a:ext uri="{FF2B5EF4-FFF2-40B4-BE49-F238E27FC236}">
                        <a16:creationId xmlns="" xmlns:a16="http://schemas.microsoft.com/office/drawing/2014/main" id="{59F0A996-90E5-4957-81E9-728A61D0E714}"/>
                      </a:ext>
                    </a:extLst>
                  </p:cNvPr>
                  <p:cNvPicPr>
                    <a:picLocks noChangeAspect="1"/>
                  </p:cNvPicPr>
                  <p:nvPr/>
                </p:nvPicPr>
                <p:blipFill rotWithShape="1">
                  <a:blip r:embed="rId3">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29" name="图片 28">
                    <a:extLst>
                      <a:ext uri="{FF2B5EF4-FFF2-40B4-BE49-F238E27FC236}">
                        <a16:creationId xmlns="" xmlns:a16="http://schemas.microsoft.com/office/drawing/2014/main" id="{070C9FA9-226E-4E04-BE3E-4982FEF85CD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26" name="图片 25">
                  <a:extLst>
                    <a:ext uri="{FF2B5EF4-FFF2-40B4-BE49-F238E27FC236}">
                      <a16:creationId xmlns="" xmlns:a16="http://schemas.microsoft.com/office/drawing/2014/main" id="{0C668CCC-6A4E-4CF3-BB1E-FD1EF85A1F2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27" name="图片 26">
                  <a:extLst>
                    <a:ext uri="{FF2B5EF4-FFF2-40B4-BE49-F238E27FC236}">
                      <a16:creationId xmlns="" xmlns:a16="http://schemas.microsoft.com/office/drawing/2014/main" id="{263166BC-CC65-4BEC-86A3-D64279C22CA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24" name="图片 23">
                <a:extLst>
                  <a:ext uri="{FF2B5EF4-FFF2-40B4-BE49-F238E27FC236}">
                    <a16:creationId xmlns="" xmlns:a16="http://schemas.microsoft.com/office/drawing/2014/main" id="{96A667F3-3DD2-4AFF-BD59-A1CCB5C7565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22" name="文本框 21">
              <a:extLst>
                <a:ext uri="{FF2B5EF4-FFF2-40B4-BE49-F238E27FC236}">
                  <a16:creationId xmlns="" xmlns:a16="http://schemas.microsoft.com/office/drawing/2014/main" id="{D576E346-3509-469B-9EFF-C21328F9E5CB}"/>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cs typeface="+mn-ea"/>
                  <a:sym typeface="+mn-lt"/>
                </a:rPr>
                <a:t>输入标题文本</a:t>
              </a:r>
            </a:p>
          </p:txBody>
        </p:sp>
      </p:grpSp>
      <p:grpSp>
        <p:nvGrpSpPr>
          <p:cNvPr id="2" name="组合 1">
            <a:extLst>
              <a:ext uri="{FF2B5EF4-FFF2-40B4-BE49-F238E27FC236}">
                <a16:creationId xmlns="" xmlns:a16="http://schemas.microsoft.com/office/drawing/2014/main" id="{A1E6FB6D-71FD-414C-B1CA-85660E656895}"/>
              </a:ext>
            </a:extLst>
          </p:cNvPr>
          <p:cNvGrpSpPr/>
          <p:nvPr/>
        </p:nvGrpSpPr>
        <p:grpSpPr>
          <a:xfrm>
            <a:off x="169" y="1868922"/>
            <a:ext cx="5954442" cy="3806440"/>
            <a:chOff x="169" y="1868922"/>
            <a:chExt cx="5954442" cy="3806440"/>
          </a:xfrm>
        </p:grpSpPr>
        <p:cxnSp>
          <p:nvCxnSpPr>
            <p:cNvPr id="5" name="直接连接符 4"/>
            <p:cNvCxnSpPr/>
            <p:nvPr/>
          </p:nvCxnSpPr>
          <p:spPr>
            <a:xfrm>
              <a:off x="169" y="2634963"/>
              <a:ext cx="4165485"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六边形 7"/>
            <p:cNvSpPr/>
            <p:nvPr/>
          </p:nvSpPr>
          <p:spPr>
            <a:xfrm rot="16200000">
              <a:off x="1711692" y="2322205"/>
              <a:ext cx="742441" cy="640035"/>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21">
                <a:cs typeface="+mn-ea"/>
                <a:sym typeface="+mn-lt"/>
              </a:endParaRPr>
            </a:p>
          </p:txBody>
        </p:sp>
        <p:sp>
          <p:nvSpPr>
            <p:cNvPr id="9" name="六边形 8"/>
            <p:cNvSpPr/>
            <p:nvPr/>
          </p:nvSpPr>
          <p:spPr>
            <a:xfrm rot="16200000">
              <a:off x="4059994" y="1974582"/>
              <a:ext cx="1532085" cy="1320765"/>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21">
                <a:cs typeface="+mn-ea"/>
                <a:sym typeface="+mn-lt"/>
              </a:endParaRPr>
            </a:p>
          </p:txBody>
        </p:sp>
        <p:sp>
          <p:nvSpPr>
            <p:cNvPr id="12" name="矩形 11"/>
            <p:cNvSpPr/>
            <p:nvPr/>
          </p:nvSpPr>
          <p:spPr>
            <a:xfrm>
              <a:off x="970423" y="4282417"/>
              <a:ext cx="2257998" cy="1351460"/>
            </a:xfrm>
            <a:prstGeom prst="rect">
              <a:avLst/>
            </a:prstGeom>
          </p:spPr>
          <p:txBody>
            <a:bodyPr wrap="square">
              <a:spAutoFit/>
            </a:bodyPr>
            <a:lstStyle/>
            <a:p>
              <a:pPr>
                <a:lnSpc>
                  <a:spcPct val="150000"/>
                </a:lnSpc>
              </a:pPr>
              <a:r>
                <a:rPr lang="zh-CN" altLang="en-US" sz="1400" dirty="0">
                  <a:solidFill>
                    <a:schemeClr val="tx1">
                      <a:lumMod val="95000"/>
                      <a:lumOff val="5000"/>
                    </a:schemeClr>
                  </a:solidFill>
                  <a:cs typeface="+mn-ea"/>
                  <a:sym typeface="+mn-lt"/>
                </a:rPr>
                <a:t>输入替换内容文本文字输入替换输入替换输入替换输入替换内容文本文字输入替换输入替换输入替换</a:t>
              </a:r>
              <a:endParaRPr lang="en-US" altLang="zh-CN" sz="1400" dirty="0">
                <a:solidFill>
                  <a:schemeClr val="tx1">
                    <a:lumMod val="95000"/>
                    <a:lumOff val="5000"/>
                  </a:schemeClr>
                </a:solidFill>
                <a:cs typeface="+mn-ea"/>
                <a:sym typeface="+mn-lt"/>
              </a:endParaRPr>
            </a:p>
          </p:txBody>
        </p:sp>
        <p:sp>
          <p:nvSpPr>
            <p:cNvPr id="13" name="Freeform 103"/>
            <p:cNvSpPr>
              <a:spLocks noEditPoints="1"/>
            </p:cNvSpPr>
            <p:nvPr/>
          </p:nvSpPr>
          <p:spPr bwMode="auto">
            <a:xfrm>
              <a:off x="1931136" y="2493071"/>
              <a:ext cx="301273" cy="283788"/>
            </a:xfrm>
            <a:custGeom>
              <a:avLst/>
              <a:gdLst>
                <a:gd name="T0" fmla="*/ 126 w 132"/>
                <a:gd name="T1" fmla="*/ 80 h 124"/>
                <a:gd name="T2" fmla="*/ 121 w 132"/>
                <a:gd name="T3" fmla="*/ 70 h 124"/>
                <a:gd name="T4" fmla="*/ 118 w 132"/>
                <a:gd name="T5" fmla="*/ 43 h 124"/>
                <a:gd name="T6" fmla="*/ 34 w 132"/>
                <a:gd name="T7" fmla="*/ 25 h 124"/>
                <a:gd name="T8" fmla="*/ 11 w 132"/>
                <a:gd name="T9" fmla="*/ 69 h 124"/>
                <a:gd name="T10" fmla="*/ 10 w 132"/>
                <a:gd name="T11" fmla="*/ 79 h 124"/>
                <a:gd name="T12" fmla="*/ 0 w 132"/>
                <a:gd name="T13" fmla="*/ 74 h 124"/>
                <a:gd name="T14" fmla="*/ 9 w 132"/>
                <a:gd name="T15" fmla="*/ 42 h 124"/>
                <a:gd name="T16" fmla="*/ 99 w 132"/>
                <a:gd name="T17" fmla="*/ 19 h 124"/>
                <a:gd name="T18" fmla="*/ 128 w 132"/>
                <a:gd name="T19" fmla="*/ 68 h 124"/>
                <a:gd name="T20" fmla="*/ 31 w 132"/>
                <a:gd name="T21" fmla="*/ 17 h 124"/>
                <a:gd name="T22" fmla="*/ 36 w 132"/>
                <a:gd name="T23" fmla="*/ 12 h 124"/>
                <a:gd name="T24" fmla="*/ 38 w 132"/>
                <a:gd name="T25" fmla="*/ 12 h 124"/>
                <a:gd name="T26" fmla="*/ 48 w 132"/>
                <a:gd name="T27" fmla="*/ 1 h 124"/>
                <a:gd name="T28" fmla="*/ 53 w 132"/>
                <a:gd name="T29" fmla="*/ 4 h 124"/>
                <a:gd name="T30" fmla="*/ 42 w 132"/>
                <a:gd name="T31" fmla="*/ 15 h 124"/>
                <a:gd name="T32" fmla="*/ 40 w 132"/>
                <a:gd name="T33" fmla="*/ 15 h 124"/>
                <a:gd name="T34" fmla="*/ 40 w 132"/>
                <a:gd name="T35" fmla="*/ 17 h 124"/>
                <a:gd name="T36" fmla="*/ 42 w 132"/>
                <a:gd name="T37" fmla="*/ 10 h 124"/>
                <a:gd name="T38" fmla="*/ 44 w 132"/>
                <a:gd name="T39" fmla="*/ 11 h 124"/>
                <a:gd name="T40" fmla="*/ 50 w 132"/>
                <a:gd name="T41" fmla="*/ 5 h 124"/>
                <a:gd name="T42" fmla="*/ 48 w 132"/>
                <a:gd name="T43" fmla="*/ 3 h 124"/>
                <a:gd name="T44" fmla="*/ 42 w 132"/>
                <a:gd name="T45" fmla="*/ 10 h 124"/>
                <a:gd name="T46" fmla="*/ 109 w 132"/>
                <a:gd name="T47" fmla="*/ 124 h 124"/>
                <a:gd name="T48" fmla="*/ 9 w 132"/>
                <a:gd name="T49" fmla="*/ 104 h 124"/>
                <a:gd name="T50" fmla="*/ 117 w 132"/>
                <a:gd name="T51" fmla="*/ 51 h 124"/>
                <a:gd name="T52" fmla="*/ 75 w 132"/>
                <a:gd name="T53" fmla="*/ 88 h 124"/>
                <a:gd name="T54" fmla="*/ 73 w 132"/>
                <a:gd name="T55" fmla="*/ 83 h 124"/>
                <a:gd name="T56" fmla="*/ 69 w 132"/>
                <a:gd name="T57" fmla="*/ 78 h 124"/>
                <a:gd name="T58" fmla="*/ 65 w 132"/>
                <a:gd name="T59" fmla="*/ 74 h 124"/>
                <a:gd name="T60" fmla="*/ 68 w 132"/>
                <a:gd name="T61" fmla="*/ 71 h 124"/>
                <a:gd name="T62" fmla="*/ 74 w 132"/>
                <a:gd name="T63" fmla="*/ 64 h 124"/>
                <a:gd name="T64" fmla="*/ 68 w 132"/>
                <a:gd name="T65" fmla="*/ 57 h 124"/>
                <a:gd name="T66" fmla="*/ 63 w 132"/>
                <a:gd name="T67" fmla="*/ 62 h 124"/>
                <a:gd name="T68" fmla="*/ 56 w 132"/>
                <a:gd name="T69" fmla="*/ 80 h 124"/>
                <a:gd name="T70" fmla="*/ 62 w 132"/>
                <a:gd name="T71" fmla="*/ 86 h 124"/>
                <a:gd name="T72" fmla="*/ 61 w 132"/>
                <a:gd name="T73" fmla="*/ 92 h 124"/>
                <a:gd name="T74" fmla="*/ 55 w 132"/>
                <a:gd name="T75" fmla="*/ 99 h 124"/>
                <a:gd name="T76" fmla="*/ 58 w 132"/>
                <a:gd name="T77" fmla="*/ 100 h 124"/>
                <a:gd name="T78" fmla="*/ 63 w 132"/>
                <a:gd name="T79" fmla="*/ 106 h 124"/>
                <a:gd name="T80" fmla="*/ 67 w 132"/>
                <a:gd name="T81" fmla="*/ 100 h 124"/>
                <a:gd name="T82" fmla="*/ 94 w 132"/>
                <a:gd name="T83" fmla="*/ 30 h 124"/>
                <a:gd name="T84" fmla="*/ 19 w 132"/>
                <a:gd name="T85" fmla="*/ 45 h 124"/>
                <a:gd name="T86" fmla="*/ 114 w 132"/>
                <a:gd name="T87" fmla="*/ 46 h 124"/>
                <a:gd name="T88" fmla="*/ 94 w 132"/>
                <a:gd name="T89" fmla="*/ 3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2" h="124">
                  <a:moveTo>
                    <a:pt x="132" y="74"/>
                  </a:moveTo>
                  <a:cubicBezTo>
                    <a:pt x="132" y="77"/>
                    <a:pt x="129" y="80"/>
                    <a:pt x="126" y="80"/>
                  </a:cubicBezTo>
                  <a:cubicBezTo>
                    <a:pt x="125" y="80"/>
                    <a:pt x="124" y="80"/>
                    <a:pt x="123" y="79"/>
                  </a:cubicBezTo>
                  <a:cubicBezTo>
                    <a:pt x="121" y="70"/>
                    <a:pt x="121" y="70"/>
                    <a:pt x="121" y="70"/>
                  </a:cubicBezTo>
                  <a:cubicBezTo>
                    <a:pt x="121" y="69"/>
                    <a:pt x="122" y="69"/>
                    <a:pt x="122" y="69"/>
                  </a:cubicBezTo>
                  <a:cubicBezTo>
                    <a:pt x="118" y="43"/>
                    <a:pt x="118" y="43"/>
                    <a:pt x="118" y="43"/>
                  </a:cubicBezTo>
                  <a:cubicBezTo>
                    <a:pt x="117" y="34"/>
                    <a:pt x="108" y="25"/>
                    <a:pt x="99" y="25"/>
                  </a:cubicBezTo>
                  <a:cubicBezTo>
                    <a:pt x="34" y="25"/>
                    <a:pt x="34" y="25"/>
                    <a:pt x="34" y="25"/>
                  </a:cubicBezTo>
                  <a:cubicBezTo>
                    <a:pt x="25" y="25"/>
                    <a:pt x="16" y="34"/>
                    <a:pt x="15" y="43"/>
                  </a:cubicBezTo>
                  <a:cubicBezTo>
                    <a:pt x="11" y="69"/>
                    <a:pt x="11" y="69"/>
                    <a:pt x="11" y="69"/>
                  </a:cubicBezTo>
                  <a:cubicBezTo>
                    <a:pt x="11" y="70"/>
                    <a:pt x="11" y="70"/>
                    <a:pt x="11" y="70"/>
                  </a:cubicBezTo>
                  <a:cubicBezTo>
                    <a:pt x="10" y="79"/>
                    <a:pt x="10" y="79"/>
                    <a:pt x="10" y="79"/>
                  </a:cubicBezTo>
                  <a:cubicBezTo>
                    <a:pt x="9" y="80"/>
                    <a:pt x="8" y="80"/>
                    <a:pt x="7" y="80"/>
                  </a:cubicBezTo>
                  <a:cubicBezTo>
                    <a:pt x="3" y="80"/>
                    <a:pt x="0" y="77"/>
                    <a:pt x="0" y="74"/>
                  </a:cubicBezTo>
                  <a:cubicBezTo>
                    <a:pt x="0" y="71"/>
                    <a:pt x="2" y="68"/>
                    <a:pt x="5" y="68"/>
                  </a:cubicBezTo>
                  <a:cubicBezTo>
                    <a:pt x="9" y="42"/>
                    <a:pt x="9" y="42"/>
                    <a:pt x="9" y="42"/>
                  </a:cubicBezTo>
                  <a:cubicBezTo>
                    <a:pt x="10" y="30"/>
                    <a:pt x="22" y="19"/>
                    <a:pt x="34" y="19"/>
                  </a:cubicBezTo>
                  <a:cubicBezTo>
                    <a:pt x="99" y="19"/>
                    <a:pt x="99" y="19"/>
                    <a:pt x="99" y="19"/>
                  </a:cubicBezTo>
                  <a:cubicBezTo>
                    <a:pt x="111" y="19"/>
                    <a:pt x="122" y="30"/>
                    <a:pt x="124" y="42"/>
                  </a:cubicBezTo>
                  <a:cubicBezTo>
                    <a:pt x="128" y="68"/>
                    <a:pt x="128" y="68"/>
                    <a:pt x="128" y="68"/>
                  </a:cubicBezTo>
                  <a:cubicBezTo>
                    <a:pt x="130" y="69"/>
                    <a:pt x="132" y="71"/>
                    <a:pt x="132" y="74"/>
                  </a:cubicBezTo>
                  <a:close/>
                  <a:moveTo>
                    <a:pt x="31" y="17"/>
                  </a:moveTo>
                  <a:cubicBezTo>
                    <a:pt x="31" y="17"/>
                    <a:pt x="31" y="17"/>
                    <a:pt x="31" y="17"/>
                  </a:cubicBezTo>
                  <a:cubicBezTo>
                    <a:pt x="31" y="14"/>
                    <a:pt x="33" y="12"/>
                    <a:pt x="36" y="12"/>
                  </a:cubicBezTo>
                  <a:cubicBezTo>
                    <a:pt x="37" y="12"/>
                    <a:pt x="38" y="13"/>
                    <a:pt x="38" y="13"/>
                  </a:cubicBezTo>
                  <a:cubicBezTo>
                    <a:pt x="38" y="12"/>
                    <a:pt x="38" y="12"/>
                    <a:pt x="38" y="12"/>
                  </a:cubicBezTo>
                  <a:cubicBezTo>
                    <a:pt x="37" y="11"/>
                    <a:pt x="37" y="10"/>
                    <a:pt x="38" y="10"/>
                  </a:cubicBezTo>
                  <a:cubicBezTo>
                    <a:pt x="48" y="1"/>
                    <a:pt x="48" y="1"/>
                    <a:pt x="48" y="1"/>
                  </a:cubicBezTo>
                  <a:cubicBezTo>
                    <a:pt x="49" y="0"/>
                    <a:pt x="50" y="0"/>
                    <a:pt x="51" y="1"/>
                  </a:cubicBezTo>
                  <a:cubicBezTo>
                    <a:pt x="53" y="4"/>
                    <a:pt x="53" y="4"/>
                    <a:pt x="53" y="4"/>
                  </a:cubicBezTo>
                  <a:cubicBezTo>
                    <a:pt x="54" y="5"/>
                    <a:pt x="54" y="6"/>
                    <a:pt x="53" y="6"/>
                  </a:cubicBezTo>
                  <a:cubicBezTo>
                    <a:pt x="42" y="15"/>
                    <a:pt x="42" y="15"/>
                    <a:pt x="42" y="15"/>
                  </a:cubicBezTo>
                  <a:cubicBezTo>
                    <a:pt x="42" y="16"/>
                    <a:pt x="41" y="16"/>
                    <a:pt x="40" y="15"/>
                  </a:cubicBezTo>
                  <a:cubicBezTo>
                    <a:pt x="40" y="15"/>
                    <a:pt x="40" y="15"/>
                    <a:pt x="40" y="15"/>
                  </a:cubicBezTo>
                  <a:cubicBezTo>
                    <a:pt x="40" y="15"/>
                    <a:pt x="40" y="16"/>
                    <a:pt x="40" y="17"/>
                  </a:cubicBezTo>
                  <a:cubicBezTo>
                    <a:pt x="40" y="17"/>
                    <a:pt x="40" y="17"/>
                    <a:pt x="40" y="17"/>
                  </a:cubicBezTo>
                  <a:lnTo>
                    <a:pt x="31" y="17"/>
                  </a:lnTo>
                  <a:close/>
                  <a:moveTo>
                    <a:pt x="42" y="10"/>
                  </a:moveTo>
                  <a:cubicBezTo>
                    <a:pt x="42" y="11"/>
                    <a:pt x="42" y="11"/>
                    <a:pt x="42" y="11"/>
                  </a:cubicBezTo>
                  <a:cubicBezTo>
                    <a:pt x="43" y="12"/>
                    <a:pt x="43" y="12"/>
                    <a:pt x="44" y="11"/>
                  </a:cubicBezTo>
                  <a:cubicBezTo>
                    <a:pt x="50" y="6"/>
                    <a:pt x="50" y="6"/>
                    <a:pt x="50" y="6"/>
                  </a:cubicBezTo>
                  <a:cubicBezTo>
                    <a:pt x="51" y="5"/>
                    <a:pt x="51" y="5"/>
                    <a:pt x="50" y="5"/>
                  </a:cubicBezTo>
                  <a:cubicBezTo>
                    <a:pt x="50" y="4"/>
                    <a:pt x="50" y="4"/>
                    <a:pt x="50" y="4"/>
                  </a:cubicBezTo>
                  <a:cubicBezTo>
                    <a:pt x="49" y="3"/>
                    <a:pt x="49" y="3"/>
                    <a:pt x="48" y="3"/>
                  </a:cubicBezTo>
                  <a:cubicBezTo>
                    <a:pt x="42" y="9"/>
                    <a:pt x="42" y="9"/>
                    <a:pt x="42" y="9"/>
                  </a:cubicBezTo>
                  <a:cubicBezTo>
                    <a:pt x="41" y="9"/>
                    <a:pt x="41" y="10"/>
                    <a:pt x="42" y="10"/>
                  </a:cubicBezTo>
                  <a:close/>
                  <a:moveTo>
                    <a:pt x="124" y="104"/>
                  </a:moveTo>
                  <a:cubicBezTo>
                    <a:pt x="126" y="115"/>
                    <a:pt x="119" y="124"/>
                    <a:pt x="109" y="124"/>
                  </a:cubicBezTo>
                  <a:cubicBezTo>
                    <a:pt x="23" y="124"/>
                    <a:pt x="23" y="124"/>
                    <a:pt x="23" y="124"/>
                  </a:cubicBezTo>
                  <a:cubicBezTo>
                    <a:pt x="14" y="124"/>
                    <a:pt x="7" y="115"/>
                    <a:pt x="9" y="104"/>
                  </a:cubicBezTo>
                  <a:cubicBezTo>
                    <a:pt x="16" y="51"/>
                    <a:pt x="16" y="51"/>
                    <a:pt x="16" y="51"/>
                  </a:cubicBezTo>
                  <a:cubicBezTo>
                    <a:pt x="117" y="51"/>
                    <a:pt x="117" y="51"/>
                    <a:pt x="117" y="51"/>
                  </a:cubicBezTo>
                  <a:lnTo>
                    <a:pt x="124" y="104"/>
                  </a:lnTo>
                  <a:close/>
                  <a:moveTo>
                    <a:pt x="75" y="88"/>
                  </a:moveTo>
                  <a:cubicBezTo>
                    <a:pt x="75" y="87"/>
                    <a:pt x="75" y="86"/>
                    <a:pt x="74" y="85"/>
                  </a:cubicBezTo>
                  <a:cubicBezTo>
                    <a:pt x="74" y="85"/>
                    <a:pt x="74" y="84"/>
                    <a:pt x="73" y="83"/>
                  </a:cubicBezTo>
                  <a:cubicBezTo>
                    <a:pt x="73" y="82"/>
                    <a:pt x="72" y="81"/>
                    <a:pt x="72" y="81"/>
                  </a:cubicBezTo>
                  <a:cubicBezTo>
                    <a:pt x="71" y="80"/>
                    <a:pt x="70" y="79"/>
                    <a:pt x="69" y="78"/>
                  </a:cubicBezTo>
                  <a:cubicBezTo>
                    <a:pt x="67" y="77"/>
                    <a:pt x="67" y="77"/>
                    <a:pt x="67" y="77"/>
                  </a:cubicBezTo>
                  <a:cubicBezTo>
                    <a:pt x="66" y="76"/>
                    <a:pt x="65" y="75"/>
                    <a:pt x="65" y="74"/>
                  </a:cubicBezTo>
                  <a:cubicBezTo>
                    <a:pt x="65" y="73"/>
                    <a:pt x="65" y="72"/>
                    <a:pt x="66" y="72"/>
                  </a:cubicBezTo>
                  <a:cubicBezTo>
                    <a:pt x="66" y="72"/>
                    <a:pt x="67" y="71"/>
                    <a:pt x="68" y="71"/>
                  </a:cubicBezTo>
                  <a:cubicBezTo>
                    <a:pt x="70" y="71"/>
                    <a:pt x="72" y="73"/>
                    <a:pt x="74" y="75"/>
                  </a:cubicBezTo>
                  <a:cubicBezTo>
                    <a:pt x="74" y="64"/>
                    <a:pt x="74" y="64"/>
                    <a:pt x="74" y="64"/>
                  </a:cubicBezTo>
                  <a:cubicBezTo>
                    <a:pt x="72" y="63"/>
                    <a:pt x="70" y="62"/>
                    <a:pt x="68" y="62"/>
                  </a:cubicBezTo>
                  <a:cubicBezTo>
                    <a:pt x="68" y="57"/>
                    <a:pt x="68" y="57"/>
                    <a:pt x="68" y="57"/>
                  </a:cubicBezTo>
                  <a:cubicBezTo>
                    <a:pt x="63" y="57"/>
                    <a:pt x="63" y="57"/>
                    <a:pt x="63" y="57"/>
                  </a:cubicBezTo>
                  <a:cubicBezTo>
                    <a:pt x="63" y="62"/>
                    <a:pt x="63" y="62"/>
                    <a:pt x="63" y="62"/>
                  </a:cubicBezTo>
                  <a:cubicBezTo>
                    <a:pt x="58" y="65"/>
                    <a:pt x="55" y="69"/>
                    <a:pt x="55" y="74"/>
                  </a:cubicBezTo>
                  <a:cubicBezTo>
                    <a:pt x="55" y="76"/>
                    <a:pt x="55" y="78"/>
                    <a:pt x="56" y="80"/>
                  </a:cubicBezTo>
                  <a:cubicBezTo>
                    <a:pt x="57" y="81"/>
                    <a:pt x="58" y="83"/>
                    <a:pt x="60" y="85"/>
                  </a:cubicBezTo>
                  <a:cubicBezTo>
                    <a:pt x="62" y="86"/>
                    <a:pt x="62" y="86"/>
                    <a:pt x="62" y="86"/>
                  </a:cubicBezTo>
                  <a:cubicBezTo>
                    <a:pt x="64" y="87"/>
                    <a:pt x="64" y="88"/>
                    <a:pt x="64" y="89"/>
                  </a:cubicBezTo>
                  <a:cubicBezTo>
                    <a:pt x="64" y="91"/>
                    <a:pt x="63" y="92"/>
                    <a:pt x="61" y="92"/>
                  </a:cubicBezTo>
                  <a:cubicBezTo>
                    <a:pt x="59" y="92"/>
                    <a:pt x="57" y="90"/>
                    <a:pt x="55" y="87"/>
                  </a:cubicBezTo>
                  <a:cubicBezTo>
                    <a:pt x="55" y="99"/>
                    <a:pt x="55" y="99"/>
                    <a:pt x="55" y="99"/>
                  </a:cubicBezTo>
                  <a:cubicBezTo>
                    <a:pt x="56" y="100"/>
                    <a:pt x="56" y="100"/>
                    <a:pt x="57" y="100"/>
                  </a:cubicBezTo>
                  <a:cubicBezTo>
                    <a:pt x="57" y="100"/>
                    <a:pt x="58" y="100"/>
                    <a:pt x="58" y="100"/>
                  </a:cubicBezTo>
                  <a:cubicBezTo>
                    <a:pt x="59" y="101"/>
                    <a:pt x="61" y="101"/>
                    <a:pt x="63" y="101"/>
                  </a:cubicBezTo>
                  <a:cubicBezTo>
                    <a:pt x="63" y="106"/>
                    <a:pt x="63" y="106"/>
                    <a:pt x="63" y="106"/>
                  </a:cubicBezTo>
                  <a:cubicBezTo>
                    <a:pt x="67" y="106"/>
                    <a:pt x="67" y="106"/>
                    <a:pt x="67" y="106"/>
                  </a:cubicBezTo>
                  <a:cubicBezTo>
                    <a:pt x="67" y="100"/>
                    <a:pt x="67" y="100"/>
                    <a:pt x="67" y="100"/>
                  </a:cubicBezTo>
                  <a:cubicBezTo>
                    <a:pt x="72" y="98"/>
                    <a:pt x="75" y="94"/>
                    <a:pt x="75" y="88"/>
                  </a:cubicBezTo>
                  <a:close/>
                  <a:moveTo>
                    <a:pt x="94" y="30"/>
                  </a:moveTo>
                  <a:cubicBezTo>
                    <a:pt x="38" y="30"/>
                    <a:pt x="38" y="30"/>
                    <a:pt x="38" y="30"/>
                  </a:cubicBezTo>
                  <a:cubicBezTo>
                    <a:pt x="29" y="30"/>
                    <a:pt x="21" y="37"/>
                    <a:pt x="19" y="45"/>
                  </a:cubicBezTo>
                  <a:cubicBezTo>
                    <a:pt x="19" y="46"/>
                    <a:pt x="19" y="46"/>
                    <a:pt x="19" y="46"/>
                  </a:cubicBezTo>
                  <a:cubicBezTo>
                    <a:pt x="114" y="46"/>
                    <a:pt x="114" y="46"/>
                    <a:pt x="114" y="46"/>
                  </a:cubicBezTo>
                  <a:cubicBezTo>
                    <a:pt x="113" y="45"/>
                    <a:pt x="113" y="45"/>
                    <a:pt x="113" y="45"/>
                  </a:cubicBezTo>
                  <a:cubicBezTo>
                    <a:pt x="112" y="37"/>
                    <a:pt x="103" y="30"/>
                    <a:pt x="94" y="30"/>
                  </a:cubicBezTo>
                  <a:close/>
                </a:path>
              </a:pathLst>
            </a:custGeom>
            <a:solidFill>
              <a:schemeClr val="bg1"/>
            </a:solidFill>
            <a:ln>
              <a:noFill/>
            </a:ln>
          </p:spPr>
          <p:txBody>
            <a:bodyPr vert="horz" wrap="square" lIns="91437" tIns="45719" rIns="91437" bIns="45719" numCol="1" anchor="t" anchorCtr="0" compatLnSpc="1"/>
            <a:lstStyle/>
            <a:p>
              <a:endParaRPr lang="zh-CN" altLang="en-US" sz="2721">
                <a:cs typeface="+mn-ea"/>
                <a:sym typeface="+mn-lt"/>
              </a:endParaRPr>
            </a:p>
          </p:txBody>
        </p:sp>
        <p:sp>
          <p:nvSpPr>
            <p:cNvPr id="14" name="Freeform 39"/>
            <p:cNvSpPr>
              <a:spLocks noEditPoints="1"/>
            </p:cNvSpPr>
            <p:nvPr/>
          </p:nvSpPr>
          <p:spPr bwMode="auto">
            <a:xfrm>
              <a:off x="4564398" y="2155991"/>
              <a:ext cx="693426" cy="957945"/>
            </a:xfrm>
            <a:custGeom>
              <a:avLst/>
              <a:gdLst>
                <a:gd name="T0" fmla="*/ 220 w 715"/>
                <a:gd name="T1" fmla="*/ 0 h 990"/>
                <a:gd name="T2" fmla="*/ 220 w 715"/>
                <a:gd name="T3" fmla="*/ 210 h 990"/>
                <a:gd name="T4" fmla="*/ 593 w 715"/>
                <a:gd name="T5" fmla="*/ 403 h 990"/>
                <a:gd name="T6" fmla="*/ 599 w 715"/>
                <a:gd name="T7" fmla="*/ 328 h 990"/>
                <a:gd name="T8" fmla="*/ 546 w 715"/>
                <a:gd name="T9" fmla="*/ 313 h 990"/>
                <a:gd name="T10" fmla="*/ 492 w 715"/>
                <a:gd name="T11" fmla="*/ 328 h 990"/>
                <a:gd name="T12" fmla="*/ 498 w 715"/>
                <a:gd name="T13" fmla="*/ 366 h 990"/>
                <a:gd name="T14" fmla="*/ 402 w 715"/>
                <a:gd name="T15" fmla="*/ 347 h 990"/>
                <a:gd name="T16" fmla="*/ 321 w 715"/>
                <a:gd name="T17" fmla="*/ 256 h 990"/>
                <a:gd name="T18" fmla="*/ 228 w 715"/>
                <a:gd name="T19" fmla="*/ 226 h 990"/>
                <a:gd name="T20" fmla="*/ 218 w 715"/>
                <a:gd name="T21" fmla="*/ 498 h 990"/>
                <a:gd name="T22" fmla="*/ 209 w 715"/>
                <a:gd name="T23" fmla="*/ 226 h 990"/>
                <a:gd name="T24" fmla="*/ 111 w 715"/>
                <a:gd name="T25" fmla="*/ 565 h 990"/>
                <a:gd name="T26" fmla="*/ 135 w 715"/>
                <a:gd name="T27" fmla="*/ 571 h 990"/>
                <a:gd name="T28" fmla="*/ 97 w 715"/>
                <a:gd name="T29" fmla="*/ 938 h 990"/>
                <a:gd name="T30" fmla="*/ 142 w 715"/>
                <a:gd name="T31" fmla="*/ 990 h 990"/>
                <a:gd name="T32" fmla="*/ 225 w 715"/>
                <a:gd name="T33" fmla="*/ 582 h 990"/>
                <a:gd name="T34" fmla="*/ 326 w 715"/>
                <a:gd name="T35" fmla="*/ 990 h 990"/>
                <a:gd name="T36" fmla="*/ 371 w 715"/>
                <a:gd name="T37" fmla="*/ 936 h 990"/>
                <a:gd name="T38" fmla="*/ 314 w 715"/>
                <a:gd name="T39" fmla="*/ 570 h 990"/>
                <a:gd name="T40" fmla="*/ 347 w 715"/>
                <a:gd name="T41" fmla="*/ 399 h 990"/>
                <a:gd name="T42" fmla="*/ 442 w 715"/>
                <a:gd name="T43" fmla="*/ 460 h 990"/>
                <a:gd name="T44" fmla="*/ 382 w 715"/>
                <a:gd name="T45" fmla="*/ 625 h 990"/>
                <a:gd name="T46" fmla="*/ 715 w 715"/>
                <a:gd name="T47" fmla="*/ 625 h 990"/>
                <a:gd name="T48" fmla="*/ 139 w 715"/>
                <a:gd name="T49" fmla="*/ 493 h 990"/>
                <a:gd name="T50" fmla="*/ 147 w 715"/>
                <a:gd name="T51" fmla="*/ 326 h 990"/>
                <a:gd name="T52" fmla="*/ 556 w 715"/>
                <a:gd name="T53" fmla="*/ 677 h 990"/>
                <a:gd name="T54" fmla="*/ 539 w 715"/>
                <a:gd name="T55" fmla="*/ 708 h 990"/>
                <a:gd name="T56" fmla="*/ 496 w 715"/>
                <a:gd name="T57" fmla="*/ 665 h 990"/>
                <a:gd name="T58" fmla="*/ 543 w 715"/>
                <a:gd name="T59" fmla="*/ 658 h 990"/>
                <a:gd name="T60" fmla="*/ 545 w 715"/>
                <a:gd name="T61" fmla="*/ 595 h 990"/>
                <a:gd name="T62" fmla="*/ 541 w 715"/>
                <a:gd name="T63" fmla="*/ 498 h 990"/>
                <a:gd name="T64" fmla="*/ 558 w 715"/>
                <a:gd name="T65" fmla="*/ 469 h 990"/>
                <a:gd name="T66" fmla="*/ 594 w 715"/>
                <a:gd name="T67" fmla="*/ 507 h 990"/>
                <a:gd name="T68" fmla="*/ 552 w 715"/>
                <a:gd name="T69" fmla="*/ 517 h 990"/>
                <a:gd name="T70" fmla="*/ 557 w 715"/>
                <a:gd name="T71" fmla="*/ 575 h 990"/>
                <a:gd name="T72" fmla="*/ 556 w 715"/>
                <a:gd name="T73" fmla="*/ 677 h 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15" h="990">
                  <a:moveTo>
                    <a:pt x="120" y="105"/>
                  </a:moveTo>
                  <a:cubicBezTo>
                    <a:pt x="120" y="47"/>
                    <a:pt x="165" y="0"/>
                    <a:pt x="220" y="0"/>
                  </a:cubicBezTo>
                  <a:cubicBezTo>
                    <a:pt x="275" y="0"/>
                    <a:pt x="319" y="47"/>
                    <a:pt x="319" y="105"/>
                  </a:cubicBezTo>
                  <a:cubicBezTo>
                    <a:pt x="319" y="163"/>
                    <a:pt x="275" y="210"/>
                    <a:pt x="220" y="210"/>
                  </a:cubicBezTo>
                  <a:cubicBezTo>
                    <a:pt x="165" y="210"/>
                    <a:pt x="120" y="163"/>
                    <a:pt x="120" y="105"/>
                  </a:cubicBezTo>
                  <a:close/>
                  <a:moveTo>
                    <a:pt x="593" y="403"/>
                  </a:moveTo>
                  <a:cubicBezTo>
                    <a:pt x="589" y="377"/>
                    <a:pt x="591" y="343"/>
                    <a:pt x="619" y="329"/>
                  </a:cubicBezTo>
                  <a:cubicBezTo>
                    <a:pt x="619" y="329"/>
                    <a:pt x="615" y="317"/>
                    <a:pt x="599" y="328"/>
                  </a:cubicBezTo>
                  <a:cubicBezTo>
                    <a:pt x="583" y="338"/>
                    <a:pt x="572" y="336"/>
                    <a:pt x="567" y="329"/>
                  </a:cubicBezTo>
                  <a:cubicBezTo>
                    <a:pt x="564" y="326"/>
                    <a:pt x="556" y="313"/>
                    <a:pt x="546" y="313"/>
                  </a:cubicBezTo>
                  <a:cubicBezTo>
                    <a:pt x="536" y="312"/>
                    <a:pt x="527" y="326"/>
                    <a:pt x="524" y="329"/>
                  </a:cubicBezTo>
                  <a:cubicBezTo>
                    <a:pt x="519" y="336"/>
                    <a:pt x="509" y="338"/>
                    <a:pt x="492" y="328"/>
                  </a:cubicBezTo>
                  <a:cubicBezTo>
                    <a:pt x="476" y="317"/>
                    <a:pt x="473" y="329"/>
                    <a:pt x="473" y="329"/>
                  </a:cubicBezTo>
                  <a:cubicBezTo>
                    <a:pt x="488" y="337"/>
                    <a:pt x="495" y="351"/>
                    <a:pt x="498" y="366"/>
                  </a:cubicBezTo>
                  <a:cubicBezTo>
                    <a:pt x="500" y="374"/>
                    <a:pt x="448" y="386"/>
                    <a:pt x="440" y="386"/>
                  </a:cubicBezTo>
                  <a:cubicBezTo>
                    <a:pt x="418" y="385"/>
                    <a:pt x="411" y="365"/>
                    <a:pt x="402" y="347"/>
                  </a:cubicBezTo>
                  <a:cubicBezTo>
                    <a:pt x="394" y="333"/>
                    <a:pt x="386" y="320"/>
                    <a:pt x="377" y="308"/>
                  </a:cubicBezTo>
                  <a:cubicBezTo>
                    <a:pt x="361" y="288"/>
                    <a:pt x="342" y="270"/>
                    <a:pt x="321" y="256"/>
                  </a:cubicBezTo>
                  <a:cubicBezTo>
                    <a:pt x="305" y="245"/>
                    <a:pt x="287" y="237"/>
                    <a:pt x="268" y="232"/>
                  </a:cubicBezTo>
                  <a:cubicBezTo>
                    <a:pt x="266" y="231"/>
                    <a:pt x="228" y="225"/>
                    <a:pt x="228" y="226"/>
                  </a:cubicBezTo>
                  <a:cubicBezTo>
                    <a:pt x="228" y="226"/>
                    <a:pt x="249" y="460"/>
                    <a:pt x="249" y="460"/>
                  </a:cubicBezTo>
                  <a:cubicBezTo>
                    <a:pt x="218" y="498"/>
                    <a:pt x="218" y="498"/>
                    <a:pt x="218" y="498"/>
                  </a:cubicBezTo>
                  <a:cubicBezTo>
                    <a:pt x="183" y="460"/>
                    <a:pt x="183" y="460"/>
                    <a:pt x="183" y="460"/>
                  </a:cubicBezTo>
                  <a:cubicBezTo>
                    <a:pt x="183" y="460"/>
                    <a:pt x="210" y="226"/>
                    <a:pt x="209" y="226"/>
                  </a:cubicBezTo>
                  <a:cubicBezTo>
                    <a:pt x="182" y="225"/>
                    <a:pt x="92" y="234"/>
                    <a:pt x="30" y="369"/>
                  </a:cubicBezTo>
                  <a:cubicBezTo>
                    <a:pt x="0" y="432"/>
                    <a:pt x="66" y="534"/>
                    <a:pt x="111" y="565"/>
                  </a:cubicBezTo>
                  <a:cubicBezTo>
                    <a:pt x="117" y="570"/>
                    <a:pt x="124" y="572"/>
                    <a:pt x="131" y="572"/>
                  </a:cubicBezTo>
                  <a:cubicBezTo>
                    <a:pt x="132" y="572"/>
                    <a:pt x="134" y="571"/>
                    <a:pt x="135" y="571"/>
                  </a:cubicBezTo>
                  <a:cubicBezTo>
                    <a:pt x="134" y="583"/>
                    <a:pt x="134" y="583"/>
                    <a:pt x="134" y="583"/>
                  </a:cubicBezTo>
                  <a:cubicBezTo>
                    <a:pt x="97" y="938"/>
                    <a:pt x="97" y="938"/>
                    <a:pt x="97" y="938"/>
                  </a:cubicBezTo>
                  <a:cubicBezTo>
                    <a:pt x="95" y="964"/>
                    <a:pt x="112" y="987"/>
                    <a:pt x="137" y="989"/>
                  </a:cubicBezTo>
                  <a:cubicBezTo>
                    <a:pt x="138" y="990"/>
                    <a:pt x="140" y="990"/>
                    <a:pt x="142" y="990"/>
                  </a:cubicBezTo>
                  <a:cubicBezTo>
                    <a:pt x="164" y="990"/>
                    <a:pt x="184" y="972"/>
                    <a:pt x="186" y="948"/>
                  </a:cubicBezTo>
                  <a:cubicBezTo>
                    <a:pt x="225" y="582"/>
                    <a:pt x="225" y="582"/>
                    <a:pt x="225" y="582"/>
                  </a:cubicBezTo>
                  <a:cubicBezTo>
                    <a:pt x="282" y="951"/>
                    <a:pt x="282" y="951"/>
                    <a:pt x="282" y="951"/>
                  </a:cubicBezTo>
                  <a:cubicBezTo>
                    <a:pt x="286" y="973"/>
                    <a:pt x="305" y="990"/>
                    <a:pt x="326" y="990"/>
                  </a:cubicBezTo>
                  <a:cubicBezTo>
                    <a:pt x="329" y="990"/>
                    <a:pt x="331" y="989"/>
                    <a:pt x="334" y="989"/>
                  </a:cubicBezTo>
                  <a:cubicBezTo>
                    <a:pt x="358" y="985"/>
                    <a:pt x="375" y="961"/>
                    <a:pt x="371" y="936"/>
                  </a:cubicBezTo>
                  <a:cubicBezTo>
                    <a:pt x="313" y="571"/>
                    <a:pt x="313" y="571"/>
                    <a:pt x="313" y="571"/>
                  </a:cubicBezTo>
                  <a:cubicBezTo>
                    <a:pt x="313" y="571"/>
                    <a:pt x="314" y="571"/>
                    <a:pt x="314" y="570"/>
                  </a:cubicBezTo>
                  <a:cubicBezTo>
                    <a:pt x="295" y="328"/>
                    <a:pt x="295" y="328"/>
                    <a:pt x="295" y="328"/>
                  </a:cubicBezTo>
                  <a:cubicBezTo>
                    <a:pt x="313" y="343"/>
                    <a:pt x="331" y="365"/>
                    <a:pt x="347" y="399"/>
                  </a:cubicBezTo>
                  <a:cubicBezTo>
                    <a:pt x="360" y="428"/>
                    <a:pt x="384" y="448"/>
                    <a:pt x="413" y="457"/>
                  </a:cubicBezTo>
                  <a:cubicBezTo>
                    <a:pt x="422" y="459"/>
                    <a:pt x="432" y="460"/>
                    <a:pt x="442" y="460"/>
                  </a:cubicBezTo>
                  <a:cubicBezTo>
                    <a:pt x="443" y="460"/>
                    <a:pt x="445" y="460"/>
                    <a:pt x="446" y="460"/>
                  </a:cubicBezTo>
                  <a:cubicBezTo>
                    <a:pt x="410" y="508"/>
                    <a:pt x="382" y="572"/>
                    <a:pt x="382" y="625"/>
                  </a:cubicBezTo>
                  <a:cubicBezTo>
                    <a:pt x="382" y="723"/>
                    <a:pt x="457" y="802"/>
                    <a:pt x="548" y="802"/>
                  </a:cubicBezTo>
                  <a:cubicBezTo>
                    <a:pt x="640" y="802"/>
                    <a:pt x="715" y="723"/>
                    <a:pt x="715" y="625"/>
                  </a:cubicBezTo>
                  <a:cubicBezTo>
                    <a:pt x="715" y="548"/>
                    <a:pt x="654" y="441"/>
                    <a:pt x="593" y="403"/>
                  </a:cubicBezTo>
                  <a:close/>
                  <a:moveTo>
                    <a:pt x="139" y="493"/>
                  </a:moveTo>
                  <a:cubicBezTo>
                    <a:pt x="113" y="466"/>
                    <a:pt x="89" y="416"/>
                    <a:pt x="94" y="402"/>
                  </a:cubicBezTo>
                  <a:cubicBezTo>
                    <a:pt x="111" y="364"/>
                    <a:pt x="130" y="341"/>
                    <a:pt x="147" y="326"/>
                  </a:cubicBezTo>
                  <a:lnTo>
                    <a:pt x="139" y="493"/>
                  </a:lnTo>
                  <a:close/>
                  <a:moveTo>
                    <a:pt x="556" y="677"/>
                  </a:moveTo>
                  <a:cubicBezTo>
                    <a:pt x="556" y="708"/>
                    <a:pt x="556" y="708"/>
                    <a:pt x="556" y="708"/>
                  </a:cubicBezTo>
                  <a:cubicBezTo>
                    <a:pt x="539" y="708"/>
                    <a:pt x="539" y="708"/>
                    <a:pt x="539" y="708"/>
                  </a:cubicBezTo>
                  <a:cubicBezTo>
                    <a:pt x="539" y="678"/>
                    <a:pt x="539" y="678"/>
                    <a:pt x="539" y="678"/>
                  </a:cubicBezTo>
                  <a:cubicBezTo>
                    <a:pt x="523" y="678"/>
                    <a:pt x="506" y="673"/>
                    <a:pt x="496" y="665"/>
                  </a:cubicBezTo>
                  <a:cubicBezTo>
                    <a:pt x="503" y="646"/>
                    <a:pt x="503" y="646"/>
                    <a:pt x="503" y="646"/>
                  </a:cubicBezTo>
                  <a:cubicBezTo>
                    <a:pt x="513" y="653"/>
                    <a:pt x="527" y="658"/>
                    <a:pt x="543" y="658"/>
                  </a:cubicBezTo>
                  <a:cubicBezTo>
                    <a:pt x="563" y="658"/>
                    <a:pt x="576" y="646"/>
                    <a:pt x="576" y="630"/>
                  </a:cubicBezTo>
                  <a:cubicBezTo>
                    <a:pt x="576" y="614"/>
                    <a:pt x="565" y="604"/>
                    <a:pt x="545" y="595"/>
                  </a:cubicBezTo>
                  <a:cubicBezTo>
                    <a:pt x="516" y="584"/>
                    <a:pt x="499" y="570"/>
                    <a:pt x="499" y="545"/>
                  </a:cubicBezTo>
                  <a:cubicBezTo>
                    <a:pt x="499" y="521"/>
                    <a:pt x="515" y="503"/>
                    <a:pt x="541" y="498"/>
                  </a:cubicBezTo>
                  <a:cubicBezTo>
                    <a:pt x="541" y="469"/>
                    <a:pt x="541" y="469"/>
                    <a:pt x="541" y="469"/>
                  </a:cubicBezTo>
                  <a:cubicBezTo>
                    <a:pt x="558" y="469"/>
                    <a:pt x="558" y="469"/>
                    <a:pt x="558" y="469"/>
                  </a:cubicBezTo>
                  <a:cubicBezTo>
                    <a:pt x="558" y="497"/>
                    <a:pt x="558" y="497"/>
                    <a:pt x="558" y="497"/>
                  </a:cubicBezTo>
                  <a:cubicBezTo>
                    <a:pt x="575" y="498"/>
                    <a:pt x="586" y="502"/>
                    <a:pt x="594" y="507"/>
                  </a:cubicBezTo>
                  <a:cubicBezTo>
                    <a:pt x="587" y="526"/>
                    <a:pt x="587" y="526"/>
                    <a:pt x="587" y="526"/>
                  </a:cubicBezTo>
                  <a:cubicBezTo>
                    <a:pt x="581" y="523"/>
                    <a:pt x="570" y="517"/>
                    <a:pt x="552" y="517"/>
                  </a:cubicBezTo>
                  <a:cubicBezTo>
                    <a:pt x="531" y="517"/>
                    <a:pt x="523" y="530"/>
                    <a:pt x="523" y="542"/>
                  </a:cubicBezTo>
                  <a:cubicBezTo>
                    <a:pt x="523" y="557"/>
                    <a:pt x="533" y="564"/>
                    <a:pt x="557" y="575"/>
                  </a:cubicBezTo>
                  <a:cubicBezTo>
                    <a:pt x="586" y="587"/>
                    <a:pt x="600" y="602"/>
                    <a:pt x="600" y="628"/>
                  </a:cubicBezTo>
                  <a:cubicBezTo>
                    <a:pt x="600" y="651"/>
                    <a:pt x="585" y="672"/>
                    <a:pt x="556" y="677"/>
                  </a:cubicBezTo>
                  <a:close/>
                </a:path>
              </a:pathLst>
            </a:custGeom>
            <a:solidFill>
              <a:schemeClr val="bg1"/>
            </a:solidFill>
            <a:ln>
              <a:noFill/>
            </a:ln>
          </p:spPr>
          <p:txBody>
            <a:bodyPr vert="horz" wrap="square" lIns="91437" tIns="45719" rIns="91437" bIns="45719" numCol="1" anchor="t" anchorCtr="0" compatLnSpc="1"/>
            <a:lstStyle/>
            <a:p>
              <a:endParaRPr lang="zh-CN" altLang="en-US" sz="2721">
                <a:cs typeface="+mn-ea"/>
                <a:sym typeface="+mn-lt"/>
              </a:endParaRPr>
            </a:p>
          </p:txBody>
        </p:sp>
        <p:sp>
          <p:nvSpPr>
            <p:cNvPr id="19" name="矩形 18"/>
            <p:cNvSpPr/>
            <p:nvPr/>
          </p:nvSpPr>
          <p:spPr>
            <a:xfrm>
              <a:off x="3696613" y="4323902"/>
              <a:ext cx="2257998" cy="1351460"/>
            </a:xfrm>
            <a:prstGeom prst="rect">
              <a:avLst/>
            </a:prstGeom>
          </p:spPr>
          <p:txBody>
            <a:bodyPr wrap="square">
              <a:spAutoFit/>
            </a:bodyPr>
            <a:lstStyle/>
            <a:p>
              <a:pPr>
                <a:lnSpc>
                  <a:spcPct val="150000"/>
                </a:lnSpc>
              </a:pPr>
              <a:r>
                <a:rPr lang="zh-CN" altLang="en-US" sz="1400" dirty="0">
                  <a:solidFill>
                    <a:schemeClr val="tx1">
                      <a:lumMod val="95000"/>
                      <a:lumOff val="5000"/>
                    </a:schemeClr>
                  </a:solidFill>
                  <a:cs typeface="+mn-ea"/>
                  <a:sym typeface="+mn-lt"/>
                </a:rPr>
                <a:t>输入替换内容文本文字输入替换输入替换输入替换输入替换内容文本文字输入替换输入替换输入替换</a:t>
              </a:r>
              <a:endParaRPr lang="en-US" altLang="zh-CN" sz="1400" dirty="0">
                <a:solidFill>
                  <a:schemeClr val="tx1">
                    <a:lumMod val="95000"/>
                    <a:lumOff val="5000"/>
                  </a:schemeClr>
                </a:solidFill>
                <a:cs typeface="+mn-ea"/>
                <a:sym typeface="+mn-lt"/>
              </a:endParaRPr>
            </a:p>
          </p:txBody>
        </p:sp>
        <p:sp>
          <p:nvSpPr>
            <p:cNvPr id="37" name="文本框 20"/>
            <p:cNvSpPr txBox="1"/>
            <p:nvPr/>
          </p:nvSpPr>
          <p:spPr>
            <a:xfrm>
              <a:off x="1395437" y="3870948"/>
              <a:ext cx="1573064" cy="369332"/>
            </a:xfrm>
            <a:prstGeom prst="rect">
              <a:avLst/>
            </a:prstGeom>
            <a:noFill/>
          </p:spPr>
          <p:txBody>
            <a:bodyPr wrap="square" rtlCol="0">
              <a:spAutoFit/>
            </a:bodyPr>
            <a:lstStyle/>
            <a:p>
              <a:pPr algn="just">
                <a:lnSpc>
                  <a:spcPct val="90000"/>
                </a:lnSpc>
                <a:spcBef>
                  <a:spcPts val="1000"/>
                </a:spcBef>
              </a:pPr>
              <a:r>
                <a:rPr lang="zh-CN" altLang="en-US" sz="2000" b="1" dirty="0">
                  <a:cs typeface="+mn-ea"/>
                  <a:sym typeface="+mn-lt"/>
                </a:rPr>
                <a:t>添加标题</a:t>
              </a:r>
            </a:p>
          </p:txBody>
        </p:sp>
        <p:sp>
          <p:nvSpPr>
            <p:cNvPr id="21" name="文本框 20"/>
            <p:cNvSpPr txBox="1"/>
            <p:nvPr/>
          </p:nvSpPr>
          <p:spPr>
            <a:xfrm>
              <a:off x="4039504" y="3870948"/>
              <a:ext cx="1573064" cy="369332"/>
            </a:xfrm>
            <a:prstGeom prst="rect">
              <a:avLst/>
            </a:prstGeom>
            <a:noFill/>
          </p:spPr>
          <p:txBody>
            <a:bodyPr wrap="square" rtlCol="0">
              <a:spAutoFit/>
            </a:bodyPr>
            <a:lstStyle/>
            <a:p>
              <a:pPr algn="just">
                <a:lnSpc>
                  <a:spcPct val="90000"/>
                </a:lnSpc>
                <a:spcBef>
                  <a:spcPts val="1000"/>
                </a:spcBef>
              </a:pPr>
              <a:r>
                <a:rPr lang="zh-CN" altLang="en-US" sz="2000" b="1" dirty="0">
                  <a:cs typeface="+mn-ea"/>
                  <a:sym typeface="+mn-lt"/>
                </a:rPr>
                <a:t>添加标题</a:t>
              </a:r>
            </a:p>
          </p:txBody>
        </p:sp>
      </p:grpSp>
      <p:grpSp>
        <p:nvGrpSpPr>
          <p:cNvPr id="3" name="组合 2">
            <a:extLst>
              <a:ext uri="{FF2B5EF4-FFF2-40B4-BE49-F238E27FC236}">
                <a16:creationId xmlns="" xmlns:a16="http://schemas.microsoft.com/office/drawing/2014/main" id="{7DFBBB9C-D9B3-4CA5-A088-DD1A8DC0DB8B}"/>
              </a:ext>
            </a:extLst>
          </p:cNvPr>
          <p:cNvGrpSpPr/>
          <p:nvPr/>
        </p:nvGrpSpPr>
        <p:grpSpPr>
          <a:xfrm>
            <a:off x="6712695" y="1768367"/>
            <a:ext cx="4782200" cy="4178716"/>
            <a:chOff x="6712695" y="1768367"/>
            <a:chExt cx="4782200" cy="4178716"/>
          </a:xfrm>
        </p:grpSpPr>
        <p:sp>
          <p:nvSpPr>
            <p:cNvPr id="16" name="矩形 15"/>
            <p:cNvSpPr/>
            <p:nvPr/>
          </p:nvSpPr>
          <p:spPr>
            <a:xfrm>
              <a:off x="6712695" y="1938974"/>
              <a:ext cx="4782200" cy="705129"/>
            </a:xfrm>
            <a:prstGeom prst="rect">
              <a:avLst/>
            </a:prstGeom>
          </p:spPr>
          <p:txBody>
            <a:bodyPr wrap="square">
              <a:spAutoFit/>
            </a:bodyPr>
            <a:lstStyle/>
            <a:p>
              <a:pPr>
                <a:lnSpc>
                  <a:spcPct val="150000"/>
                </a:lnSpc>
              </a:pPr>
              <a:r>
                <a:rPr lang="zh-CN" altLang="en-US" sz="1400" dirty="0">
                  <a:solidFill>
                    <a:schemeClr val="tx1">
                      <a:lumMod val="95000"/>
                      <a:lumOff val="5000"/>
                    </a:schemeClr>
                  </a:solidFill>
                  <a:cs typeface="+mn-ea"/>
                  <a:sym typeface="+mn-lt"/>
                </a:rPr>
                <a:t>输入替换内容文本文字输入替换输入替换输入替换输入替换内容文本文字输入替换输入替换输入替换</a:t>
              </a:r>
              <a:endParaRPr lang="en-US" altLang="zh-CN" sz="1400" dirty="0">
                <a:solidFill>
                  <a:schemeClr val="tx1">
                    <a:lumMod val="95000"/>
                    <a:lumOff val="5000"/>
                  </a:schemeClr>
                </a:solidFill>
                <a:cs typeface="+mn-ea"/>
                <a:sym typeface="+mn-lt"/>
              </a:endParaRPr>
            </a:p>
          </p:txBody>
        </p:sp>
        <p:cxnSp>
          <p:nvCxnSpPr>
            <p:cNvPr id="18" name="直接连接符 17"/>
            <p:cNvCxnSpPr/>
            <p:nvPr/>
          </p:nvCxnSpPr>
          <p:spPr>
            <a:xfrm>
              <a:off x="6783476" y="1768367"/>
              <a:ext cx="477018"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31" name="图片 30">
              <a:extLst>
                <a:ext uri="{FF2B5EF4-FFF2-40B4-BE49-F238E27FC236}">
                  <a16:creationId xmlns="" xmlns:a16="http://schemas.microsoft.com/office/drawing/2014/main" id="{316C8941-75FF-46E6-B63E-41D9BA13F9B0}"/>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7378655" y="3217910"/>
              <a:ext cx="2729173" cy="2729173"/>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a:extLst>
              <a:ext uri="{FF2B5EF4-FFF2-40B4-BE49-F238E27FC236}">
                <a16:creationId xmlns="" xmlns:a16="http://schemas.microsoft.com/office/drawing/2014/main" id="{91235EF4-8930-4F87-8683-C3ADD1741418}"/>
              </a:ext>
            </a:extLst>
          </p:cNvPr>
          <p:cNvGrpSpPr/>
          <p:nvPr/>
        </p:nvGrpSpPr>
        <p:grpSpPr>
          <a:xfrm>
            <a:off x="-1036609" y="-1457037"/>
            <a:ext cx="13471490" cy="11522369"/>
            <a:chOff x="-1036609" y="-1457037"/>
            <a:chExt cx="13471490" cy="11522369"/>
          </a:xfrm>
        </p:grpSpPr>
        <p:grpSp>
          <p:nvGrpSpPr>
            <p:cNvPr id="59" name="组合 58">
              <a:extLst>
                <a:ext uri="{FF2B5EF4-FFF2-40B4-BE49-F238E27FC236}">
                  <a16:creationId xmlns="" xmlns:a16="http://schemas.microsoft.com/office/drawing/2014/main" id="{F6F12CDE-3B69-49C1-8989-ED766702A948}"/>
                </a:ext>
              </a:extLst>
            </p:cNvPr>
            <p:cNvGrpSpPr/>
            <p:nvPr/>
          </p:nvGrpSpPr>
          <p:grpSpPr>
            <a:xfrm>
              <a:off x="-1036609" y="-1457037"/>
              <a:ext cx="13471490" cy="11522369"/>
              <a:chOff x="-1036609" y="-1457037"/>
              <a:chExt cx="13471490" cy="11522369"/>
            </a:xfrm>
          </p:grpSpPr>
          <p:grpSp>
            <p:nvGrpSpPr>
              <p:cNvPr id="61" name="组合 60">
                <a:extLst>
                  <a:ext uri="{FF2B5EF4-FFF2-40B4-BE49-F238E27FC236}">
                    <a16:creationId xmlns="" xmlns:a16="http://schemas.microsoft.com/office/drawing/2014/main" id="{6583BD8B-8354-4B56-B1FD-2401D629A2C3}"/>
                  </a:ext>
                </a:extLst>
              </p:cNvPr>
              <p:cNvGrpSpPr/>
              <p:nvPr/>
            </p:nvGrpSpPr>
            <p:grpSpPr>
              <a:xfrm>
                <a:off x="-1036609" y="-1457037"/>
                <a:ext cx="13417347" cy="11522369"/>
                <a:chOff x="-1036609" y="-1457037"/>
                <a:chExt cx="13417347" cy="11522369"/>
              </a:xfrm>
            </p:grpSpPr>
            <p:grpSp>
              <p:nvGrpSpPr>
                <p:cNvPr id="63" name="组合 62">
                  <a:extLst>
                    <a:ext uri="{FF2B5EF4-FFF2-40B4-BE49-F238E27FC236}">
                      <a16:creationId xmlns="" xmlns:a16="http://schemas.microsoft.com/office/drawing/2014/main" id="{A9081181-CC8D-4283-95FF-9CA3E1821125}"/>
                    </a:ext>
                  </a:extLst>
                </p:cNvPr>
                <p:cNvGrpSpPr/>
                <p:nvPr/>
              </p:nvGrpSpPr>
              <p:grpSpPr>
                <a:xfrm>
                  <a:off x="-520087" y="-1457037"/>
                  <a:ext cx="12900825" cy="11522369"/>
                  <a:chOff x="-520087" y="-1457037"/>
                  <a:chExt cx="12900825" cy="11522369"/>
                </a:xfrm>
              </p:grpSpPr>
              <p:pic>
                <p:nvPicPr>
                  <p:cNvPr id="66" name="图片 65">
                    <a:extLst>
                      <a:ext uri="{FF2B5EF4-FFF2-40B4-BE49-F238E27FC236}">
                        <a16:creationId xmlns="" xmlns:a16="http://schemas.microsoft.com/office/drawing/2014/main" id="{B5528077-A34A-48FF-B0D3-B8377A1B892F}"/>
                      </a:ext>
                    </a:extLst>
                  </p:cNvPr>
                  <p:cNvPicPr>
                    <a:picLocks noChangeAspect="1"/>
                  </p:cNvPicPr>
                  <p:nvPr/>
                </p:nvPicPr>
                <p:blipFill rotWithShape="1">
                  <a:blip r:embed="rId3">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67" name="图片 66">
                    <a:extLst>
                      <a:ext uri="{FF2B5EF4-FFF2-40B4-BE49-F238E27FC236}">
                        <a16:creationId xmlns="" xmlns:a16="http://schemas.microsoft.com/office/drawing/2014/main" id="{95AAFFD1-73C4-4022-ADBD-BC1EF598082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64" name="图片 63">
                  <a:extLst>
                    <a:ext uri="{FF2B5EF4-FFF2-40B4-BE49-F238E27FC236}">
                      <a16:creationId xmlns="" xmlns:a16="http://schemas.microsoft.com/office/drawing/2014/main" id="{AE164F17-752E-4ABB-B9FC-34F4B4604A9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65" name="图片 64">
                  <a:extLst>
                    <a:ext uri="{FF2B5EF4-FFF2-40B4-BE49-F238E27FC236}">
                      <a16:creationId xmlns="" xmlns:a16="http://schemas.microsoft.com/office/drawing/2014/main" id="{C2205CA9-D050-45C1-B88C-4B4C74D9BB8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62" name="图片 61">
                <a:extLst>
                  <a:ext uri="{FF2B5EF4-FFF2-40B4-BE49-F238E27FC236}">
                    <a16:creationId xmlns="" xmlns:a16="http://schemas.microsoft.com/office/drawing/2014/main" id="{75D1E0F7-3694-4A43-A7D5-E4886CFFCE7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60" name="文本框 59">
              <a:extLst>
                <a:ext uri="{FF2B5EF4-FFF2-40B4-BE49-F238E27FC236}">
                  <a16:creationId xmlns="" xmlns:a16="http://schemas.microsoft.com/office/drawing/2014/main" id="{C22FC299-E420-4712-9838-4E606CC638E1}"/>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cs typeface="+mn-ea"/>
                  <a:sym typeface="+mn-lt"/>
                </a:rPr>
                <a:t>输入标题文本</a:t>
              </a:r>
            </a:p>
          </p:txBody>
        </p:sp>
      </p:grpSp>
      <p:grpSp>
        <p:nvGrpSpPr>
          <p:cNvPr id="14" name="组合 13"/>
          <p:cNvGrpSpPr/>
          <p:nvPr/>
        </p:nvGrpSpPr>
        <p:grpSpPr>
          <a:xfrm>
            <a:off x="1187221" y="1353536"/>
            <a:ext cx="9879928" cy="3999158"/>
            <a:chOff x="1055688" y="1574285"/>
            <a:chExt cx="10080625" cy="4080394"/>
          </a:xfrm>
        </p:grpSpPr>
        <p:grpSp>
          <p:nvGrpSpPr>
            <p:cNvPr id="15" name="组合 14"/>
            <p:cNvGrpSpPr/>
            <p:nvPr/>
          </p:nvGrpSpPr>
          <p:grpSpPr>
            <a:xfrm>
              <a:off x="3848343" y="1574285"/>
              <a:ext cx="4495314" cy="3124716"/>
              <a:chOff x="1815068" y="2390902"/>
              <a:chExt cx="4046087" cy="2812455"/>
            </a:xfrm>
          </p:grpSpPr>
          <p:grpSp>
            <p:nvGrpSpPr>
              <p:cNvPr id="31" name="组合 30"/>
              <p:cNvGrpSpPr/>
              <p:nvPr/>
            </p:nvGrpSpPr>
            <p:grpSpPr>
              <a:xfrm>
                <a:off x="1997016" y="2836420"/>
                <a:ext cx="3623717" cy="2078147"/>
                <a:chOff x="1997016" y="2844040"/>
                <a:chExt cx="3623717" cy="2078147"/>
              </a:xfrm>
            </p:grpSpPr>
            <p:cxnSp>
              <p:nvCxnSpPr>
                <p:cNvPr id="44" name="直接连接符 43"/>
                <p:cNvCxnSpPr/>
                <p:nvPr/>
              </p:nvCxnSpPr>
              <p:spPr>
                <a:xfrm flipV="1">
                  <a:off x="1997016" y="4444955"/>
                  <a:ext cx="244811" cy="43424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2507219" y="4055189"/>
                  <a:ext cx="436323" cy="862886"/>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endCxn id="36" idx="3"/>
                </p:cNvCxnSpPr>
                <p:nvPr/>
              </p:nvCxnSpPr>
              <p:spPr>
                <a:xfrm flipV="1">
                  <a:off x="3210486" y="2867268"/>
                  <a:ext cx="850587" cy="166515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38" idx="3"/>
                </p:cNvCxnSpPr>
                <p:nvPr/>
              </p:nvCxnSpPr>
              <p:spPr>
                <a:xfrm flipV="1">
                  <a:off x="4833632" y="3769781"/>
                  <a:ext cx="246547" cy="459319"/>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4081528" y="2844040"/>
                  <a:ext cx="752104" cy="138506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948906" y="4055189"/>
                  <a:ext cx="263511" cy="47723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2247148" y="4444955"/>
                  <a:ext cx="263511" cy="47723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5110325" y="3740147"/>
                  <a:ext cx="510408" cy="9399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2" name="Freeform 6"/>
              <p:cNvSpPr/>
              <p:nvPr/>
            </p:nvSpPr>
            <p:spPr bwMode="auto">
              <a:xfrm>
                <a:off x="4461981" y="3861485"/>
                <a:ext cx="1290373" cy="1341872"/>
              </a:xfrm>
              <a:custGeom>
                <a:avLst/>
                <a:gdLst>
                  <a:gd name="T0" fmla="*/ 451 w 451"/>
                  <a:gd name="T1" fmla="*/ 469 h 469"/>
                  <a:gd name="T2" fmla="*/ 228 w 451"/>
                  <a:gd name="T3" fmla="*/ 0 h 469"/>
                  <a:gd name="T4" fmla="*/ 0 w 451"/>
                  <a:gd name="T5" fmla="*/ 469 h 469"/>
                  <a:gd name="T6" fmla="*/ 451 w 451"/>
                  <a:gd name="T7" fmla="*/ 469 h 469"/>
                </a:gdLst>
                <a:ahLst/>
                <a:cxnLst>
                  <a:cxn ang="0">
                    <a:pos x="T0" y="T1"/>
                  </a:cxn>
                  <a:cxn ang="0">
                    <a:pos x="T2" y="T3"/>
                  </a:cxn>
                  <a:cxn ang="0">
                    <a:pos x="T4" y="T5"/>
                  </a:cxn>
                  <a:cxn ang="0">
                    <a:pos x="T6" y="T7"/>
                  </a:cxn>
                </a:cxnLst>
                <a:rect l="0" t="0" r="r" b="b"/>
                <a:pathLst>
                  <a:path w="451" h="469">
                    <a:moveTo>
                      <a:pt x="451" y="469"/>
                    </a:moveTo>
                    <a:lnTo>
                      <a:pt x="228" y="0"/>
                    </a:lnTo>
                    <a:lnTo>
                      <a:pt x="0" y="469"/>
                    </a:lnTo>
                    <a:lnTo>
                      <a:pt x="451" y="469"/>
                    </a:lnTo>
                    <a:close/>
                  </a:path>
                </a:pathLst>
              </a:custGeom>
              <a:solidFill>
                <a:schemeClr val="accent2">
                  <a:lumMod val="100000"/>
                </a:schemeClr>
              </a:solidFill>
              <a:ln>
                <a:noFill/>
              </a:ln>
            </p:spPr>
            <p:txBody>
              <a:bodyPr vert="horz" wrap="square" lIns="120137" tIns="60068" rIns="120137" bIns="60068" numCol="1" anchor="t" anchorCtr="0" compatLnSpc="1"/>
              <a:lstStyle/>
              <a:p>
                <a:endParaRPr lang="zh-CN" altLang="en-US" sz="2365">
                  <a:cs typeface="+mn-ea"/>
                  <a:sym typeface="+mn-lt"/>
                </a:endParaRPr>
              </a:p>
            </p:txBody>
          </p:sp>
          <p:sp>
            <p:nvSpPr>
              <p:cNvPr id="33" name="Freeform 7"/>
              <p:cNvSpPr/>
              <p:nvPr/>
            </p:nvSpPr>
            <p:spPr bwMode="auto">
              <a:xfrm>
                <a:off x="2453463" y="4190515"/>
                <a:ext cx="964203" cy="1012842"/>
              </a:xfrm>
              <a:custGeom>
                <a:avLst/>
                <a:gdLst>
                  <a:gd name="T0" fmla="*/ 337 w 337"/>
                  <a:gd name="T1" fmla="*/ 354 h 354"/>
                  <a:gd name="T2" fmla="*/ 171 w 337"/>
                  <a:gd name="T3" fmla="*/ 0 h 354"/>
                  <a:gd name="T4" fmla="*/ 0 w 337"/>
                  <a:gd name="T5" fmla="*/ 354 h 354"/>
                  <a:gd name="T6" fmla="*/ 337 w 337"/>
                  <a:gd name="T7" fmla="*/ 354 h 354"/>
                </a:gdLst>
                <a:ahLst/>
                <a:cxnLst>
                  <a:cxn ang="0">
                    <a:pos x="T0" y="T1"/>
                  </a:cxn>
                  <a:cxn ang="0">
                    <a:pos x="T2" y="T3"/>
                  </a:cxn>
                  <a:cxn ang="0">
                    <a:pos x="T4" y="T5"/>
                  </a:cxn>
                  <a:cxn ang="0">
                    <a:pos x="T6" y="T7"/>
                  </a:cxn>
                </a:cxnLst>
                <a:rect l="0" t="0" r="r" b="b"/>
                <a:pathLst>
                  <a:path w="337" h="354">
                    <a:moveTo>
                      <a:pt x="337" y="354"/>
                    </a:moveTo>
                    <a:lnTo>
                      <a:pt x="171" y="0"/>
                    </a:lnTo>
                    <a:lnTo>
                      <a:pt x="0" y="354"/>
                    </a:lnTo>
                    <a:lnTo>
                      <a:pt x="337" y="354"/>
                    </a:lnTo>
                    <a:close/>
                  </a:path>
                </a:pathLst>
              </a:custGeom>
              <a:solidFill>
                <a:schemeClr val="accent2">
                  <a:lumMod val="100000"/>
                </a:schemeClr>
              </a:solidFill>
              <a:ln w="9525">
                <a:noFill/>
                <a:round/>
              </a:ln>
            </p:spPr>
            <p:txBody>
              <a:bodyPr vert="horz" wrap="square" lIns="120137" tIns="60068" rIns="120137" bIns="60068" numCol="1" anchor="t" anchorCtr="0" compatLnSpc="1"/>
              <a:lstStyle/>
              <a:p>
                <a:endParaRPr lang="zh-CN" altLang="en-US" sz="2365">
                  <a:cs typeface="+mn-ea"/>
                  <a:sym typeface="+mn-lt"/>
                </a:endParaRPr>
              </a:p>
            </p:txBody>
          </p:sp>
          <p:sp>
            <p:nvSpPr>
              <p:cNvPr id="34" name="Freeform 8"/>
              <p:cNvSpPr/>
              <p:nvPr/>
            </p:nvSpPr>
            <p:spPr bwMode="auto">
              <a:xfrm>
                <a:off x="1938459" y="4559602"/>
                <a:ext cx="623728" cy="643755"/>
              </a:xfrm>
              <a:custGeom>
                <a:avLst/>
                <a:gdLst>
                  <a:gd name="T0" fmla="*/ 218 w 218"/>
                  <a:gd name="T1" fmla="*/ 225 h 225"/>
                  <a:gd name="T2" fmla="*/ 109 w 218"/>
                  <a:gd name="T3" fmla="*/ 0 h 225"/>
                  <a:gd name="T4" fmla="*/ 0 w 218"/>
                  <a:gd name="T5" fmla="*/ 225 h 225"/>
                  <a:gd name="T6" fmla="*/ 218 w 218"/>
                  <a:gd name="T7" fmla="*/ 225 h 225"/>
                </a:gdLst>
                <a:ahLst/>
                <a:cxnLst>
                  <a:cxn ang="0">
                    <a:pos x="T0" y="T1"/>
                  </a:cxn>
                  <a:cxn ang="0">
                    <a:pos x="T2" y="T3"/>
                  </a:cxn>
                  <a:cxn ang="0">
                    <a:pos x="T4" y="T5"/>
                  </a:cxn>
                  <a:cxn ang="0">
                    <a:pos x="T6" y="T7"/>
                  </a:cxn>
                </a:cxnLst>
                <a:rect l="0" t="0" r="r" b="b"/>
                <a:pathLst>
                  <a:path w="218" h="225">
                    <a:moveTo>
                      <a:pt x="218" y="225"/>
                    </a:moveTo>
                    <a:lnTo>
                      <a:pt x="109" y="0"/>
                    </a:lnTo>
                    <a:lnTo>
                      <a:pt x="0" y="225"/>
                    </a:lnTo>
                    <a:lnTo>
                      <a:pt x="218" y="225"/>
                    </a:lnTo>
                    <a:close/>
                  </a:path>
                </a:pathLst>
              </a:custGeom>
              <a:solidFill>
                <a:schemeClr val="accent2">
                  <a:lumMod val="100000"/>
                </a:schemeClr>
              </a:solidFill>
              <a:ln w="9525">
                <a:noFill/>
                <a:round/>
              </a:ln>
            </p:spPr>
            <p:txBody>
              <a:bodyPr vert="horz" wrap="square" lIns="120137" tIns="60068" rIns="120137" bIns="60068" numCol="1" anchor="t" anchorCtr="0" compatLnSpc="1"/>
              <a:lstStyle/>
              <a:p>
                <a:endParaRPr lang="zh-CN" altLang="en-US" sz="2365">
                  <a:cs typeface="+mn-ea"/>
                  <a:sym typeface="+mn-lt"/>
                </a:endParaRPr>
              </a:p>
            </p:txBody>
          </p:sp>
          <p:sp>
            <p:nvSpPr>
              <p:cNvPr id="35" name="Freeform 9"/>
              <p:cNvSpPr/>
              <p:nvPr/>
            </p:nvSpPr>
            <p:spPr bwMode="auto">
              <a:xfrm>
                <a:off x="3077191" y="3097561"/>
                <a:ext cx="2019962" cy="2105796"/>
              </a:xfrm>
              <a:custGeom>
                <a:avLst/>
                <a:gdLst>
                  <a:gd name="T0" fmla="*/ 706 w 706"/>
                  <a:gd name="T1" fmla="*/ 736 h 736"/>
                  <a:gd name="T2" fmla="*/ 355 w 706"/>
                  <a:gd name="T3" fmla="*/ 0 h 736"/>
                  <a:gd name="T4" fmla="*/ 0 w 706"/>
                  <a:gd name="T5" fmla="*/ 736 h 736"/>
                  <a:gd name="T6" fmla="*/ 706 w 706"/>
                  <a:gd name="T7" fmla="*/ 736 h 736"/>
                </a:gdLst>
                <a:ahLst/>
                <a:cxnLst>
                  <a:cxn ang="0">
                    <a:pos x="T0" y="T1"/>
                  </a:cxn>
                  <a:cxn ang="0">
                    <a:pos x="T2" y="T3"/>
                  </a:cxn>
                  <a:cxn ang="0">
                    <a:pos x="T4" y="T5"/>
                  </a:cxn>
                  <a:cxn ang="0">
                    <a:pos x="T6" y="T7"/>
                  </a:cxn>
                </a:cxnLst>
                <a:rect l="0" t="0" r="r" b="b"/>
                <a:pathLst>
                  <a:path w="706" h="736">
                    <a:moveTo>
                      <a:pt x="706" y="736"/>
                    </a:moveTo>
                    <a:lnTo>
                      <a:pt x="355" y="0"/>
                    </a:lnTo>
                    <a:lnTo>
                      <a:pt x="0" y="736"/>
                    </a:lnTo>
                    <a:lnTo>
                      <a:pt x="706" y="736"/>
                    </a:lnTo>
                    <a:close/>
                  </a:path>
                </a:pathLst>
              </a:custGeom>
              <a:solidFill>
                <a:schemeClr val="accent1">
                  <a:lumMod val="100000"/>
                </a:schemeClr>
              </a:solidFill>
              <a:ln>
                <a:noFill/>
              </a:ln>
            </p:spPr>
            <p:txBody>
              <a:bodyPr vert="horz" wrap="square" lIns="120137" tIns="60068" rIns="120137" bIns="60068" numCol="1" anchor="t" anchorCtr="0" compatLnSpc="1"/>
              <a:lstStyle/>
              <a:p>
                <a:endParaRPr lang="zh-CN" altLang="en-US" sz="2365" dirty="0">
                  <a:cs typeface="+mn-ea"/>
                  <a:sym typeface="+mn-lt"/>
                </a:endParaRPr>
              </a:p>
            </p:txBody>
          </p:sp>
          <p:sp>
            <p:nvSpPr>
              <p:cNvPr id="36" name="Oval 11"/>
              <p:cNvSpPr>
                <a:spLocks noChangeArrowheads="1"/>
              </p:cNvSpPr>
              <p:nvPr/>
            </p:nvSpPr>
            <p:spPr bwMode="auto">
              <a:xfrm>
                <a:off x="4050529" y="2805812"/>
                <a:ext cx="72000" cy="72000"/>
              </a:xfrm>
              <a:prstGeom prst="ellipse">
                <a:avLst/>
              </a:prstGeom>
              <a:solidFill>
                <a:srgbClr val="A7A9AC"/>
              </a:solidFill>
              <a:ln>
                <a:noFill/>
              </a:ln>
              <a:extLst>
                <a:ext uri="{91240B29-F687-4F45-9708-019B960494DF}">
                  <a14:hiddenLine xmlns:a14="http://schemas.microsoft.com/office/drawing/2010/main" w="9525">
                    <a:solidFill>
                      <a:srgbClr val="000000"/>
                    </a:solidFill>
                    <a:round/>
                  </a14:hiddenLine>
                </a:ext>
              </a:extLst>
            </p:spPr>
            <p:txBody>
              <a:bodyPr vert="horz" wrap="square" lIns="120137" tIns="60068" rIns="120137" bIns="60068" numCol="1" anchor="t" anchorCtr="0" compatLnSpc="1"/>
              <a:lstStyle/>
              <a:p>
                <a:pPr algn="ctr"/>
                <a:endParaRPr lang="zh-CN" altLang="en-US" sz="2365">
                  <a:cs typeface="+mn-ea"/>
                  <a:sym typeface="+mn-lt"/>
                </a:endParaRPr>
              </a:p>
            </p:txBody>
          </p:sp>
          <p:sp>
            <p:nvSpPr>
              <p:cNvPr id="37" name="Oval 12"/>
              <p:cNvSpPr>
                <a:spLocks noChangeArrowheads="1"/>
              </p:cNvSpPr>
              <p:nvPr/>
            </p:nvSpPr>
            <p:spPr bwMode="auto">
              <a:xfrm>
                <a:off x="2912906" y="4021630"/>
                <a:ext cx="72000" cy="72000"/>
              </a:xfrm>
              <a:prstGeom prst="ellipse">
                <a:avLst/>
              </a:prstGeom>
              <a:solidFill>
                <a:srgbClr val="A7A9AC"/>
              </a:solidFill>
              <a:ln>
                <a:noFill/>
              </a:ln>
              <a:extLst>
                <a:ext uri="{91240B29-F687-4F45-9708-019B960494DF}">
                  <a14:hiddenLine xmlns:a14="http://schemas.microsoft.com/office/drawing/2010/main" w="9525">
                    <a:solidFill>
                      <a:srgbClr val="000000"/>
                    </a:solidFill>
                    <a:round/>
                  </a14:hiddenLine>
                </a:ext>
              </a:extLst>
            </p:spPr>
            <p:txBody>
              <a:bodyPr vert="horz" wrap="square" lIns="120137" tIns="60068" rIns="120137" bIns="60068" numCol="1" anchor="t" anchorCtr="0" compatLnSpc="1"/>
              <a:lstStyle/>
              <a:p>
                <a:pPr algn="ctr"/>
                <a:endParaRPr lang="zh-CN" altLang="en-US" sz="2365">
                  <a:cs typeface="+mn-ea"/>
                  <a:sym typeface="+mn-lt"/>
                </a:endParaRPr>
              </a:p>
            </p:txBody>
          </p:sp>
          <p:sp>
            <p:nvSpPr>
              <p:cNvPr id="38" name="Oval 13"/>
              <p:cNvSpPr>
                <a:spLocks noChangeArrowheads="1"/>
              </p:cNvSpPr>
              <p:nvPr/>
            </p:nvSpPr>
            <p:spPr bwMode="auto">
              <a:xfrm>
                <a:off x="5069635" y="3708325"/>
                <a:ext cx="72000" cy="72000"/>
              </a:xfrm>
              <a:prstGeom prst="ellipse">
                <a:avLst/>
              </a:prstGeom>
              <a:solidFill>
                <a:srgbClr val="A7A9AC"/>
              </a:solidFill>
              <a:ln>
                <a:noFill/>
              </a:ln>
              <a:extLst>
                <a:ext uri="{91240B29-F687-4F45-9708-019B960494DF}">
                  <a14:hiddenLine xmlns:a14="http://schemas.microsoft.com/office/drawing/2010/main" w="9525">
                    <a:solidFill>
                      <a:srgbClr val="000000"/>
                    </a:solidFill>
                    <a:round/>
                  </a14:hiddenLine>
                </a:ext>
              </a:extLst>
            </p:spPr>
            <p:txBody>
              <a:bodyPr vert="horz" wrap="square" lIns="120137" tIns="60068" rIns="120137" bIns="60068" numCol="1" anchor="t" anchorCtr="0" compatLnSpc="1"/>
              <a:lstStyle/>
              <a:p>
                <a:pPr algn="ctr"/>
                <a:endParaRPr lang="zh-CN" altLang="en-US" sz="2365">
                  <a:cs typeface="+mn-ea"/>
                  <a:sym typeface="+mn-lt"/>
                </a:endParaRPr>
              </a:p>
            </p:txBody>
          </p:sp>
          <p:sp>
            <p:nvSpPr>
              <p:cNvPr id="39" name="Oval 14"/>
              <p:cNvSpPr>
                <a:spLocks noChangeArrowheads="1"/>
              </p:cNvSpPr>
              <p:nvPr/>
            </p:nvSpPr>
            <p:spPr bwMode="auto">
              <a:xfrm>
                <a:off x="2213052" y="4408361"/>
                <a:ext cx="72000" cy="72000"/>
              </a:xfrm>
              <a:prstGeom prst="ellipse">
                <a:avLst/>
              </a:prstGeom>
              <a:solidFill>
                <a:srgbClr val="A7A9AC"/>
              </a:solidFill>
              <a:ln>
                <a:noFill/>
              </a:ln>
              <a:extLst>
                <a:ext uri="{91240B29-F687-4F45-9708-019B960494DF}">
                  <a14:hiddenLine xmlns:a14="http://schemas.microsoft.com/office/drawing/2010/main" w="9525">
                    <a:solidFill>
                      <a:srgbClr val="000000"/>
                    </a:solidFill>
                    <a:round/>
                  </a14:hiddenLine>
                </a:ext>
              </a:extLst>
            </p:spPr>
            <p:txBody>
              <a:bodyPr vert="horz" wrap="square" lIns="120137" tIns="60068" rIns="120137" bIns="60068" numCol="1" anchor="t" anchorCtr="0" compatLnSpc="1"/>
              <a:lstStyle/>
              <a:p>
                <a:pPr algn="ctr"/>
                <a:endParaRPr lang="zh-CN" altLang="en-US" sz="2365">
                  <a:cs typeface="+mn-ea"/>
                  <a:sym typeface="+mn-lt"/>
                </a:endParaRPr>
              </a:p>
            </p:txBody>
          </p:sp>
          <p:sp>
            <p:nvSpPr>
              <p:cNvPr id="40" name="文本框 39"/>
              <p:cNvSpPr txBox="1"/>
              <p:nvPr/>
            </p:nvSpPr>
            <p:spPr>
              <a:xfrm>
                <a:off x="1815068" y="3879099"/>
                <a:ext cx="824760" cy="456475"/>
              </a:xfrm>
              <a:prstGeom prst="rect">
                <a:avLst/>
              </a:prstGeom>
              <a:noFill/>
            </p:spPr>
            <p:txBody>
              <a:bodyPr wrap="square" rtlCol="0">
                <a:spAutoFit/>
              </a:bodyPr>
              <a:lstStyle/>
              <a:p>
                <a:pPr algn="ctr"/>
                <a:r>
                  <a:rPr lang="en-US" altLang="zh-CN" sz="2630" dirty="0">
                    <a:solidFill>
                      <a:schemeClr val="tx1">
                        <a:lumMod val="65000"/>
                        <a:lumOff val="35000"/>
                      </a:schemeClr>
                    </a:solidFill>
                    <a:cs typeface="+mn-ea"/>
                    <a:sym typeface="+mn-lt"/>
                  </a:rPr>
                  <a:t>16%</a:t>
                </a:r>
                <a:endParaRPr lang="zh-CN" altLang="en-US" sz="2630" dirty="0">
                  <a:solidFill>
                    <a:schemeClr val="tx1">
                      <a:lumMod val="65000"/>
                      <a:lumOff val="35000"/>
                    </a:schemeClr>
                  </a:solidFill>
                  <a:cs typeface="+mn-ea"/>
                  <a:sym typeface="+mn-lt"/>
                </a:endParaRPr>
              </a:p>
            </p:txBody>
          </p:sp>
          <p:sp>
            <p:nvSpPr>
              <p:cNvPr id="41" name="文本框 40"/>
              <p:cNvSpPr txBox="1"/>
              <p:nvPr/>
            </p:nvSpPr>
            <p:spPr>
              <a:xfrm>
                <a:off x="2483427" y="3430924"/>
                <a:ext cx="1074511" cy="456475"/>
              </a:xfrm>
              <a:prstGeom prst="rect">
                <a:avLst/>
              </a:prstGeom>
              <a:noFill/>
            </p:spPr>
            <p:txBody>
              <a:bodyPr wrap="square" rtlCol="0">
                <a:spAutoFit/>
              </a:bodyPr>
              <a:lstStyle/>
              <a:p>
                <a:pPr algn="ctr"/>
                <a:r>
                  <a:rPr lang="en-US" altLang="zh-CN" sz="2630" dirty="0">
                    <a:solidFill>
                      <a:schemeClr val="tx1">
                        <a:lumMod val="65000"/>
                        <a:lumOff val="35000"/>
                      </a:schemeClr>
                    </a:solidFill>
                    <a:cs typeface="+mn-ea"/>
                    <a:sym typeface="+mn-lt"/>
                  </a:rPr>
                  <a:t>29%</a:t>
                </a:r>
                <a:endParaRPr lang="zh-CN" altLang="en-US" sz="2630" dirty="0">
                  <a:solidFill>
                    <a:schemeClr val="tx1">
                      <a:lumMod val="65000"/>
                      <a:lumOff val="35000"/>
                    </a:schemeClr>
                  </a:solidFill>
                  <a:cs typeface="+mn-ea"/>
                  <a:sym typeface="+mn-lt"/>
                </a:endParaRPr>
              </a:p>
            </p:txBody>
          </p:sp>
          <p:sp>
            <p:nvSpPr>
              <p:cNvPr id="42" name="文本框 41"/>
              <p:cNvSpPr txBox="1"/>
              <p:nvPr/>
            </p:nvSpPr>
            <p:spPr>
              <a:xfrm>
                <a:off x="3572805" y="2390902"/>
                <a:ext cx="1074511" cy="456475"/>
              </a:xfrm>
              <a:prstGeom prst="rect">
                <a:avLst/>
              </a:prstGeom>
              <a:noFill/>
            </p:spPr>
            <p:txBody>
              <a:bodyPr wrap="square" rtlCol="0">
                <a:spAutoFit/>
              </a:bodyPr>
              <a:lstStyle/>
              <a:p>
                <a:pPr algn="ctr"/>
                <a:r>
                  <a:rPr lang="en-US" altLang="zh-CN" sz="2630" dirty="0">
                    <a:solidFill>
                      <a:schemeClr val="tx1">
                        <a:lumMod val="65000"/>
                        <a:lumOff val="35000"/>
                      </a:schemeClr>
                    </a:solidFill>
                    <a:cs typeface="+mn-ea"/>
                    <a:sym typeface="+mn-lt"/>
                  </a:rPr>
                  <a:t>65%</a:t>
                </a:r>
                <a:endParaRPr lang="zh-CN" altLang="en-US" sz="2630" dirty="0">
                  <a:solidFill>
                    <a:schemeClr val="tx1">
                      <a:lumMod val="65000"/>
                      <a:lumOff val="35000"/>
                    </a:schemeClr>
                  </a:solidFill>
                  <a:cs typeface="+mn-ea"/>
                  <a:sym typeface="+mn-lt"/>
                </a:endParaRPr>
              </a:p>
            </p:txBody>
          </p:sp>
          <p:sp>
            <p:nvSpPr>
              <p:cNvPr id="43" name="文本框 42"/>
              <p:cNvSpPr txBox="1"/>
              <p:nvPr/>
            </p:nvSpPr>
            <p:spPr>
              <a:xfrm>
                <a:off x="4786644" y="3195432"/>
                <a:ext cx="1074511" cy="456475"/>
              </a:xfrm>
              <a:prstGeom prst="rect">
                <a:avLst/>
              </a:prstGeom>
              <a:noFill/>
            </p:spPr>
            <p:txBody>
              <a:bodyPr wrap="square" rtlCol="0">
                <a:spAutoFit/>
              </a:bodyPr>
              <a:lstStyle/>
              <a:p>
                <a:pPr algn="ctr"/>
                <a:r>
                  <a:rPr lang="en-US" altLang="zh-CN" sz="2630" dirty="0">
                    <a:solidFill>
                      <a:schemeClr val="tx1">
                        <a:lumMod val="65000"/>
                        <a:lumOff val="35000"/>
                      </a:schemeClr>
                    </a:solidFill>
                    <a:cs typeface="+mn-ea"/>
                    <a:sym typeface="+mn-lt"/>
                  </a:rPr>
                  <a:t>43%</a:t>
                </a:r>
                <a:endParaRPr lang="zh-CN" altLang="en-US" sz="2630" dirty="0">
                  <a:solidFill>
                    <a:schemeClr val="tx1">
                      <a:lumMod val="65000"/>
                      <a:lumOff val="35000"/>
                    </a:schemeClr>
                  </a:solidFill>
                  <a:cs typeface="+mn-ea"/>
                  <a:sym typeface="+mn-lt"/>
                </a:endParaRPr>
              </a:p>
            </p:txBody>
          </p:sp>
        </p:grpSp>
        <p:grpSp>
          <p:nvGrpSpPr>
            <p:cNvPr id="16" name="组合 15"/>
            <p:cNvGrpSpPr/>
            <p:nvPr/>
          </p:nvGrpSpPr>
          <p:grpSpPr>
            <a:xfrm>
              <a:off x="1055688" y="2213884"/>
              <a:ext cx="498650" cy="498168"/>
              <a:chOff x="5281342" y="2932112"/>
              <a:chExt cx="1643063" cy="1641475"/>
            </a:xfrm>
          </p:grpSpPr>
          <p:sp>
            <p:nvSpPr>
              <p:cNvPr id="29" name="Oval 47"/>
              <p:cNvSpPr>
                <a:spLocks noChangeArrowheads="1"/>
              </p:cNvSpPr>
              <p:nvPr/>
            </p:nvSpPr>
            <p:spPr bwMode="auto">
              <a:xfrm>
                <a:off x="5281342" y="2932112"/>
                <a:ext cx="1643063" cy="1641475"/>
              </a:xfrm>
              <a:prstGeom prst="rect">
                <a:avLst/>
              </a:prstGeom>
              <a:solidFill>
                <a:schemeClr val="accent2">
                  <a:lumMod val="100000"/>
                </a:schemeClr>
              </a:solidFill>
              <a:ln>
                <a:noFill/>
              </a:ln>
            </p:spPr>
            <p:txBody>
              <a:bodyPr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endParaRPr lang="en-US" altLang="zh-CN" sz="2365" dirty="0">
                  <a:solidFill>
                    <a:srgbClr val="FFFFFF"/>
                  </a:solidFill>
                  <a:latin typeface="+mn-lt"/>
                  <a:ea typeface="+mn-ea"/>
                  <a:cs typeface="+mn-ea"/>
                  <a:sym typeface="+mn-lt"/>
                </a:endParaRPr>
              </a:p>
            </p:txBody>
          </p:sp>
          <p:sp>
            <p:nvSpPr>
              <p:cNvPr id="30" name="Freeform 122"/>
              <p:cNvSpPr/>
              <p:nvPr/>
            </p:nvSpPr>
            <p:spPr bwMode="auto">
              <a:xfrm>
                <a:off x="5649642" y="3299618"/>
                <a:ext cx="906462" cy="906462"/>
              </a:xfrm>
              <a:custGeom>
                <a:avLst/>
                <a:gdLst>
                  <a:gd name="T0" fmla="*/ 526677 w 290"/>
                  <a:gd name="T1" fmla="*/ 355704 h 290"/>
                  <a:gd name="T2" fmla="*/ 426451 w 290"/>
                  <a:gd name="T3" fmla="*/ 365530 h 290"/>
                  <a:gd name="T4" fmla="*/ 312469 w 290"/>
                  <a:gd name="T5" fmla="*/ 249583 h 290"/>
                  <a:gd name="T6" fmla="*/ 564016 w 290"/>
                  <a:gd name="T7" fmla="*/ 98261 h 290"/>
                  <a:gd name="T8" fmla="*/ 520782 w 290"/>
                  <a:gd name="T9" fmla="*/ 55026 h 290"/>
                  <a:gd name="T10" fmla="*/ 198487 w 290"/>
                  <a:gd name="T11" fmla="*/ 137565 h 290"/>
                  <a:gd name="T12" fmla="*/ 80574 w 290"/>
                  <a:gd name="T13" fmla="*/ 17687 h 290"/>
                  <a:gd name="T14" fmla="*/ 17687 w 290"/>
                  <a:gd name="T15" fmla="*/ 17687 h 290"/>
                  <a:gd name="T16" fmla="*/ 17687 w 290"/>
                  <a:gd name="T17" fmla="*/ 80574 h 290"/>
                  <a:gd name="T18" fmla="*/ 137565 w 290"/>
                  <a:gd name="T19" fmla="*/ 198487 h 290"/>
                  <a:gd name="T20" fmla="*/ 55026 w 290"/>
                  <a:gd name="T21" fmla="*/ 520783 h 290"/>
                  <a:gd name="T22" fmla="*/ 98261 w 290"/>
                  <a:gd name="T23" fmla="*/ 564017 h 290"/>
                  <a:gd name="T24" fmla="*/ 249582 w 290"/>
                  <a:gd name="T25" fmla="*/ 312470 h 290"/>
                  <a:gd name="T26" fmla="*/ 363565 w 290"/>
                  <a:gd name="T27" fmla="*/ 426452 h 290"/>
                  <a:gd name="T28" fmla="*/ 355704 w 290"/>
                  <a:gd name="T29" fmla="*/ 528643 h 290"/>
                  <a:gd name="T30" fmla="*/ 398938 w 290"/>
                  <a:gd name="T31" fmla="*/ 569913 h 290"/>
                  <a:gd name="T32" fmla="*/ 459860 w 290"/>
                  <a:gd name="T33" fmla="*/ 459861 h 290"/>
                  <a:gd name="T34" fmla="*/ 569912 w 290"/>
                  <a:gd name="T35" fmla="*/ 398939 h 290"/>
                  <a:gd name="T36" fmla="*/ 526677 w 290"/>
                  <a:gd name="T37" fmla="*/ 355704 h 2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90" h="290">
                    <a:moveTo>
                      <a:pt x="268" y="181"/>
                    </a:moveTo>
                    <a:cubicBezTo>
                      <a:pt x="217" y="186"/>
                      <a:pt x="217" y="186"/>
                      <a:pt x="217" y="186"/>
                    </a:cubicBezTo>
                    <a:cubicBezTo>
                      <a:pt x="159" y="127"/>
                      <a:pt x="159" y="127"/>
                      <a:pt x="159" y="127"/>
                    </a:cubicBezTo>
                    <a:cubicBezTo>
                      <a:pt x="287" y="50"/>
                      <a:pt x="287" y="50"/>
                      <a:pt x="287" y="50"/>
                    </a:cubicBezTo>
                    <a:cubicBezTo>
                      <a:pt x="265" y="28"/>
                      <a:pt x="265" y="28"/>
                      <a:pt x="265" y="28"/>
                    </a:cubicBezTo>
                    <a:cubicBezTo>
                      <a:pt x="101" y="70"/>
                      <a:pt x="101" y="70"/>
                      <a:pt x="101" y="70"/>
                    </a:cubicBezTo>
                    <a:cubicBezTo>
                      <a:pt x="41" y="9"/>
                      <a:pt x="41" y="9"/>
                      <a:pt x="41" y="9"/>
                    </a:cubicBezTo>
                    <a:cubicBezTo>
                      <a:pt x="32" y="0"/>
                      <a:pt x="18" y="0"/>
                      <a:pt x="9" y="9"/>
                    </a:cubicBezTo>
                    <a:cubicBezTo>
                      <a:pt x="0" y="18"/>
                      <a:pt x="0" y="32"/>
                      <a:pt x="9" y="41"/>
                    </a:cubicBezTo>
                    <a:cubicBezTo>
                      <a:pt x="70" y="101"/>
                      <a:pt x="70" y="101"/>
                      <a:pt x="70" y="101"/>
                    </a:cubicBezTo>
                    <a:cubicBezTo>
                      <a:pt x="28" y="265"/>
                      <a:pt x="28" y="265"/>
                      <a:pt x="28" y="265"/>
                    </a:cubicBezTo>
                    <a:cubicBezTo>
                      <a:pt x="50" y="287"/>
                      <a:pt x="50" y="287"/>
                      <a:pt x="50" y="287"/>
                    </a:cubicBezTo>
                    <a:cubicBezTo>
                      <a:pt x="127" y="159"/>
                      <a:pt x="127" y="159"/>
                      <a:pt x="127" y="159"/>
                    </a:cubicBezTo>
                    <a:cubicBezTo>
                      <a:pt x="185" y="217"/>
                      <a:pt x="185" y="217"/>
                      <a:pt x="185" y="217"/>
                    </a:cubicBezTo>
                    <a:cubicBezTo>
                      <a:pt x="181" y="269"/>
                      <a:pt x="181" y="269"/>
                      <a:pt x="181" y="269"/>
                    </a:cubicBezTo>
                    <a:cubicBezTo>
                      <a:pt x="203" y="290"/>
                      <a:pt x="203" y="290"/>
                      <a:pt x="203" y="290"/>
                    </a:cubicBezTo>
                    <a:cubicBezTo>
                      <a:pt x="234" y="234"/>
                      <a:pt x="234" y="234"/>
                      <a:pt x="234" y="234"/>
                    </a:cubicBezTo>
                    <a:cubicBezTo>
                      <a:pt x="290" y="203"/>
                      <a:pt x="290" y="203"/>
                      <a:pt x="290" y="203"/>
                    </a:cubicBezTo>
                    <a:lnTo>
                      <a:pt x="268" y="18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365">
                  <a:cs typeface="+mn-ea"/>
                  <a:sym typeface="+mn-lt"/>
                </a:endParaRPr>
              </a:p>
            </p:txBody>
          </p:sp>
        </p:grpSp>
        <p:grpSp>
          <p:nvGrpSpPr>
            <p:cNvPr id="17" name="组合 16"/>
            <p:cNvGrpSpPr/>
            <p:nvPr/>
          </p:nvGrpSpPr>
          <p:grpSpPr>
            <a:xfrm>
              <a:off x="1055688" y="3671172"/>
              <a:ext cx="498650" cy="498168"/>
              <a:chOff x="5281342" y="2932112"/>
              <a:chExt cx="1643063" cy="1641475"/>
            </a:xfrm>
          </p:grpSpPr>
          <p:sp>
            <p:nvSpPr>
              <p:cNvPr id="27" name="Oval 47"/>
              <p:cNvSpPr>
                <a:spLocks noChangeArrowheads="1"/>
              </p:cNvSpPr>
              <p:nvPr/>
            </p:nvSpPr>
            <p:spPr bwMode="auto">
              <a:xfrm>
                <a:off x="5281342" y="2932112"/>
                <a:ext cx="1643063" cy="1641475"/>
              </a:xfrm>
              <a:prstGeom prst="rect">
                <a:avLst/>
              </a:prstGeom>
              <a:solidFill>
                <a:schemeClr val="accent2">
                  <a:lumMod val="100000"/>
                </a:schemeClr>
              </a:solidFill>
              <a:ln>
                <a:noFill/>
              </a:ln>
            </p:spPr>
            <p:txBody>
              <a:bodyPr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endParaRPr lang="en-US" altLang="zh-CN" sz="2365">
                  <a:solidFill>
                    <a:srgbClr val="FFFFFF"/>
                  </a:solidFill>
                  <a:latin typeface="+mn-lt"/>
                  <a:ea typeface="+mn-ea"/>
                  <a:cs typeface="+mn-ea"/>
                  <a:sym typeface="+mn-lt"/>
                </a:endParaRPr>
              </a:p>
            </p:txBody>
          </p:sp>
          <p:sp>
            <p:nvSpPr>
              <p:cNvPr id="28" name="Freeform 122"/>
              <p:cNvSpPr/>
              <p:nvPr/>
            </p:nvSpPr>
            <p:spPr bwMode="auto">
              <a:xfrm>
                <a:off x="5649642" y="3299618"/>
                <a:ext cx="906462" cy="906462"/>
              </a:xfrm>
              <a:custGeom>
                <a:avLst/>
                <a:gdLst>
                  <a:gd name="T0" fmla="*/ 526677 w 290"/>
                  <a:gd name="T1" fmla="*/ 355704 h 290"/>
                  <a:gd name="T2" fmla="*/ 426451 w 290"/>
                  <a:gd name="T3" fmla="*/ 365530 h 290"/>
                  <a:gd name="T4" fmla="*/ 312469 w 290"/>
                  <a:gd name="T5" fmla="*/ 249583 h 290"/>
                  <a:gd name="T6" fmla="*/ 564016 w 290"/>
                  <a:gd name="T7" fmla="*/ 98261 h 290"/>
                  <a:gd name="T8" fmla="*/ 520782 w 290"/>
                  <a:gd name="T9" fmla="*/ 55026 h 290"/>
                  <a:gd name="T10" fmla="*/ 198487 w 290"/>
                  <a:gd name="T11" fmla="*/ 137565 h 290"/>
                  <a:gd name="T12" fmla="*/ 80574 w 290"/>
                  <a:gd name="T13" fmla="*/ 17687 h 290"/>
                  <a:gd name="T14" fmla="*/ 17687 w 290"/>
                  <a:gd name="T15" fmla="*/ 17687 h 290"/>
                  <a:gd name="T16" fmla="*/ 17687 w 290"/>
                  <a:gd name="T17" fmla="*/ 80574 h 290"/>
                  <a:gd name="T18" fmla="*/ 137565 w 290"/>
                  <a:gd name="T19" fmla="*/ 198487 h 290"/>
                  <a:gd name="T20" fmla="*/ 55026 w 290"/>
                  <a:gd name="T21" fmla="*/ 520783 h 290"/>
                  <a:gd name="T22" fmla="*/ 98261 w 290"/>
                  <a:gd name="T23" fmla="*/ 564017 h 290"/>
                  <a:gd name="T24" fmla="*/ 249582 w 290"/>
                  <a:gd name="T25" fmla="*/ 312470 h 290"/>
                  <a:gd name="T26" fmla="*/ 363565 w 290"/>
                  <a:gd name="T27" fmla="*/ 426452 h 290"/>
                  <a:gd name="T28" fmla="*/ 355704 w 290"/>
                  <a:gd name="T29" fmla="*/ 528643 h 290"/>
                  <a:gd name="T30" fmla="*/ 398938 w 290"/>
                  <a:gd name="T31" fmla="*/ 569913 h 290"/>
                  <a:gd name="T32" fmla="*/ 459860 w 290"/>
                  <a:gd name="T33" fmla="*/ 459861 h 290"/>
                  <a:gd name="T34" fmla="*/ 569912 w 290"/>
                  <a:gd name="T35" fmla="*/ 398939 h 290"/>
                  <a:gd name="T36" fmla="*/ 526677 w 290"/>
                  <a:gd name="T37" fmla="*/ 355704 h 2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90" h="290">
                    <a:moveTo>
                      <a:pt x="268" y="181"/>
                    </a:moveTo>
                    <a:cubicBezTo>
                      <a:pt x="217" y="186"/>
                      <a:pt x="217" y="186"/>
                      <a:pt x="217" y="186"/>
                    </a:cubicBezTo>
                    <a:cubicBezTo>
                      <a:pt x="159" y="127"/>
                      <a:pt x="159" y="127"/>
                      <a:pt x="159" y="127"/>
                    </a:cubicBezTo>
                    <a:cubicBezTo>
                      <a:pt x="287" y="50"/>
                      <a:pt x="287" y="50"/>
                      <a:pt x="287" y="50"/>
                    </a:cubicBezTo>
                    <a:cubicBezTo>
                      <a:pt x="265" y="28"/>
                      <a:pt x="265" y="28"/>
                      <a:pt x="265" y="28"/>
                    </a:cubicBezTo>
                    <a:cubicBezTo>
                      <a:pt x="101" y="70"/>
                      <a:pt x="101" y="70"/>
                      <a:pt x="101" y="70"/>
                    </a:cubicBezTo>
                    <a:cubicBezTo>
                      <a:pt x="41" y="9"/>
                      <a:pt x="41" y="9"/>
                      <a:pt x="41" y="9"/>
                    </a:cubicBezTo>
                    <a:cubicBezTo>
                      <a:pt x="32" y="0"/>
                      <a:pt x="18" y="0"/>
                      <a:pt x="9" y="9"/>
                    </a:cubicBezTo>
                    <a:cubicBezTo>
                      <a:pt x="0" y="18"/>
                      <a:pt x="0" y="32"/>
                      <a:pt x="9" y="41"/>
                    </a:cubicBezTo>
                    <a:cubicBezTo>
                      <a:pt x="70" y="101"/>
                      <a:pt x="70" y="101"/>
                      <a:pt x="70" y="101"/>
                    </a:cubicBezTo>
                    <a:cubicBezTo>
                      <a:pt x="28" y="265"/>
                      <a:pt x="28" y="265"/>
                      <a:pt x="28" y="265"/>
                    </a:cubicBezTo>
                    <a:cubicBezTo>
                      <a:pt x="50" y="287"/>
                      <a:pt x="50" y="287"/>
                      <a:pt x="50" y="287"/>
                    </a:cubicBezTo>
                    <a:cubicBezTo>
                      <a:pt x="127" y="159"/>
                      <a:pt x="127" y="159"/>
                      <a:pt x="127" y="159"/>
                    </a:cubicBezTo>
                    <a:cubicBezTo>
                      <a:pt x="185" y="217"/>
                      <a:pt x="185" y="217"/>
                      <a:pt x="185" y="217"/>
                    </a:cubicBezTo>
                    <a:cubicBezTo>
                      <a:pt x="181" y="269"/>
                      <a:pt x="181" y="269"/>
                      <a:pt x="181" y="269"/>
                    </a:cubicBezTo>
                    <a:cubicBezTo>
                      <a:pt x="203" y="290"/>
                      <a:pt x="203" y="290"/>
                      <a:pt x="203" y="290"/>
                    </a:cubicBezTo>
                    <a:cubicBezTo>
                      <a:pt x="234" y="234"/>
                      <a:pt x="234" y="234"/>
                      <a:pt x="234" y="234"/>
                    </a:cubicBezTo>
                    <a:cubicBezTo>
                      <a:pt x="290" y="203"/>
                      <a:pt x="290" y="203"/>
                      <a:pt x="290" y="203"/>
                    </a:cubicBezTo>
                    <a:lnTo>
                      <a:pt x="268" y="18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365">
                  <a:cs typeface="+mn-ea"/>
                  <a:sym typeface="+mn-lt"/>
                </a:endParaRPr>
              </a:p>
            </p:txBody>
          </p:sp>
        </p:grpSp>
        <p:grpSp>
          <p:nvGrpSpPr>
            <p:cNvPr id="18" name="组合 17"/>
            <p:cNvGrpSpPr/>
            <p:nvPr/>
          </p:nvGrpSpPr>
          <p:grpSpPr>
            <a:xfrm>
              <a:off x="10637663" y="2213884"/>
              <a:ext cx="498650" cy="498168"/>
              <a:chOff x="5281342" y="2932112"/>
              <a:chExt cx="1643063" cy="1641475"/>
            </a:xfrm>
          </p:grpSpPr>
          <p:sp>
            <p:nvSpPr>
              <p:cNvPr id="25" name="Oval 47"/>
              <p:cNvSpPr>
                <a:spLocks noChangeArrowheads="1"/>
              </p:cNvSpPr>
              <p:nvPr/>
            </p:nvSpPr>
            <p:spPr bwMode="auto">
              <a:xfrm>
                <a:off x="5281342" y="2932112"/>
                <a:ext cx="1643063" cy="1641475"/>
              </a:xfrm>
              <a:prstGeom prst="rect">
                <a:avLst/>
              </a:prstGeom>
              <a:solidFill>
                <a:schemeClr val="accent1">
                  <a:lumMod val="100000"/>
                </a:schemeClr>
              </a:solidFill>
              <a:ln>
                <a:noFill/>
              </a:ln>
            </p:spPr>
            <p:txBody>
              <a:bodyPr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endParaRPr lang="en-US" altLang="zh-CN" sz="2365">
                  <a:solidFill>
                    <a:srgbClr val="FFFFFF"/>
                  </a:solidFill>
                  <a:latin typeface="+mn-lt"/>
                  <a:ea typeface="+mn-ea"/>
                  <a:cs typeface="+mn-ea"/>
                  <a:sym typeface="+mn-lt"/>
                </a:endParaRPr>
              </a:p>
            </p:txBody>
          </p:sp>
          <p:sp>
            <p:nvSpPr>
              <p:cNvPr id="26" name="Freeform 122"/>
              <p:cNvSpPr/>
              <p:nvPr/>
            </p:nvSpPr>
            <p:spPr bwMode="auto">
              <a:xfrm>
                <a:off x="5649642" y="3299618"/>
                <a:ext cx="906462" cy="906462"/>
              </a:xfrm>
              <a:custGeom>
                <a:avLst/>
                <a:gdLst>
                  <a:gd name="T0" fmla="*/ 526677 w 290"/>
                  <a:gd name="T1" fmla="*/ 355704 h 290"/>
                  <a:gd name="T2" fmla="*/ 426451 w 290"/>
                  <a:gd name="T3" fmla="*/ 365530 h 290"/>
                  <a:gd name="T4" fmla="*/ 312469 w 290"/>
                  <a:gd name="T5" fmla="*/ 249583 h 290"/>
                  <a:gd name="T6" fmla="*/ 564016 w 290"/>
                  <a:gd name="T7" fmla="*/ 98261 h 290"/>
                  <a:gd name="T8" fmla="*/ 520782 w 290"/>
                  <a:gd name="T9" fmla="*/ 55026 h 290"/>
                  <a:gd name="T10" fmla="*/ 198487 w 290"/>
                  <a:gd name="T11" fmla="*/ 137565 h 290"/>
                  <a:gd name="T12" fmla="*/ 80574 w 290"/>
                  <a:gd name="T13" fmla="*/ 17687 h 290"/>
                  <a:gd name="T14" fmla="*/ 17687 w 290"/>
                  <a:gd name="T15" fmla="*/ 17687 h 290"/>
                  <a:gd name="T16" fmla="*/ 17687 w 290"/>
                  <a:gd name="T17" fmla="*/ 80574 h 290"/>
                  <a:gd name="T18" fmla="*/ 137565 w 290"/>
                  <a:gd name="T19" fmla="*/ 198487 h 290"/>
                  <a:gd name="T20" fmla="*/ 55026 w 290"/>
                  <a:gd name="T21" fmla="*/ 520783 h 290"/>
                  <a:gd name="T22" fmla="*/ 98261 w 290"/>
                  <a:gd name="T23" fmla="*/ 564017 h 290"/>
                  <a:gd name="T24" fmla="*/ 249582 w 290"/>
                  <a:gd name="T25" fmla="*/ 312470 h 290"/>
                  <a:gd name="T26" fmla="*/ 363565 w 290"/>
                  <a:gd name="T27" fmla="*/ 426452 h 290"/>
                  <a:gd name="T28" fmla="*/ 355704 w 290"/>
                  <a:gd name="T29" fmla="*/ 528643 h 290"/>
                  <a:gd name="T30" fmla="*/ 398938 w 290"/>
                  <a:gd name="T31" fmla="*/ 569913 h 290"/>
                  <a:gd name="T32" fmla="*/ 459860 w 290"/>
                  <a:gd name="T33" fmla="*/ 459861 h 290"/>
                  <a:gd name="T34" fmla="*/ 569912 w 290"/>
                  <a:gd name="T35" fmla="*/ 398939 h 290"/>
                  <a:gd name="T36" fmla="*/ 526677 w 290"/>
                  <a:gd name="T37" fmla="*/ 355704 h 2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90" h="290">
                    <a:moveTo>
                      <a:pt x="268" y="181"/>
                    </a:moveTo>
                    <a:cubicBezTo>
                      <a:pt x="217" y="186"/>
                      <a:pt x="217" y="186"/>
                      <a:pt x="217" y="186"/>
                    </a:cubicBezTo>
                    <a:cubicBezTo>
                      <a:pt x="159" y="127"/>
                      <a:pt x="159" y="127"/>
                      <a:pt x="159" y="127"/>
                    </a:cubicBezTo>
                    <a:cubicBezTo>
                      <a:pt x="287" y="50"/>
                      <a:pt x="287" y="50"/>
                      <a:pt x="287" y="50"/>
                    </a:cubicBezTo>
                    <a:cubicBezTo>
                      <a:pt x="265" y="28"/>
                      <a:pt x="265" y="28"/>
                      <a:pt x="265" y="28"/>
                    </a:cubicBezTo>
                    <a:cubicBezTo>
                      <a:pt x="101" y="70"/>
                      <a:pt x="101" y="70"/>
                      <a:pt x="101" y="70"/>
                    </a:cubicBezTo>
                    <a:cubicBezTo>
                      <a:pt x="41" y="9"/>
                      <a:pt x="41" y="9"/>
                      <a:pt x="41" y="9"/>
                    </a:cubicBezTo>
                    <a:cubicBezTo>
                      <a:pt x="32" y="0"/>
                      <a:pt x="18" y="0"/>
                      <a:pt x="9" y="9"/>
                    </a:cubicBezTo>
                    <a:cubicBezTo>
                      <a:pt x="0" y="18"/>
                      <a:pt x="0" y="32"/>
                      <a:pt x="9" y="41"/>
                    </a:cubicBezTo>
                    <a:cubicBezTo>
                      <a:pt x="70" y="101"/>
                      <a:pt x="70" y="101"/>
                      <a:pt x="70" y="101"/>
                    </a:cubicBezTo>
                    <a:cubicBezTo>
                      <a:pt x="28" y="265"/>
                      <a:pt x="28" y="265"/>
                      <a:pt x="28" y="265"/>
                    </a:cubicBezTo>
                    <a:cubicBezTo>
                      <a:pt x="50" y="287"/>
                      <a:pt x="50" y="287"/>
                      <a:pt x="50" y="287"/>
                    </a:cubicBezTo>
                    <a:cubicBezTo>
                      <a:pt x="127" y="159"/>
                      <a:pt x="127" y="159"/>
                      <a:pt x="127" y="159"/>
                    </a:cubicBezTo>
                    <a:cubicBezTo>
                      <a:pt x="185" y="217"/>
                      <a:pt x="185" y="217"/>
                      <a:pt x="185" y="217"/>
                    </a:cubicBezTo>
                    <a:cubicBezTo>
                      <a:pt x="181" y="269"/>
                      <a:pt x="181" y="269"/>
                      <a:pt x="181" y="269"/>
                    </a:cubicBezTo>
                    <a:cubicBezTo>
                      <a:pt x="203" y="290"/>
                      <a:pt x="203" y="290"/>
                      <a:pt x="203" y="290"/>
                    </a:cubicBezTo>
                    <a:cubicBezTo>
                      <a:pt x="234" y="234"/>
                      <a:pt x="234" y="234"/>
                      <a:pt x="234" y="234"/>
                    </a:cubicBezTo>
                    <a:cubicBezTo>
                      <a:pt x="290" y="203"/>
                      <a:pt x="290" y="203"/>
                      <a:pt x="290" y="203"/>
                    </a:cubicBezTo>
                    <a:lnTo>
                      <a:pt x="268" y="18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365">
                  <a:cs typeface="+mn-ea"/>
                  <a:sym typeface="+mn-lt"/>
                </a:endParaRPr>
              </a:p>
            </p:txBody>
          </p:sp>
        </p:grpSp>
        <p:grpSp>
          <p:nvGrpSpPr>
            <p:cNvPr id="19" name="组合 18"/>
            <p:cNvGrpSpPr/>
            <p:nvPr/>
          </p:nvGrpSpPr>
          <p:grpSpPr>
            <a:xfrm>
              <a:off x="10637663" y="3671172"/>
              <a:ext cx="498650" cy="498168"/>
              <a:chOff x="5281342" y="2932112"/>
              <a:chExt cx="1643063" cy="1641475"/>
            </a:xfrm>
          </p:grpSpPr>
          <p:sp>
            <p:nvSpPr>
              <p:cNvPr id="23" name="Oval 47"/>
              <p:cNvSpPr>
                <a:spLocks noChangeArrowheads="1"/>
              </p:cNvSpPr>
              <p:nvPr/>
            </p:nvSpPr>
            <p:spPr bwMode="auto">
              <a:xfrm>
                <a:off x="5281342" y="2932112"/>
                <a:ext cx="1643063" cy="1641475"/>
              </a:xfrm>
              <a:prstGeom prst="rect">
                <a:avLst/>
              </a:prstGeom>
              <a:solidFill>
                <a:schemeClr val="accent1">
                  <a:lumMod val="100000"/>
                </a:schemeClr>
              </a:solidFill>
              <a:ln>
                <a:noFill/>
              </a:ln>
            </p:spPr>
            <p:txBody>
              <a:bodyPr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endParaRPr lang="en-US" altLang="zh-CN" sz="2365">
                  <a:solidFill>
                    <a:srgbClr val="FFFFFF"/>
                  </a:solidFill>
                  <a:latin typeface="+mn-lt"/>
                  <a:ea typeface="+mn-ea"/>
                  <a:cs typeface="+mn-ea"/>
                  <a:sym typeface="+mn-lt"/>
                </a:endParaRPr>
              </a:p>
            </p:txBody>
          </p:sp>
          <p:sp>
            <p:nvSpPr>
              <p:cNvPr id="24" name="Freeform 122"/>
              <p:cNvSpPr/>
              <p:nvPr/>
            </p:nvSpPr>
            <p:spPr bwMode="auto">
              <a:xfrm>
                <a:off x="5649642" y="3299618"/>
                <a:ext cx="906462" cy="906462"/>
              </a:xfrm>
              <a:custGeom>
                <a:avLst/>
                <a:gdLst>
                  <a:gd name="T0" fmla="*/ 526677 w 290"/>
                  <a:gd name="T1" fmla="*/ 355704 h 290"/>
                  <a:gd name="T2" fmla="*/ 426451 w 290"/>
                  <a:gd name="T3" fmla="*/ 365530 h 290"/>
                  <a:gd name="T4" fmla="*/ 312469 w 290"/>
                  <a:gd name="T5" fmla="*/ 249583 h 290"/>
                  <a:gd name="T6" fmla="*/ 564016 w 290"/>
                  <a:gd name="T7" fmla="*/ 98261 h 290"/>
                  <a:gd name="T8" fmla="*/ 520782 w 290"/>
                  <a:gd name="T9" fmla="*/ 55026 h 290"/>
                  <a:gd name="T10" fmla="*/ 198487 w 290"/>
                  <a:gd name="T11" fmla="*/ 137565 h 290"/>
                  <a:gd name="T12" fmla="*/ 80574 w 290"/>
                  <a:gd name="T13" fmla="*/ 17687 h 290"/>
                  <a:gd name="T14" fmla="*/ 17687 w 290"/>
                  <a:gd name="T15" fmla="*/ 17687 h 290"/>
                  <a:gd name="T16" fmla="*/ 17687 w 290"/>
                  <a:gd name="T17" fmla="*/ 80574 h 290"/>
                  <a:gd name="T18" fmla="*/ 137565 w 290"/>
                  <a:gd name="T19" fmla="*/ 198487 h 290"/>
                  <a:gd name="T20" fmla="*/ 55026 w 290"/>
                  <a:gd name="T21" fmla="*/ 520783 h 290"/>
                  <a:gd name="T22" fmla="*/ 98261 w 290"/>
                  <a:gd name="T23" fmla="*/ 564017 h 290"/>
                  <a:gd name="T24" fmla="*/ 249582 w 290"/>
                  <a:gd name="T25" fmla="*/ 312470 h 290"/>
                  <a:gd name="T26" fmla="*/ 363565 w 290"/>
                  <a:gd name="T27" fmla="*/ 426452 h 290"/>
                  <a:gd name="T28" fmla="*/ 355704 w 290"/>
                  <a:gd name="T29" fmla="*/ 528643 h 290"/>
                  <a:gd name="T30" fmla="*/ 398938 w 290"/>
                  <a:gd name="T31" fmla="*/ 569913 h 290"/>
                  <a:gd name="T32" fmla="*/ 459860 w 290"/>
                  <a:gd name="T33" fmla="*/ 459861 h 290"/>
                  <a:gd name="T34" fmla="*/ 569912 w 290"/>
                  <a:gd name="T35" fmla="*/ 398939 h 290"/>
                  <a:gd name="T36" fmla="*/ 526677 w 290"/>
                  <a:gd name="T37" fmla="*/ 355704 h 29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90" h="290">
                    <a:moveTo>
                      <a:pt x="268" y="181"/>
                    </a:moveTo>
                    <a:cubicBezTo>
                      <a:pt x="217" y="186"/>
                      <a:pt x="217" y="186"/>
                      <a:pt x="217" y="186"/>
                    </a:cubicBezTo>
                    <a:cubicBezTo>
                      <a:pt x="159" y="127"/>
                      <a:pt x="159" y="127"/>
                      <a:pt x="159" y="127"/>
                    </a:cubicBezTo>
                    <a:cubicBezTo>
                      <a:pt x="287" y="50"/>
                      <a:pt x="287" y="50"/>
                      <a:pt x="287" y="50"/>
                    </a:cubicBezTo>
                    <a:cubicBezTo>
                      <a:pt x="265" y="28"/>
                      <a:pt x="265" y="28"/>
                      <a:pt x="265" y="28"/>
                    </a:cubicBezTo>
                    <a:cubicBezTo>
                      <a:pt x="101" y="70"/>
                      <a:pt x="101" y="70"/>
                      <a:pt x="101" y="70"/>
                    </a:cubicBezTo>
                    <a:cubicBezTo>
                      <a:pt x="41" y="9"/>
                      <a:pt x="41" y="9"/>
                      <a:pt x="41" y="9"/>
                    </a:cubicBezTo>
                    <a:cubicBezTo>
                      <a:pt x="32" y="0"/>
                      <a:pt x="18" y="0"/>
                      <a:pt x="9" y="9"/>
                    </a:cubicBezTo>
                    <a:cubicBezTo>
                      <a:pt x="0" y="18"/>
                      <a:pt x="0" y="32"/>
                      <a:pt x="9" y="41"/>
                    </a:cubicBezTo>
                    <a:cubicBezTo>
                      <a:pt x="70" y="101"/>
                      <a:pt x="70" y="101"/>
                      <a:pt x="70" y="101"/>
                    </a:cubicBezTo>
                    <a:cubicBezTo>
                      <a:pt x="28" y="265"/>
                      <a:pt x="28" y="265"/>
                      <a:pt x="28" y="265"/>
                    </a:cubicBezTo>
                    <a:cubicBezTo>
                      <a:pt x="50" y="287"/>
                      <a:pt x="50" y="287"/>
                      <a:pt x="50" y="287"/>
                    </a:cubicBezTo>
                    <a:cubicBezTo>
                      <a:pt x="127" y="159"/>
                      <a:pt x="127" y="159"/>
                      <a:pt x="127" y="159"/>
                    </a:cubicBezTo>
                    <a:cubicBezTo>
                      <a:pt x="185" y="217"/>
                      <a:pt x="185" y="217"/>
                      <a:pt x="185" y="217"/>
                    </a:cubicBezTo>
                    <a:cubicBezTo>
                      <a:pt x="181" y="269"/>
                      <a:pt x="181" y="269"/>
                      <a:pt x="181" y="269"/>
                    </a:cubicBezTo>
                    <a:cubicBezTo>
                      <a:pt x="203" y="290"/>
                      <a:pt x="203" y="290"/>
                      <a:pt x="203" y="290"/>
                    </a:cubicBezTo>
                    <a:cubicBezTo>
                      <a:pt x="234" y="234"/>
                      <a:pt x="234" y="234"/>
                      <a:pt x="234" y="234"/>
                    </a:cubicBezTo>
                    <a:cubicBezTo>
                      <a:pt x="290" y="203"/>
                      <a:pt x="290" y="203"/>
                      <a:pt x="290" y="203"/>
                    </a:cubicBezTo>
                    <a:lnTo>
                      <a:pt x="268" y="18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365">
                  <a:cs typeface="+mn-ea"/>
                  <a:sym typeface="+mn-lt"/>
                </a:endParaRPr>
              </a:p>
            </p:txBody>
          </p:sp>
        </p:grpSp>
        <p:grpSp>
          <p:nvGrpSpPr>
            <p:cNvPr id="20" name="组合 19"/>
            <p:cNvGrpSpPr/>
            <p:nvPr/>
          </p:nvGrpSpPr>
          <p:grpSpPr>
            <a:xfrm>
              <a:off x="1231395" y="5029463"/>
              <a:ext cx="9755919" cy="625216"/>
              <a:chOff x="1231395" y="5029463"/>
              <a:chExt cx="9755919" cy="625216"/>
            </a:xfrm>
          </p:grpSpPr>
          <p:sp>
            <p:nvSpPr>
              <p:cNvPr id="21" name="矩形 20"/>
              <p:cNvSpPr/>
              <p:nvPr/>
            </p:nvSpPr>
            <p:spPr>
              <a:xfrm>
                <a:off x="1231395" y="5117100"/>
                <a:ext cx="9755919" cy="537579"/>
              </a:xfrm>
              <a:prstGeom prst="rect">
                <a:avLst/>
              </a:prstGeom>
            </p:spPr>
            <p:txBody>
              <a:bodyPr wrap="square">
                <a:spAutoFit/>
                <a:scene3d>
                  <a:camera prst="orthographicFront"/>
                  <a:lightRig rig="threePt" dir="t"/>
                </a:scene3d>
                <a:sp3d contourW="12700"/>
              </a:bodyPr>
              <a:lstStyle/>
              <a:p>
                <a:pPr algn="just">
                  <a:lnSpc>
                    <a:spcPct val="150000"/>
                  </a:lnSpc>
                </a:pPr>
                <a:endParaRPr lang="zh-CN" altLang="en-US" sz="2100" dirty="0">
                  <a:solidFill>
                    <a:schemeClr val="tx1">
                      <a:lumMod val="75000"/>
                      <a:lumOff val="25000"/>
                    </a:schemeClr>
                  </a:solidFill>
                  <a:cs typeface="+mn-ea"/>
                  <a:sym typeface="+mn-lt"/>
                </a:endParaRPr>
              </a:p>
            </p:txBody>
          </p:sp>
          <p:cxnSp>
            <p:nvCxnSpPr>
              <p:cNvPr id="22" name="直接连接符 21"/>
              <p:cNvCxnSpPr/>
              <p:nvPr/>
            </p:nvCxnSpPr>
            <p:spPr>
              <a:xfrm>
                <a:off x="1301974" y="5029463"/>
                <a:ext cx="9646703"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grpSp>
        <p:nvGrpSpPr>
          <p:cNvPr id="2" name="组合 1">
            <a:extLst>
              <a:ext uri="{FF2B5EF4-FFF2-40B4-BE49-F238E27FC236}">
                <a16:creationId xmlns="" xmlns:a16="http://schemas.microsoft.com/office/drawing/2014/main" id="{AA8909A4-0CB9-4B2C-B7C6-7A33A2A3E5C6}"/>
              </a:ext>
            </a:extLst>
          </p:cNvPr>
          <p:cNvGrpSpPr/>
          <p:nvPr/>
        </p:nvGrpSpPr>
        <p:grpSpPr>
          <a:xfrm>
            <a:off x="1644217" y="1916330"/>
            <a:ext cx="8988248" cy="2087756"/>
            <a:chOff x="1644217" y="1916330"/>
            <a:chExt cx="8988248" cy="2087756"/>
          </a:xfrm>
        </p:grpSpPr>
        <p:sp>
          <p:nvSpPr>
            <p:cNvPr id="52" name="文本框 51"/>
            <p:cNvSpPr txBox="1"/>
            <p:nvPr/>
          </p:nvSpPr>
          <p:spPr>
            <a:xfrm>
              <a:off x="1644217" y="1930830"/>
              <a:ext cx="2521776" cy="625812"/>
            </a:xfrm>
            <a:prstGeom prst="rect">
              <a:avLst/>
            </a:prstGeom>
            <a:noFill/>
          </p:spPr>
          <p:txBody>
            <a:bodyPr wrap="square" rtlCol="0">
              <a:spAutoFit/>
            </a:bodyPr>
            <a:lstStyle/>
            <a:p>
              <a:pPr algn="ctr">
                <a:spcBef>
                  <a:spcPts val="790"/>
                </a:spcBef>
              </a:pPr>
              <a:r>
                <a:rPr lang="zh-CN" altLang="en-US" sz="1400" dirty="0">
                  <a:solidFill>
                    <a:schemeClr val="tx1">
                      <a:lumMod val="95000"/>
                      <a:lumOff val="5000"/>
                    </a:schemeClr>
                  </a:solidFill>
                  <a:cs typeface="+mn-ea"/>
                  <a:sym typeface="+mn-lt"/>
                </a:rPr>
                <a:t>输入替换内容文本文字</a:t>
              </a:r>
              <a:endParaRPr lang="en-US" altLang="zh-CN" sz="1400" dirty="0">
                <a:solidFill>
                  <a:schemeClr val="tx1">
                    <a:lumMod val="95000"/>
                    <a:lumOff val="5000"/>
                  </a:schemeClr>
                </a:solidFill>
                <a:cs typeface="+mn-ea"/>
                <a:sym typeface="+mn-lt"/>
              </a:endParaRPr>
            </a:p>
            <a:p>
              <a:pPr algn="ctr">
                <a:spcBef>
                  <a:spcPts val="790"/>
                </a:spcBef>
              </a:pPr>
              <a:r>
                <a:rPr lang="zh-CN" altLang="en-US" sz="1400" dirty="0">
                  <a:solidFill>
                    <a:schemeClr val="tx1">
                      <a:lumMod val="95000"/>
                      <a:lumOff val="5000"/>
                    </a:schemeClr>
                  </a:solidFill>
                  <a:cs typeface="+mn-ea"/>
                  <a:sym typeface="+mn-lt"/>
                </a:rPr>
                <a:t>输入替换内容文本文字</a:t>
              </a:r>
              <a:endParaRPr lang="en-US" altLang="zh-CN" sz="1400" dirty="0">
                <a:solidFill>
                  <a:schemeClr val="tx1">
                    <a:lumMod val="95000"/>
                    <a:lumOff val="5000"/>
                  </a:schemeClr>
                </a:solidFill>
                <a:cs typeface="+mn-ea"/>
                <a:sym typeface="+mn-lt"/>
              </a:endParaRPr>
            </a:p>
          </p:txBody>
        </p:sp>
        <p:sp>
          <p:nvSpPr>
            <p:cNvPr id="53" name="文本框 52"/>
            <p:cNvSpPr txBox="1"/>
            <p:nvPr/>
          </p:nvSpPr>
          <p:spPr>
            <a:xfrm>
              <a:off x="1645691" y="3378274"/>
              <a:ext cx="2521776" cy="625812"/>
            </a:xfrm>
            <a:prstGeom prst="rect">
              <a:avLst/>
            </a:prstGeom>
            <a:noFill/>
          </p:spPr>
          <p:txBody>
            <a:bodyPr wrap="square" rtlCol="0">
              <a:spAutoFit/>
            </a:bodyPr>
            <a:lstStyle/>
            <a:p>
              <a:pPr algn="ctr">
                <a:spcBef>
                  <a:spcPts val="790"/>
                </a:spcBef>
              </a:pPr>
              <a:r>
                <a:rPr lang="zh-CN" altLang="en-US" sz="1400" dirty="0">
                  <a:solidFill>
                    <a:schemeClr val="tx1">
                      <a:lumMod val="95000"/>
                      <a:lumOff val="5000"/>
                    </a:schemeClr>
                  </a:solidFill>
                  <a:cs typeface="+mn-ea"/>
                  <a:sym typeface="+mn-lt"/>
                </a:rPr>
                <a:t>输入替换内容文本文字</a:t>
              </a:r>
              <a:endParaRPr lang="en-US" altLang="zh-CN" sz="1400" dirty="0">
                <a:solidFill>
                  <a:schemeClr val="tx1">
                    <a:lumMod val="95000"/>
                    <a:lumOff val="5000"/>
                  </a:schemeClr>
                </a:solidFill>
                <a:cs typeface="+mn-ea"/>
                <a:sym typeface="+mn-lt"/>
              </a:endParaRPr>
            </a:p>
            <a:p>
              <a:pPr algn="ctr">
                <a:spcBef>
                  <a:spcPts val="790"/>
                </a:spcBef>
              </a:pPr>
              <a:r>
                <a:rPr lang="zh-CN" altLang="en-US" sz="1400" dirty="0">
                  <a:solidFill>
                    <a:schemeClr val="tx1">
                      <a:lumMod val="95000"/>
                      <a:lumOff val="5000"/>
                    </a:schemeClr>
                  </a:solidFill>
                  <a:cs typeface="+mn-ea"/>
                  <a:sym typeface="+mn-lt"/>
                </a:rPr>
                <a:t>输入替换内容文本文字</a:t>
              </a:r>
              <a:endParaRPr lang="en-US" altLang="zh-CN" sz="1400" dirty="0">
                <a:solidFill>
                  <a:schemeClr val="tx1">
                    <a:lumMod val="95000"/>
                    <a:lumOff val="5000"/>
                  </a:schemeClr>
                </a:solidFill>
                <a:cs typeface="+mn-ea"/>
                <a:sym typeface="+mn-lt"/>
              </a:endParaRPr>
            </a:p>
          </p:txBody>
        </p:sp>
        <p:sp>
          <p:nvSpPr>
            <p:cNvPr id="54" name="文本框 53"/>
            <p:cNvSpPr txBox="1"/>
            <p:nvPr/>
          </p:nvSpPr>
          <p:spPr>
            <a:xfrm>
              <a:off x="8109217" y="1916330"/>
              <a:ext cx="2521776" cy="625812"/>
            </a:xfrm>
            <a:prstGeom prst="rect">
              <a:avLst/>
            </a:prstGeom>
            <a:noFill/>
          </p:spPr>
          <p:txBody>
            <a:bodyPr wrap="square" rtlCol="0">
              <a:spAutoFit/>
            </a:bodyPr>
            <a:lstStyle/>
            <a:p>
              <a:pPr algn="ctr">
                <a:spcBef>
                  <a:spcPts val="790"/>
                </a:spcBef>
              </a:pPr>
              <a:r>
                <a:rPr lang="zh-CN" altLang="en-US" sz="1400" dirty="0">
                  <a:solidFill>
                    <a:schemeClr val="tx1">
                      <a:lumMod val="95000"/>
                      <a:lumOff val="5000"/>
                    </a:schemeClr>
                  </a:solidFill>
                  <a:cs typeface="+mn-ea"/>
                  <a:sym typeface="+mn-lt"/>
                </a:rPr>
                <a:t>输入替换内容文本文字</a:t>
              </a:r>
              <a:endParaRPr lang="en-US" altLang="zh-CN" sz="1400" dirty="0">
                <a:solidFill>
                  <a:schemeClr val="tx1">
                    <a:lumMod val="95000"/>
                    <a:lumOff val="5000"/>
                  </a:schemeClr>
                </a:solidFill>
                <a:cs typeface="+mn-ea"/>
                <a:sym typeface="+mn-lt"/>
              </a:endParaRPr>
            </a:p>
            <a:p>
              <a:pPr algn="ctr">
                <a:spcBef>
                  <a:spcPts val="790"/>
                </a:spcBef>
              </a:pPr>
              <a:r>
                <a:rPr lang="zh-CN" altLang="en-US" sz="1400" dirty="0">
                  <a:solidFill>
                    <a:schemeClr val="tx1">
                      <a:lumMod val="95000"/>
                      <a:lumOff val="5000"/>
                    </a:schemeClr>
                  </a:solidFill>
                  <a:cs typeface="+mn-ea"/>
                  <a:sym typeface="+mn-lt"/>
                </a:rPr>
                <a:t>输入替换内容文本文字</a:t>
              </a:r>
              <a:endParaRPr lang="en-US" altLang="zh-CN" sz="1400" dirty="0">
                <a:solidFill>
                  <a:schemeClr val="tx1">
                    <a:lumMod val="95000"/>
                    <a:lumOff val="5000"/>
                  </a:schemeClr>
                </a:solidFill>
                <a:cs typeface="+mn-ea"/>
                <a:sym typeface="+mn-lt"/>
              </a:endParaRPr>
            </a:p>
          </p:txBody>
        </p:sp>
        <p:sp>
          <p:nvSpPr>
            <p:cNvPr id="55" name="文本框 54"/>
            <p:cNvSpPr txBox="1"/>
            <p:nvPr/>
          </p:nvSpPr>
          <p:spPr>
            <a:xfrm>
              <a:off x="8110689" y="3363773"/>
              <a:ext cx="2521776" cy="625812"/>
            </a:xfrm>
            <a:prstGeom prst="rect">
              <a:avLst/>
            </a:prstGeom>
            <a:noFill/>
          </p:spPr>
          <p:txBody>
            <a:bodyPr wrap="square" rtlCol="0">
              <a:spAutoFit/>
            </a:bodyPr>
            <a:lstStyle/>
            <a:p>
              <a:pPr algn="ctr">
                <a:spcBef>
                  <a:spcPts val="790"/>
                </a:spcBef>
              </a:pPr>
              <a:r>
                <a:rPr lang="zh-CN" altLang="en-US" sz="1400" dirty="0">
                  <a:solidFill>
                    <a:schemeClr val="tx1">
                      <a:lumMod val="95000"/>
                      <a:lumOff val="5000"/>
                    </a:schemeClr>
                  </a:solidFill>
                  <a:cs typeface="+mn-ea"/>
                  <a:sym typeface="+mn-lt"/>
                </a:rPr>
                <a:t>输入替换内容文本文字</a:t>
              </a:r>
              <a:endParaRPr lang="en-US" altLang="zh-CN" sz="1400" dirty="0">
                <a:solidFill>
                  <a:schemeClr val="tx1">
                    <a:lumMod val="95000"/>
                    <a:lumOff val="5000"/>
                  </a:schemeClr>
                </a:solidFill>
                <a:cs typeface="+mn-ea"/>
                <a:sym typeface="+mn-lt"/>
              </a:endParaRPr>
            </a:p>
            <a:p>
              <a:pPr algn="ctr">
                <a:spcBef>
                  <a:spcPts val="790"/>
                </a:spcBef>
              </a:pPr>
              <a:r>
                <a:rPr lang="zh-CN" altLang="en-US" sz="1400" dirty="0">
                  <a:solidFill>
                    <a:schemeClr val="tx1">
                      <a:lumMod val="95000"/>
                      <a:lumOff val="5000"/>
                    </a:schemeClr>
                  </a:solidFill>
                  <a:cs typeface="+mn-ea"/>
                  <a:sym typeface="+mn-lt"/>
                </a:rPr>
                <a:t>输入替换内容文本文字</a:t>
              </a:r>
              <a:endParaRPr lang="en-US" altLang="zh-CN" sz="1400" dirty="0">
                <a:solidFill>
                  <a:schemeClr val="tx1">
                    <a:lumMod val="95000"/>
                    <a:lumOff val="5000"/>
                  </a:schemeClr>
                </a:solidFill>
                <a:cs typeface="+mn-ea"/>
                <a:sym typeface="+mn-lt"/>
              </a:endParaRPr>
            </a:p>
          </p:txBody>
        </p:sp>
      </p:grpSp>
      <p:grpSp>
        <p:nvGrpSpPr>
          <p:cNvPr id="3" name="组合 2">
            <a:extLst>
              <a:ext uri="{FF2B5EF4-FFF2-40B4-BE49-F238E27FC236}">
                <a16:creationId xmlns="" xmlns:a16="http://schemas.microsoft.com/office/drawing/2014/main" id="{8AB14386-4E05-4AE8-B50A-6DBC918F0DBF}"/>
              </a:ext>
            </a:extLst>
          </p:cNvPr>
          <p:cNvGrpSpPr/>
          <p:nvPr/>
        </p:nvGrpSpPr>
        <p:grpSpPr>
          <a:xfrm>
            <a:off x="2663225" y="5029974"/>
            <a:ext cx="7262513" cy="746779"/>
            <a:chOff x="2663225" y="5029974"/>
            <a:chExt cx="7262513" cy="746779"/>
          </a:xfrm>
        </p:grpSpPr>
        <p:sp>
          <p:nvSpPr>
            <p:cNvPr id="56" name="文本框 55"/>
            <p:cNvSpPr txBox="1"/>
            <p:nvPr/>
          </p:nvSpPr>
          <p:spPr>
            <a:xfrm>
              <a:off x="3511408" y="5468976"/>
              <a:ext cx="6317751" cy="307777"/>
            </a:xfrm>
            <a:prstGeom prst="rect">
              <a:avLst/>
            </a:prstGeom>
            <a:noFill/>
          </p:spPr>
          <p:txBody>
            <a:bodyPr wrap="square" rtlCol="0">
              <a:spAutoFit/>
            </a:bodyPr>
            <a:lstStyle/>
            <a:p>
              <a:r>
                <a:rPr lang="zh-CN" altLang="en-US" sz="1400" dirty="0">
                  <a:solidFill>
                    <a:schemeClr val="bg2">
                      <a:lumMod val="25000"/>
                    </a:schemeClr>
                  </a:solidFill>
                  <a:cs typeface="+mn-ea"/>
                  <a:sym typeface="+mn-lt"/>
                </a:rPr>
                <a:t>输入替换内容文本文字输入替换输入替换</a:t>
              </a:r>
            </a:p>
          </p:txBody>
        </p:sp>
        <p:sp>
          <p:nvSpPr>
            <p:cNvPr id="57" name="文本框 56"/>
            <p:cNvSpPr txBox="1"/>
            <p:nvPr/>
          </p:nvSpPr>
          <p:spPr>
            <a:xfrm>
              <a:off x="2663225" y="5029974"/>
              <a:ext cx="7262513" cy="307777"/>
            </a:xfrm>
            <a:prstGeom prst="rect">
              <a:avLst/>
            </a:prstGeom>
            <a:noFill/>
          </p:spPr>
          <p:txBody>
            <a:bodyPr wrap="square" rtlCol="0">
              <a:spAutoFit/>
            </a:bodyPr>
            <a:lstStyle/>
            <a:p>
              <a:r>
                <a:rPr lang="zh-CN" altLang="en-US" sz="1400" dirty="0">
                  <a:solidFill>
                    <a:schemeClr val="bg2">
                      <a:lumMod val="25000"/>
                    </a:schemeClr>
                  </a:solidFill>
                  <a:cs typeface="+mn-ea"/>
                  <a:sym typeface="+mn-lt"/>
                </a:rPr>
                <a:t>输入替换内容文本文字输入替换输入替换输入替换</a:t>
              </a:r>
            </a:p>
          </p:txBody>
        </p:sp>
      </p:gr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down)">
                                      <p:cBhvr>
                                        <p:cTn id="7" dur="500"/>
                                        <p:tgtEl>
                                          <p:spTgt spid="5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a:extLst>
              <a:ext uri="{FF2B5EF4-FFF2-40B4-BE49-F238E27FC236}">
                <a16:creationId xmlns="" xmlns:a16="http://schemas.microsoft.com/office/drawing/2014/main" id="{137F551B-F9F0-422D-8DF2-7A6D0A57ADC7}"/>
              </a:ext>
            </a:extLst>
          </p:cNvPr>
          <p:cNvGrpSpPr/>
          <p:nvPr/>
        </p:nvGrpSpPr>
        <p:grpSpPr>
          <a:xfrm>
            <a:off x="-1036609" y="-1457037"/>
            <a:ext cx="13471490" cy="11522369"/>
            <a:chOff x="-1036609" y="-1457037"/>
            <a:chExt cx="13471490" cy="11522369"/>
          </a:xfrm>
        </p:grpSpPr>
        <p:grpSp>
          <p:nvGrpSpPr>
            <p:cNvPr id="32" name="组合 31">
              <a:extLst>
                <a:ext uri="{FF2B5EF4-FFF2-40B4-BE49-F238E27FC236}">
                  <a16:creationId xmlns="" xmlns:a16="http://schemas.microsoft.com/office/drawing/2014/main" id="{5EFE06D4-296D-4795-8465-54C76E5F5AD2}"/>
                </a:ext>
              </a:extLst>
            </p:cNvPr>
            <p:cNvGrpSpPr/>
            <p:nvPr/>
          </p:nvGrpSpPr>
          <p:grpSpPr>
            <a:xfrm>
              <a:off x="-1036609" y="-1457037"/>
              <a:ext cx="13471490" cy="11522369"/>
              <a:chOff x="-1036609" y="-1457037"/>
              <a:chExt cx="13471490" cy="11522369"/>
            </a:xfrm>
          </p:grpSpPr>
          <p:grpSp>
            <p:nvGrpSpPr>
              <p:cNvPr id="34" name="组合 33">
                <a:extLst>
                  <a:ext uri="{FF2B5EF4-FFF2-40B4-BE49-F238E27FC236}">
                    <a16:creationId xmlns="" xmlns:a16="http://schemas.microsoft.com/office/drawing/2014/main" id="{1DB7A1D3-301A-4508-9A8D-B5299F975EF5}"/>
                  </a:ext>
                </a:extLst>
              </p:cNvPr>
              <p:cNvGrpSpPr/>
              <p:nvPr/>
            </p:nvGrpSpPr>
            <p:grpSpPr>
              <a:xfrm>
                <a:off x="-1036609" y="-1457037"/>
                <a:ext cx="13417347" cy="11522369"/>
                <a:chOff x="-1036609" y="-1457037"/>
                <a:chExt cx="13417347" cy="11522369"/>
              </a:xfrm>
            </p:grpSpPr>
            <p:grpSp>
              <p:nvGrpSpPr>
                <p:cNvPr id="42" name="组合 41">
                  <a:extLst>
                    <a:ext uri="{FF2B5EF4-FFF2-40B4-BE49-F238E27FC236}">
                      <a16:creationId xmlns="" xmlns:a16="http://schemas.microsoft.com/office/drawing/2014/main" id="{E4F617EB-2AB8-4204-900C-DDA84B0527CC}"/>
                    </a:ext>
                  </a:extLst>
                </p:cNvPr>
                <p:cNvGrpSpPr/>
                <p:nvPr/>
              </p:nvGrpSpPr>
              <p:grpSpPr>
                <a:xfrm>
                  <a:off x="-520087" y="-1457037"/>
                  <a:ext cx="12900825" cy="11522369"/>
                  <a:chOff x="-520087" y="-1457037"/>
                  <a:chExt cx="12900825" cy="11522369"/>
                </a:xfrm>
              </p:grpSpPr>
              <p:pic>
                <p:nvPicPr>
                  <p:cNvPr id="45" name="图片 44">
                    <a:extLst>
                      <a:ext uri="{FF2B5EF4-FFF2-40B4-BE49-F238E27FC236}">
                        <a16:creationId xmlns="" xmlns:a16="http://schemas.microsoft.com/office/drawing/2014/main" id="{F1F0E8FC-D7AE-4D42-8076-05FCFC0DD396}"/>
                      </a:ext>
                    </a:extLst>
                  </p:cNvPr>
                  <p:cNvPicPr>
                    <a:picLocks noChangeAspect="1"/>
                  </p:cNvPicPr>
                  <p:nvPr/>
                </p:nvPicPr>
                <p:blipFill rotWithShape="1">
                  <a:blip r:embed="rId3">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46" name="图片 45">
                    <a:extLst>
                      <a:ext uri="{FF2B5EF4-FFF2-40B4-BE49-F238E27FC236}">
                        <a16:creationId xmlns="" xmlns:a16="http://schemas.microsoft.com/office/drawing/2014/main" id="{44B2C192-289F-4751-A58A-32DDD11DC5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43" name="图片 42">
                  <a:extLst>
                    <a:ext uri="{FF2B5EF4-FFF2-40B4-BE49-F238E27FC236}">
                      <a16:creationId xmlns="" xmlns:a16="http://schemas.microsoft.com/office/drawing/2014/main" id="{41FADD43-E886-485B-B129-7F508E29D4D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44" name="图片 43">
                  <a:extLst>
                    <a:ext uri="{FF2B5EF4-FFF2-40B4-BE49-F238E27FC236}">
                      <a16:creationId xmlns="" xmlns:a16="http://schemas.microsoft.com/office/drawing/2014/main" id="{5E4EF687-7D38-4478-A5D2-E5545FB0774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35" name="图片 34">
                <a:extLst>
                  <a:ext uri="{FF2B5EF4-FFF2-40B4-BE49-F238E27FC236}">
                    <a16:creationId xmlns="" xmlns:a16="http://schemas.microsoft.com/office/drawing/2014/main" id="{D39B53BB-5B73-4D49-A730-C8B72610A8D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33" name="文本框 32">
              <a:extLst>
                <a:ext uri="{FF2B5EF4-FFF2-40B4-BE49-F238E27FC236}">
                  <a16:creationId xmlns="" xmlns:a16="http://schemas.microsoft.com/office/drawing/2014/main" id="{D59960A8-6AC2-4F8A-ABD6-1FB2DC955F83}"/>
                </a:ext>
              </a:extLst>
            </p:cNvPr>
            <p:cNvSpPr txBox="1"/>
            <p:nvPr/>
          </p:nvSpPr>
          <p:spPr>
            <a:xfrm>
              <a:off x="1065352" y="290776"/>
              <a:ext cx="3289209" cy="523220"/>
            </a:xfrm>
            <a:prstGeom prst="rect">
              <a:avLst/>
            </a:prstGeom>
            <a:noFill/>
          </p:spPr>
          <p:txBody>
            <a:bodyPr wrap="square" rtlCol="0">
              <a:spAutoFit/>
            </a:bodyPr>
            <a:lstStyle/>
            <a:p>
              <a:pPr algn="dist"/>
              <a:r>
                <a:rPr lang="zh-CN" altLang="en-US" sz="2800" b="1" dirty="0">
                  <a:cs typeface="+mn-ea"/>
                  <a:sym typeface="+mn-lt"/>
                </a:rPr>
                <a:t>输入标题文本</a:t>
              </a:r>
            </a:p>
          </p:txBody>
        </p:sp>
      </p:grpSp>
      <p:grpSp>
        <p:nvGrpSpPr>
          <p:cNvPr id="4" name="组合 3">
            <a:extLst>
              <a:ext uri="{FF2B5EF4-FFF2-40B4-BE49-F238E27FC236}">
                <a16:creationId xmlns="" xmlns:a16="http://schemas.microsoft.com/office/drawing/2014/main" id="{533B0DE9-BE69-4FF5-9AD8-52062AFF03C9}"/>
              </a:ext>
            </a:extLst>
          </p:cNvPr>
          <p:cNvGrpSpPr/>
          <p:nvPr/>
        </p:nvGrpSpPr>
        <p:grpSpPr>
          <a:xfrm>
            <a:off x="2995769" y="1963509"/>
            <a:ext cx="6231644" cy="3651687"/>
            <a:chOff x="2995769" y="1963509"/>
            <a:chExt cx="6231644" cy="3651687"/>
          </a:xfrm>
        </p:grpSpPr>
        <p:grpSp>
          <p:nvGrpSpPr>
            <p:cNvPr id="3" name="89106886-32db-4908-b02d-dc99d0bd9010"/>
            <p:cNvGrpSpPr>
              <a:grpSpLocks noChangeAspect="1"/>
            </p:cNvGrpSpPr>
            <p:nvPr/>
          </p:nvGrpSpPr>
          <p:grpSpPr>
            <a:xfrm>
              <a:off x="2997568" y="1963509"/>
              <a:ext cx="6229844" cy="3651687"/>
              <a:chOff x="2997483" y="1752211"/>
              <a:chExt cx="6230016" cy="3651788"/>
            </a:xfrm>
          </p:grpSpPr>
          <p:sp>
            <p:nvSpPr>
              <p:cNvPr id="2" name="Arc 44"/>
              <p:cNvSpPr/>
              <p:nvPr/>
            </p:nvSpPr>
            <p:spPr>
              <a:xfrm>
                <a:off x="4432967" y="1989571"/>
                <a:ext cx="1392356" cy="3156008"/>
              </a:xfrm>
              <a:prstGeom prst="arc">
                <a:avLst>
                  <a:gd name="adj1" fmla="val 962184"/>
                  <a:gd name="adj2" fmla="val 5432290"/>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a:endParaRPr sz="2000" b="1">
                  <a:cs typeface="+mn-ea"/>
                  <a:sym typeface="+mn-lt"/>
                </a:endParaRPr>
              </a:p>
            </p:txBody>
          </p:sp>
          <p:cxnSp>
            <p:nvCxnSpPr>
              <p:cNvPr id="13" name="Straight Connector 45"/>
              <p:cNvCxnSpPr/>
              <p:nvPr/>
            </p:nvCxnSpPr>
            <p:spPr>
              <a:xfrm>
                <a:off x="7000938" y="3566498"/>
                <a:ext cx="742671" cy="2151"/>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46"/>
              <p:cNvCxnSpPr/>
              <p:nvPr/>
            </p:nvCxnSpPr>
            <p:spPr>
              <a:xfrm>
                <a:off x="4478118" y="3566498"/>
                <a:ext cx="742671" cy="2151"/>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Arc 47"/>
              <p:cNvSpPr/>
              <p:nvPr/>
            </p:nvSpPr>
            <p:spPr>
              <a:xfrm flipH="1">
                <a:off x="6389102" y="1989571"/>
                <a:ext cx="1392356" cy="3156008"/>
              </a:xfrm>
              <a:prstGeom prst="arc">
                <a:avLst>
                  <a:gd name="adj1" fmla="val 16200000"/>
                  <a:gd name="adj2" fmla="val 20450314"/>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a:endParaRPr sz="2000" b="1">
                  <a:cs typeface="+mn-ea"/>
                  <a:sym typeface="+mn-lt"/>
                </a:endParaRPr>
              </a:p>
            </p:txBody>
          </p:sp>
          <p:sp>
            <p:nvSpPr>
              <p:cNvPr id="16" name="Arc 48"/>
              <p:cNvSpPr/>
              <p:nvPr/>
            </p:nvSpPr>
            <p:spPr>
              <a:xfrm>
                <a:off x="4433667" y="1989571"/>
                <a:ext cx="1392356" cy="3156008"/>
              </a:xfrm>
              <a:prstGeom prst="arc">
                <a:avLst>
                  <a:gd name="adj1" fmla="val 16200000"/>
                  <a:gd name="adj2" fmla="val 20517103"/>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a:endParaRPr sz="2000" b="1">
                  <a:cs typeface="+mn-ea"/>
                  <a:sym typeface="+mn-lt"/>
                </a:endParaRPr>
              </a:p>
            </p:txBody>
          </p:sp>
          <p:sp>
            <p:nvSpPr>
              <p:cNvPr id="17" name="Rectangle: Rounded Corners 49"/>
              <p:cNvSpPr/>
              <p:nvPr/>
            </p:nvSpPr>
            <p:spPr bwMode="auto">
              <a:xfrm>
                <a:off x="7079351" y="1752211"/>
                <a:ext cx="1485179" cy="505099"/>
              </a:xfrm>
              <a:prstGeom prst="roundRect">
                <a:avLst>
                  <a:gd name="adj" fmla="val 50000"/>
                </a:avLst>
              </a:prstGeom>
              <a:solidFill>
                <a:schemeClr val="accent5"/>
              </a:solidFill>
              <a:ln w="19050">
                <a:noFill/>
                <a:round/>
              </a:ln>
            </p:spPr>
            <p:txBody>
              <a:bodyPr vert="horz" wrap="none" lIns="91437" tIns="45719" rIns="91437" bIns="45719" anchor="ctr" anchorCtr="1" compatLnSpc="1">
                <a:normAutofit fontScale="92500" lnSpcReduction="10000"/>
              </a:bodyPr>
              <a:lstStyle/>
              <a:p>
                <a:pPr algn="ctr"/>
                <a:endParaRPr lang="zh-CN" altLang="en-US" sz="2000" b="1" dirty="0">
                  <a:solidFill>
                    <a:schemeClr val="bg1"/>
                  </a:solidFill>
                  <a:cs typeface="+mn-ea"/>
                  <a:sym typeface="+mn-lt"/>
                </a:endParaRPr>
              </a:p>
            </p:txBody>
          </p:sp>
          <p:sp>
            <p:nvSpPr>
              <p:cNvPr id="18" name="Rectangle: Rounded Corners 50"/>
              <p:cNvSpPr/>
              <p:nvPr/>
            </p:nvSpPr>
            <p:spPr bwMode="auto">
              <a:xfrm>
                <a:off x="7079351" y="4898900"/>
                <a:ext cx="1485179" cy="505099"/>
              </a:xfrm>
              <a:prstGeom prst="roundRect">
                <a:avLst>
                  <a:gd name="adj" fmla="val 50000"/>
                </a:avLst>
              </a:prstGeom>
              <a:solidFill>
                <a:schemeClr val="accent6"/>
              </a:solidFill>
              <a:ln w="19050">
                <a:noFill/>
                <a:round/>
              </a:ln>
            </p:spPr>
            <p:txBody>
              <a:bodyPr vert="horz" wrap="none" lIns="91437" tIns="45719" rIns="91437" bIns="45719" anchor="ctr" anchorCtr="1" compatLnSpc="1">
                <a:normAutofit fontScale="92500" lnSpcReduction="10000"/>
              </a:bodyPr>
              <a:lstStyle/>
              <a:p>
                <a:pPr algn="ctr"/>
                <a:endParaRPr lang="zh-CN" altLang="en-US" sz="2000" b="1" dirty="0">
                  <a:solidFill>
                    <a:schemeClr val="bg1"/>
                  </a:solidFill>
                  <a:cs typeface="+mn-ea"/>
                  <a:sym typeface="+mn-lt"/>
                </a:endParaRPr>
              </a:p>
            </p:txBody>
          </p:sp>
          <p:sp>
            <p:nvSpPr>
              <p:cNvPr id="19" name="Rectangle: Rounded Corners 51"/>
              <p:cNvSpPr/>
              <p:nvPr/>
            </p:nvSpPr>
            <p:spPr bwMode="auto">
              <a:xfrm flipH="1">
                <a:off x="3650596" y="1752211"/>
                <a:ext cx="1485179" cy="505099"/>
              </a:xfrm>
              <a:prstGeom prst="roundRect">
                <a:avLst>
                  <a:gd name="adj" fmla="val 50000"/>
                </a:avLst>
              </a:prstGeom>
              <a:solidFill>
                <a:schemeClr val="accent3"/>
              </a:solidFill>
              <a:ln w="19050">
                <a:noFill/>
                <a:round/>
              </a:ln>
            </p:spPr>
            <p:txBody>
              <a:bodyPr vert="horz" wrap="none" lIns="91437" tIns="45719" rIns="91437" bIns="45719" anchor="ctr" anchorCtr="1" compatLnSpc="1">
                <a:normAutofit fontScale="92500" lnSpcReduction="10000"/>
              </a:bodyPr>
              <a:lstStyle/>
              <a:p>
                <a:pPr algn="ctr"/>
                <a:endParaRPr lang="zh-CN" altLang="en-US" sz="2000" b="1" dirty="0">
                  <a:solidFill>
                    <a:schemeClr val="bg1"/>
                  </a:solidFill>
                  <a:cs typeface="+mn-ea"/>
                  <a:sym typeface="+mn-lt"/>
                </a:endParaRPr>
              </a:p>
            </p:txBody>
          </p:sp>
          <p:sp>
            <p:nvSpPr>
              <p:cNvPr id="20" name="Rectangle: Rounded Corners 52"/>
              <p:cNvSpPr/>
              <p:nvPr/>
            </p:nvSpPr>
            <p:spPr bwMode="auto">
              <a:xfrm flipH="1">
                <a:off x="3650596" y="4898900"/>
                <a:ext cx="1485179" cy="505099"/>
              </a:xfrm>
              <a:prstGeom prst="roundRect">
                <a:avLst>
                  <a:gd name="adj" fmla="val 50000"/>
                </a:avLst>
              </a:prstGeom>
              <a:solidFill>
                <a:schemeClr val="accent4"/>
              </a:solidFill>
              <a:ln w="19050">
                <a:noFill/>
                <a:round/>
              </a:ln>
            </p:spPr>
            <p:txBody>
              <a:bodyPr vert="horz" wrap="none" lIns="91437" tIns="45719" rIns="91437" bIns="45719" anchor="ctr" anchorCtr="1" compatLnSpc="1">
                <a:normAutofit fontScale="92500" lnSpcReduction="10000"/>
              </a:bodyPr>
              <a:lstStyle/>
              <a:p>
                <a:pPr algn="ctr"/>
                <a:endParaRPr lang="zh-CN" altLang="en-US" sz="2000" b="1" dirty="0">
                  <a:solidFill>
                    <a:schemeClr val="bg1"/>
                  </a:solidFill>
                  <a:cs typeface="+mn-ea"/>
                  <a:sym typeface="+mn-lt"/>
                </a:endParaRPr>
              </a:p>
            </p:txBody>
          </p:sp>
          <p:sp>
            <p:nvSpPr>
              <p:cNvPr id="21" name="Rectangle: Rounded Corners 53"/>
              <p:cNvSpPr/>
              <p:nvPr/>
            </p:nvSpPr>
            <p:spPr bwMode="auto">
              <a:xfrm>
                <a:off x="5218595" y="3315024"/>
                <a:ext cx="1780197" cy="505099"/>
              </a:xfrm>
              <a:prstGeom prst="roundRect">
                <a:avLst>
                  <a:gd name="adj" fmla="val 50000"/>
                </a:avLst>
              </a:prstGeom>
              <a:solidFill>
                <a:schemeClr val="accent1"/>
              </a:solidFill>
              <a:ln w="19050">
                <a:noFill/>
                <a:round/>
              </a:ln>
            </p:spPr>
            <p:txBody>
              <a:bodyPr vert="horz" wrap="none" lIns="91437" tIns="45719" rIns="91437" bIns="45719" anchor="ctr" anchorCtr="1" compatLnSpc="1">
                <a:normAutofit fontScale="92500" lnSpcReduction="10000"/>
              </a:bodyPr>
              <a:lstStyle/>
              <a:p>
                <a:pPr algn="ctr"/>
                <a:endParaRPr lang="zh-CN" altLang="en-US" sz="2000" b="1" dirty="0">
                  <a:solidFill>
                    <a:schemeClr val="bg1"/>
                  </a:solidFill>
                  <a:cs typeface="+mn-ea"/>
                  <a:sym typeface="+mn-lt"/>
                </a:endParaRPr>
              </a:p>
            </p:txBody>
          </p:sp>
          <p:sp>
            <p:nvSpPr>
              <p:cNvPr id="22" name="Rectangle: Rounded Corners 75"/>
              <p:cNvSpPr/>
              <p:nvPr/>
            </p:nvSpPr>
            <p:spPr bwMode="auto">
              <a:xfrm>
                <a:off x="7742320" y="3310411"/>
                <a:ext cx="1485179" cy="505099"/>
              </a:xfrm>
              <a:prstGeom prst="roundRect">
                <a:avLst>
                  <a:gd name="adj" fmla="val 50000"/>
                </a:avLst>
              </a:prstGeom>
              <a:solidFill>
                <a:schemeClr val="accent2"/>
              </a:solidFill>
              <a:ln w="19050">
                <a:noFill/>
                <a:round/>
              </a:ln>
            </p:spPr>
            <p:txBody>
              <a:bodyPr vert="horz" wrap="none" lIns="91437" tIns="45719" rIns="91437" bIns="45719" anchor="ctr" anchorCtr="1" compatLnSpc="1">
                <a:normAutofit fontScale="92500" lnSpcReduction="10000"/>
              </a:bodyPr>
              <a:lstStyle/>
              <a:p>
                <a:pPr algn="ctr"/>
                <a:endParaRPr lang="zh-CN" altLang="en-US" sz="2000" b="1" dirty="0">
                  <a:solidFill>
                    <a:schemeClr val="bg1"/>
                  </a:solidFill>
                  <a:cs typeface="+mn-ea"/>
                  <a:sym typeface="+mn-lt"/>
                </a:endParaRPr>
              </a:p>
            </p:txBody>
          </p:sp>
          <p:sp>
            <p:nvSpPr>
              <p:cNvPr id="23" name="Rectangle: Rounded Corners 76"/>
              <p:cNvSpPr/>
              <p:nvPr/>
            </p:nvSpPr>
            <p:spPr bwMode="auto">
              <a:xfrm>
                <a:off x="2997483" y="3310411"/>
                <a:ext cx="1485179" cy="505099"/>
              </a:xfrm>
              <a:prstGeom prst="roundRect">
                <a:avLst>
                  <a:gd name="adj" fmla="val 50000"/>
                </a:avLst>
              </a:prstGeom>
              <a:solidFill>
                <a:schemeClr val="accent2"/>
              </a:solidFill>
              <a:ln w="19050">
                <a:noFill/>
                <a:round/>
              </a:ln>
            </p:spPr>
            <p:txBody>
              <a:bodyPr vert="horz" wrap="none" lIns="91437" tIns="45719" rIns="91437" bIns="45719" anchor="ctr" anchorCtr="1" compatLnSpc="1">
                <a:normAutofit fontScale="92500" lnSpcReduction="10000"/>
              </a:bodyPr>
              <a:lstStyle/>
              <a:p>
                <a:pPr algn="ctr"/>
                <a:endParaRPr lang="zh-CN" altLang="en-US" sz="2000" b="1" dirty="0">
                  <a:solidFill>
                    <a:schemeClr val="bg1"/>
                  </a:solidFill>
                  <a:cs typeface="+mn-ea"/>
                  <a:sym typeface="+mn-lt"/>
                </a:endParaRPr>
              </a:p>
            </p:txBody>
          </p:sp>
          <p:sp>
            <p:nvSpPr>
              <p:cNvPr id="24" name="Arc 83"/>
              <p:cNvSpPr/>
              <p:nvPr/>
            </p:nvSpPr>
            <p:spPr>
              <a:xfrm flipH="1">
                <a:off x="6392791" y="1989571"/>
                <a:ext cx="1392356" cy="3156008"/>
              </a:xfrm>
              <a:prstGeom prst="arc">
                <a:avLst>
                  <a:gd name="adj1" fmla="val 1151936"/>
                  <a:gd name="adj2" fmla="val 5432290"/>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anchor="ctr"/>
              <a:lstStyle/>
              <a:p>
                <a:pPr algn="ctr"/>
                <a:endParaRPr sz="2000" b="1">
                  <a:cs typeface="+mn-ea"/>
                  <a:sym typeface="+mn-lt"/>
                </a:endParaRPr>
              </a:p>
            </p:txBody>
          </p:sp>
        </p:grpSp>
        <p:sp>
          <p:nvSpPr>
            <p:cNvPr id="50" name="矩形 49"/>
            <p:cNvSpPr/>
            <p:nvPr/>
          </p:nvSpPr>
          <p:spPr>
            <a:xfrm>
              <a:off x="3650664" y="2027515"/>
              <a:ext cx="1485139" cy="43691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000" b="1" dirty="0">
                  <a:solidFill>
                    <a:schemeClr val="bg1"/>
                  </a:solidFill>
                  <a:cs typeface="+mn-ea"/>
                  <a:sym typeface="+mn-lt"/>
                </a:rPr>
                <a:t>输入标题</a:t>
              </a:r>
            </a:p>
          </p:txBody>
        </p:sp>
        <p:sp>
          <p:nvSpPr>
            <p:cNvPr id="63" name="矩形 62"/>
            <p:cNvSpPr/>
            <p:nvPr/>
          </p:nvSpPr>
          <p:spPr>
            <a:xfrm>
              <a:off x="7085252" y="2027515"/>
              <a:ext cx="1485139" cy="43691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000" b="1" dirty="0">
                  <a:solidFill>
                    <a:schemeClr val="bg1"/>
                  </a:solidFill>
                  <a:cs typeface="+mn-ea"/>
                  <a:sym typeface="+mn-lt"/>
                </a:rPr>
                <a:t>输入标题</a:t>
              </a:r>
            </a:p>
          </p:txBody>
        </p:sp>
        <p:sp>
          <p:nvSpPr>
            <p:cNvPr id="64" name="矩形 63"/>
            <p:cNvSpPr/>
            <p:nvPr/>
          </p:nvSpPr>
          <p:spPr>
            <a:xfrm>
              <a:off x="7085252" y="5162887"/>
              <a:ext cx="1485139" cy="43691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000" b="1" dirty="0">
                  <a:solidFill>
                    <a:schemeClr val="bg1"/>
                  </a:solidFill>
                  <a:cs typeface="+mn-ea"/>
                  <a:sym typeface="+mn-lt"/>
                </a:rPr>
                <a:t>输入标题</a:t>
              </a:r>
            </a:p>
          </p:txBody>
        </p:sp>
        <p:sp>
          <p:nvSpPr>
            <p:cNvPr id="74" name="矩形 73"/>
            <p:cNvSpPr/>
            <p:nvPr/>
          </p:nvSpPr>
          <p:spPr>
            <a:xfrm>
              <a:off x="3653651" y="5162887"/>
              <a:ext cx="1485139" cy="43691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000" b="1" dirty="0">
                  <a:solidFill>
                    <a:schemeClr val="bg1"/>
                  </a:solidFill>
                  <a:cs typeface="+mn-ea"/>
                  <a:sym typeface="+mn-lt"/>
                </a:rPr>
                <a:t>输入标题</a:t>
              </a:r>
            </a:p>
          </p:txBody>
        </p:sp>
        <p:sp>
          <p:nvSpPr>
            <p:cNvPr id="75" name="矩形 74"/>
            <p:cNvSpPr/>
            <p:nvPr/>
          </p:nvSpPr>
          <p:spPr>
            <a:xfrm>
              <a:off x="2995769" y="3570754"/>
              <a:ext cx="1485139" cy="43691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000" b="1" dirty="0">
                  <a:solidFill>
                    <a:schemeClr val="bg1"/>
                  </a:solidFill>
                  <a:cs typeface="+mn-ea"/>
                  <a:sym typeface="+mn-lt"/>
                </a:rPr>
                <a:t>输入标题</a:t>
              </a:r>
            </a:p>
          </p:txBody>
        </p:sp>
        <p:sp>
          <p:nvSpPr>
            <p:cNvPr id="76" name="矩形 75"/>
            <p:cNvSpPr/>
            <p:nvPr/>
          </p:nvSpPr>
          <p:spPr>
            <a:xfrm>
              <a:off x="5338393" y="3570754"/>
              <a:ext cx="1485139" cy="43691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000" b="1" dirty="0">
                  <a:solidFill>
                    <a:schemeClr val="bg1"/>
                  </a:solidFill>
                  <a:cs typeface="+mn-ea"/>
                  <a:sym typeface="+mn-lt"/>
                </a:rPr>
                <a:t>输入标题</a:t>
              </a:r>
            </a:p>
          </p:txBody>
        </p:sp>
        <p:sp>
          <p:nvSpPr>
            <p:cNvPr id="77" name="矩形 76"/>
            <p:cNvSpPr/>
            <p:nvPr/>
          </p:nvSpPr>
          <p:spPr>
            <a:xfrm>
              <a:off x="7742274" y="3570754"/>
              <a:ext cx="1485139" cy="43691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000" b="1" dirty="0">
                  <a:solidFill>
                    <a:schemeClr val="bg1"/>
                  </a:solidFill>
                  <a:cs typeface="+mn-ea"/>
                  <a:sym typeface="+mn-lt"/>
                </a:rPr>
                <a:t>输入标题</a:t>
              </a:r>
            </a:p>
          </p:txBody>
        </p:sp>
      </p:grpSp>
      <p:grpSp>
        <p:nvGrpSpPr>
          <p:cNvPr id="5" name="组合 4">
            <a:extLst>
              <a:ext uri="{FF2B5EF4-FFF2-40B4-BE49-F238E27FC236}">
                <a16:creationId xmlns="" xmlns:a16="http://schemas.microsoft.com/office/drawing/2014/main" id="{B55DC2F1-2B08-4487-8C95-A8C13F6015C3}"/>
              </a:ext>
            </a:extLst>
          </p:cNvPr>
          <p:cNvGrpSpPr/>
          <p:nvPr/>
        </p:nvGrpSpPr>
        <p:grpSpPr>
          <a:xfrm>
            <a:off x="928671" y="1922400"/>
            <a:ext cx="10314197" cy="4015976"/>
            <a:chOff x="928671" y="1922400"/>
            <a:chExt cx="10314197" cy="4015976"/>
          </a:xfrm>
        </p:grpSpPr>
        <p:sp>
          <p:nvSpPr>
            <p:cNvPr id="36" name="TextBox 15"/>
            <p:cNvSpPr txBox="1"/>
            <p:nvPr/>
          </p:nvSpPr>
          <p:spPr>
            <a:xfrm>
              <a:off x="1447751" y="1922400"/>
              <a:ext cx="1891863" cy="853287"/>
            </a:xfrm>
            <a:prstGeom prst="rect">
              <a:avLst/>
            </a:prstGeom>
            <a:noFill/>
          </p:spPr>
          <p:txBody>
            <a:bodyPr wrap="square" lIns="94083" tIns="47042" rIns="94083" bIns="47042" rtlCol="0">
              <a:spAutoFit/>
            </a:bodyPr>
            <a:lstStyle/>
            <a:p>
              <a:pPr>
                <a:lnSpc>
                  <a:spcPct val="120000"/>
                </a:lnSpc>
              </a:pPr>
              <a:r>
                <a:rPr lang="zh-CN" altLang="en-US" sz="1400" dirty="0">
                  <a:solidFill>
                    <a:schemeClr val="tx1">
                      <a:lumMod val="85000"/>
                      <a:lumOff val="15000"/>
                    </a:schemeClr>
                  </a:solidFill>
                  <a:cs typeface="+mn-ea"/>
                  <a:sym typeface="+mn-lt"/>
                </a:rPr>
                <a:t>输入替换内容文本文字输入替换内容文本文字</a:t>
              </a:r>
              <a:endParaRPr lang="en-US" altLang="zh-CN" sz="1400" dirty="0">
                <a:solidFill>
                  <a:schemeClr val="tx1">
                    <a:lumMod val="85000"/>
                    <a:lumOff val="15000"/>
                  </a:schemeClr>
                </a:solidFill>
                <a:cs typeface="+mn-ea"/>
                <a:sym typeface="+mn-lt"/>
              </a:endParaRPr>
            </a:p>
          </p:txBody>
        </p:sp>
        <p:sp>
          <p:nvSpPr>
            <p:cNvPr id="37" name="TextBox 15"/>
            <p:cNvSpPr txBox="1"/>
            <p:nvPr/>
          </p:nvSpPr>
          <p:spPr>
            <a:xfrm>
              <a:off x="8779002" y="1922400"/>
              <a:ext cx="1891863" cy="853287"/>
            </a:xfrm>
            <a:prstGeom prst="rect">
              <a:avLst/>
            </a:prstGeom>
            <a:noFill/>
          </p:spPr>
          <p:txBody>
            <a:bodyPr wrap="square" lIns="94083" tIns="47042" rIns="94083" bIns="47042" rtlCol="0">
              <a:spAutoFit/>
            </a:bodyPr>
            <a:lstStyle/>
            <a:p>
              <a:pPr>
                <a:lnSpc>
                  <a:spcPct val="120000"/>
                </a:lnSpc>
              </a:pPr>
              <a:r>
                <a:rPr lang="zh-CN" altLang="en-US" sz="1400" dirty="0">
                  <a:solidFill>
                    <a:schemeClr val="tx1">
                      <a:lumMod val="85000"/>
                      <a:lumOff val="15000"/>
                    </a:schemeClr>
                  </a:solidFill>
                  <a:cs typeface="+mn-ea"/>
                  <a:sym typeface="+mn-lt"/>
                </a:rPr>
                <a:t>输入替换内容文本文字输入替换内容文本文字</a:t>
              </a:r>
              <a:endParaRPr lang="en-US" altLang="zh-CN" sz="1400" dirty="0">
                <a:solidFill>
                  <a:schemeClr val="tx1">
                    <a:lumMod val="85000"/>
                    <a:lumOff val="15000"/>
                  </a:schemeClr>
                </a:solidFill>
                <a:cs typeface="+mn-ea"/>
                <a:sym typeface="+mn-lt"/>
              </a:endParaRPr>
            </a:p>
          </p:txBody>
        </p:sp>
        <p:sp>
          <p:nvSpPr>
            <p:cNvPr id="38" name="TextBox 15"/>
            <p:cNvSpPr txBox="1"/>
            <p:nvPr/>
          </p:nvSpPr>
          <p:spPr>
            <a:xfrm>
              <a:off x="928671" y="3477276"/>
              <a:ext cx="1891863" cy="853287"/>
            </a:xfrm>
            <a:prstGeom prst="rect">
              <a:avLst/>
            </a:prstGeom>
            <a:noFill/>
          </p:spPr>
          <p:txBody>
            <a:bodyPr wrap="square" lIns="94083" tIns="47042" rIns="94083" bIns="47042" rtlCol="0">
              <a:spAutoFit/>
            </a:bodyPr>
            <a:lstStyle/>
            <a:p>
              <a:pPr>
                <a:lnSpc>
                  <a:spcPct val="120000"/>
                </a:lnSpc>
              </a:pPr>
              <a:r>
                <a:rPr lang="zh-CN" altLang="en-US" sz="1400" dirty="0">
                  <a:solidFill>
                    <a:schemeClr val="tx1">
                      <a:lumMod val="85000"/>
                      <a:lumOff val="15000"/>
                    </a:schemeClr>
                  </a:solidFill>
                  <a:cs typeface="+mn-ea"/>
                  <a:sym typeface="+mn-lt"/>
                </a:rPr>
                <a:t>输入替换内容文本文字输入替换内容文本文字</a:t>
              </a:r>
              <a:endParaRPr lang="en-US" altLang="zh-CN" sz="1400" dirty="0">
                <a:solidFill>
                  <a:schemeClr val="tx1">
                    <a:lumMod val="85000"/>
                    <a:lumOff val="15000"/>
                  </a:schemeClr>
                </a:solidFill>
                <a:cs typeface="+mn-ea"/>
                <a:sym typeface="+mn-lt"/>
              </a:endParaRPr>
            </a:p>
          </p:txBody>
        </p:sp>
        <p:sp>
          <p:nvSpPr>
            <p:cNvPr id="39" name="TextBox 15"/>
            <p:cNvSpPr txBox="1"/>
            <p:nvPr/>
          </p:nvSpPr>
          <p:spPr>
            <a:xfrm>
              <a:off x="9351005" y="3470996"/>
              <a:ext cx="1891863" cy="853287"/>
            </a:xfrm>
            <a:prstGeom prst="rect">
              <a:avLst/>
            </a:prstGeom>
            <a:noFill/>
          </p:spPr>
          <p:txBody>
            <a:bodyPr wrap="square" lIns="94083" tIns="47042" rIns="94083" bIns="47042" rtlCol="0">
              <a:spAutoFit/>
            </a:bodyPr>
            <a:lstStyle/>
            <a:p>
              <a:pPr>
                <a:lnSpc>
                  <a:spcPct val="120000"/>
                </a:lnSpc>
              </a:pPr>
              <a:r>
                <a:rPr lang="zh-CN" altLang="en-US" sz="1400" dirty="0">
                  <a:solidFill>
                    <a:schemeClr val="tx1">
                      <a:lumMod val="85000"/>
                      <a:lumOff val="15000"/>
                    </a:schemeClr>
                  </a:solidFill>
                  <a:cs typeface="+mn-ea"/>
                  <a:sym typeface="+mn-lt"/>
                </a:rPr>
                <a:t>输入替换内容文本文字输入替换内容文本文字</a:t>
              </a:r>
              <a:endParaRPr lang="en-US" altLang="zh-CN" sz="1400" dirty="0">
                <a:solidFill>
                  <a:schemeClr val="tx1">
                    <a:lumMod val="85000"/>
                    <a:lumOff val="15000"/>
                  </a:schemeClr>
                </a:solidFill>
                <a:cs typeface="+mn-ea"/>
                <a:sym typeface="+mn-lt"/>
              </a:endParaRPr>
            </a:p>
          </p:txBody>
        </p:sp>
        <p:sp>
          <p:nvSpPr>
            <p:cNvPr id="40" name="TextBox 15"/>
            <p:cNvSpPr txBox="1"/>
            <p:nvPr/>
          </p:nvSpPr>
          <p:spPr>
            <a:xfrm>
              <a:off x="1707142" y="5085089"/>
              <a:ext cx="1891863" cy="853287"/>
            </a:xfrm>
            <a:prstGeom prst="rect">
              <a:avLst/>
            </a:prstGeom>
            <a:noFill/>
          </p:spPr>
          <p:txBody>
            <a:bodyPr wrap="square" lIns="94083" tIns="47042" rIns="94083" bIns="47042" rtlCol="0">
              <a:spAutoFit/>
            </a:bodyPr>
            <a:lstStyle/>
            <a:p>
              <a:pPr>
                <a:lnSpc>
                  <a:spcPct val="120000"/>
                </a:lnSpc>
              </a:pPr>
              <a:r>
                <a:rPr lang="zh-CN" altLang="en-US" sz="1400" dirty="0">
                  <a:solidFill>
                    <a:schemeClr val="tx1">
                      <a:lumMod val="85000"/>
                      <a:lumOff val="15000"/>
                    </a:schemeClr>
                  </a:solidFill>
                  <a:cs typeface="+mn-ea"/>
                  <a:sym typeface="+mn-lt"/>
                </a:rPr>
                <a:t>输入替换内容文本文字输入替换内容文本文字</a:t>
              </a:r>
              <a:endParaRPr lang="en-US" altLang="zh-CN" sz="1400" dirty="0">
                <a:solidFill>
                  <a:schemeClr val="tx1">
                    <a:lumMod val="85000"/>
                    <a:lumOff val="15000"/>
                  </a:schemeClr>
                </a:solidFill>
                <a:cs typeface="+mn-ea"/>
                <a:sym typeface="+mn-lt"/>
              </a:endParaRPr>
            </a:p>
          </p:txBody>
        </p:sp>
        <p:sp>
          <p:nvSpPr>
            <p:cNvPr id="41" name="TextBox 15"/>
            <p:cNvSpPr txBox="1"/>
            <p:nvPr/>
          </p:nvSpPr>
          <p:spPr>
            <a:xfrm>
              <a:off x="8625103" y="5076543"/>
              <a:ext cx="1891863" cy="853287"/>
            </a:xfrm>
            <a:prstGeom prst="rect">
              <a:avLst/>
            </a:prstGeom>
            <a:noFill/>
          </p:spPr>
          <p:txBody>
            <a:bodyPr wrap="square" lIns="94083" tIns="47042" rIns="94083" bIns="47042" rtlCol="0">
              <a:spAutoFit/>
            </a:bodyPr>
            <a:lstStyle/>
            <a:p>
              <a:pPr>
                <a:lnSpc>
                  <a:spcPct val="120000"/>
                </a:lnSpc>
              </a:pPr>
              <a:r>
                <a:rPr lang="zh-CN" altLang="en-US" sz="1400" dirty="0">
                  <a:solidFill>
                    <a:schemeClr val="tx1">
                      <a:lumMod val="85000"/>
                      <a:lumOff val="15000"/>
                    </a:schemeClr>
                  </a:solidFill>
                  <a:cs typeface="+mn-ea"/>
                  <a:sym typeface="+mn-lt"/>
                </a:rPr>
                <a:t>输入替换内容文本文字输入替换内容文本文字</a:t>
              </a:r>
              <a:endParaRPr lang="en-US" altLang="zh-CN" sz="1400" dirty="0">
                <a:solidFill>
                  <a:schemeClr val="tx1">
                    <a:lumMod val="85000"/>
                    <a:lumOff val="15000"/>
                  </a:schemeClr>
                </a:solidFill>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00"/>
                                        <p:tgtEl>
                                          <p:spTgt spid="31"/>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 xmlns:a16="http://schemas.microsoft.com/office/drawing/2014/main" id="{4D7DAA8D-FF94-4326-903E-BAFE41386C09}"/>
              </a:ext>
            </a:extLst>
          </p:cNvPr>
          <p:cNvGrpSpPr/>
          <p:nvPr/>
        </p:nvGrpSpPr>
        <p:grpSpPr>
          <a:xfrm>
            <a:off x="-1036609" y="-1457037"/>
            <a:ext cx="13471490" cy="11522369"/>
            <a:chOff x="-1036609" y="-1457037"/>
            <a:chExt cx="13471490" cy="11522369"/>
          </a:xfrm>
        </p:grpSpPr>
        <p:grpSp>
          <p:nvGrpSpPr>
            <p:cNvPr id="12" name="组合 11">
              <a:extLst>
                <a:ext uri="{FF2B5EF4-FFF2-40B4-BE49-F238E27FC236}">
                  <a16:creationId xmlns="" xmlns:a16="http://schemas.microsoft.com/office/drawing/2014/main" id="{59BCDD87-288C-45B6-9FEF-94992BD990A9}"/>
                </a:ext>
              </a:extLst>
            </p:cNvPr>
            <p:cNvGrpSpPr/>
            <p:nvPr/>
          </p:nvGrpSpPr>
          <p:grpSpPr>
            <a:xfrm>
              <a:off x="-1036609" y="-1457037"/>
              <a:ext cx="13417347" cy="11522369"/>
              <a:chOff x="-1036609" y="-1457037"/>
              <a:chExt cx="13417347" cy="11522369"/>
            </a:xfrm>
          </p:grpSpPr>
          <p:grpSp>
            <p:nvGrpSpPr>
              <p:cNvPr id="14" name="组合 13">
                <a:extLst>
                  <a:ext uri="{FF2B5EF4-FFF2-40B4-BE49-F238E27FC236}">
                    <a16:creationId xmlns="" xmlns:a16="http://schemas.microsoft.com/office/drawing/2014/main" id="{8402C2B9-0843-484B-B4E3-BF6E589302C5}"/>
                  </a:ext>
                </a:extLst>
              </p:cNvPr>
              <p:cNvGrpSpPr/>
              <p:nvPr/>
            </p:nvGrpSpPr>
            <p:grpSpPr>
              <a:xfrm>
                <a:off x="-520087" y="-1457037"/>
                <a:ext cx="12900825" cy="11522369"/>
                <a:chOff x="-520087" y="-1457037"/>
                <a:chExt cx="12900825" cy="11522369"/>
              </a:xfrm>
            </p:grpSpPr>
            <p:pic>
              <p:nvPicPr>
                <p:cNvPr id="17" name="图片 16">
                  <a:extLst>
                    <a:ext uri="{FF2B5EF4-FFF2-40B4-BE49-F238E27FC236}">
                      <a16:creationId xmlns="" xmlns:a16="http://schemas.microsoft.com/office/drawing/2014/main" id="{EE4F4185-0B33-4539-9684-2408BB9437F9}"/>
                    </a:ext>
                  </a:extLst>
                </p:cNvPr>
                <p:cNvPicPr>
                  <a:picLocks noChangeAspect="1"/>
                </p:cNvPicPr>
                <p:nvPr/>
              </p:nvPicPr>
              <p:blipFill rotWithShape="1">
                <a:blip r:embed="rId2">
                  <a:extLst>
                    <a:ext uri="{28A0092B-C50C-407E-A947-70E740481C1C}">
                      <a14:useLocalDpi xmlns:a14="http://schemas.microsoft.com/office/drawing/2010/main" val="0"/>
                    </a:ext>
                  </a:extLst>
                </a:blip>
                <a:srcRect l="52500" t="25749" r="-1"/>
                <a:stretch/>
              </p:blipFill>
              <p:spPr>
                <a:xfrm rot="6328336" flipV="1">
                  <a:off x="1002824" y="-975053"/>
                  <a:ext cx="9517474" cy="12563295"/>
                </a:xfrm>
                <a:prstGeom prst="rect">
                  <a:avLst/>
                </a:prstGeom>
              </p:spPr>
            </p:pic>
            <p:pic>
              <p:nvPicPr>
                <p:cNvPr id="18" name="图片 17">
                  <a:extLst>
                    <a:ext uri="{FF2B5EF4-FFF2-40B4-BE49-F238E27FC236}">
                      <a16:creationId xmlns="" xmlns:a16="http://schemas.microsoft.com/office/drawing/2014/main" id="{FE0A9F8D-5410-4B7D-B97C-423AFA8D710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9358"/>
                <a:stretch/>
              </p:blipFill>
              <p:spPr>
                <a:xfrm rot="1009780">
                  <a:off x="3768079" y="-1457037"/>
                  <a:ext cx="8612659" cy="6096000"/>
                </a:xfrm>
                <a:prstGeom prst="rect">
                  <a:avLst/>
                </a:prstGeom>
              </p:spPr>
            </p:pic>
          </p:grpSp>
          <p:pic>
            <p:nvPicPr>
              <p:cNvPr id="15" name="图片 14">
                <a:extLst>
                  <a:ext uri="{FF2B5EF4-FFF2-40B4-BE49-F238E27FC236}">
                    <a16:creationId xmlns="" xmlns:a16="http://schemas.microsoft.com/office/drawing/2014/main" id="{BFB2DF49-4BA7-46C8-A153-09E0F9B6CF1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82616" b="77891"/>
              <a:stretch/>
            </p:blipFill>
            <p:spPr>
              <a:xfrm>
                <a:off x="-1036609" y="-69715"/>
                <a:ext cx="2119423" cy="1347749"/>
              </a:xfrm>
              <a:prstGeom prst="rect">
                <a:avLst/>
              </a:prstGeom>
            </p:spPr>
          </p:pic>
          <p:pic>
            <p:nvPicPr>
              <p:cNvPr id="16" name="图片 15">
                <a:extLst>
                  <a:ext uri="{FF2B5EF4-FFF2-40B4-BE49-F238E27FC236}">
                    <a16:creationId xmlns="" xmlns:a16="http://schemas.microsoft.com/office/drawing/2014/main" id="{A6FEF6A8-A62E-406E-86D8-96CBCD596CE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75961" r="89517"/>
              <a:stretch/>
            </p:blipFill>
            <p:spPr>
              <a:xfrm>
                <a:off x="-118061" y="5471488"/>
                <a:ext cx="1278071" cy="1465425"/>
              </a:xfrm>
              <a:prstGeom prst="rect">
                <a:avLst/>
              </a:prstGeom>
            </p:spPr>
          </p:pic>
        </p:grpSp>
        <p:pic>
          <p:nvPicPr>
            <p:cNvPr id="13" name="图片 12">
              <a:extLst>
                <a:ext uri="{FF2B5EF4-FFF2-40B4-BE49-F238E27FC236}">
                  <a16:creationId xmlns="" xmlns:a16="http://schemas.microsoft.com/office/drawing/2014/main" id="{38454977-D9C5-4B8F-8E0C-54A365143AD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2881" y="604159"/>
              <a:ext cx="12192000" cy="6096000"/>
            </a:xfrm>
            <a:prstGeom prst="rect">
              <a:avLst/>
            </a:prstGeom>
          </p:spPr>
        </p:pic>
      </p:grpSp>
      <p:sp>
        <p:nvSpPr>
          <p:cNvPr id="4" name="文本框 3">
            <a:extLst>
              <a:ext uri="{FF2B5EF4-FFF2-40B4-BE49-F238E27FC236}">
                <a16:creationId xmlns="" xmlns:a16="http://schemas.microsoft.com/office/drawing/2014/main" id="{AB7D5B25-7382-46A5-9C35-F1D4ACF52B3B}"/>
              </a:ext>
            </a:extLst>
          </p:cNvPr>
          <p:cNvSpPr txBox="1"/>
          <p:nvPr/>
        </p:nvSpPr>
        <p:spPr>
          <a:xfrm>
            <a:off x="1652955" y="1169378"/>
            <a:ext cx="9024281" cy="2954655"/>
          </a:xfrm>
          <a:prstGeom prst="rect">
            <a:avLst/>
          </a:prstGeom>
          <a:noFill/>
        </p:spPr>
        <p:txBody>
          <a:bodyPr wrap="square" rtlCol="0">
            <a:spAutoFit/>
          </a:bodyPr>
          <a:lstStyle/>
          <a:p>
            <a:pPr algn="ctr">
              <a:lnSpc>
                <a:spcPct val="150000"/>
              </a:lnSpc>
            </a:pPr>
            <a:r>
              <a:rPr lang="zh-CN" altLang="en-US" sz="2800" b="1" dirty="0">
                <a:cs typeface="+mn-ea"/>
                <a:sym typeface="+mn-lt"/>
              </a:rPr>
              <a:t>版权声明</a:t>
            </a:r>
          </a:p>
          <a:p>
            <a:pPr algn="just">
              <a:lnSpc>
                <a:spcPct val="150000"/>
              </a:lnSpc>
            </a:pPr>
            <a:endParaRPr lang="zh-CN" altLang="en-US" sz="1200" dirty="0">
              <a:cs typeface="+mn-ea"/>
              <a:sym typeface="+mn-lt"/>
            </a:endParaRPr>
          </a:p>
          <a:p>
            <a:pPr algn="just">
              <a:lnSpc>
                <a:spcPct val="150000"/>
              </a:lnSpc>
            </a:pPr>
            <a:r>
              <a:rPr lang="zh-CN" altLang="en-US" sz="1200" dirty="0">
                <a:cs typeface="+mn-ea"/>
                <a:sym typeface="+mn-lt"/>
              </a:rPr>
              <a:t>感谢您下载平台上提供的</a:t>
            </a:r>
            <a:r>
              <a:rPr lang="en-US" altLang="zh-CN" sz="1200" dirty="0">
                <a:cs typeface="+mn-ea"/>
                <a:sym typeface="+mn-lt"/>
              </a:rPr>
              <a:t>PPT</a:t>
            </a:r>
            <a:r>
              <a:rPr lang="zh-CN" altLang="en-US" sz="1200" dirty="0">
                <a:cs typeface="+mn-ea"/>
                <a:sym typeface="+mn-lt"/>
              </a:rPr>
              <a:t>作品，为了您和熊猫办公以及原创作者的利益，请勿复制、传播、销售，否则将承担法律责任！熊猫办公将对作品进行维权，按照传播下载次数进行十倍的索取赔偿！</a:t>
            </a:r>
            <a:endParaRPr lang="en-US" altLang="zh-CN" sz="1200" dirty="0">
              <a:cs typeface="+mn-ea"/>
              <a:sym typeface="+mn-lt"/>
            </a:endParaRPr>
          </a:p>
          <a:p>
            <a:pPr algn="just">
              <a:lnSpc>
                <a:spcPct val="150000"/>
              </a:lnSpc>
            </a:pPr>
            <a:endParaRPr lang="zh-CN" altLang="en-US" sz="1200" dirty="0">
              <a:cs typeface="+mn-ea"/>
              <a:sym typeface="+mn-lt"/>
            </a:endParaRPr>
          </a:p>
          <a:p>
            <a:pPr algn="just">
              <a:lnSpc>
                <a:spcPct val="150000"/>
              </a:lnSpc>
            </a:pPr>
            <a:r>
              <a:rPr lang="en-US" altLang="zh-CN" sz="1200" dirty="0">
                <a:cs typeface="+mn-ea"/>
                <a:sym typeface="+mn-lt"/>
              </a:rPr>
              <a:t>1.</a:t>
            </a:r>
            <a:r>
              <a:rPr lang="zh-CN" altLang="en-US" sz="1200" dirty="0">
                <a:cs typeface="+mn-ea"/>
                <a:sym typeface="+mn-lt"/>
              </a:rPr>
              <a:t>在熊猫办公出售的</a:t>
            </a:r>
            <a:r>
              <a:rPr lang="en-US" altLang="zh-CN" sz="1200" dirty="0">
                <a:cs typeface="+mn-ea"/>
                <a:sym typeface="+mn-lt"/>
              </a:rPr>
              <a:t>PPT</a:t>
            </a:r>
            <a:r>
              <a:rPr lang="zh-CN" altLang="en-US" sz="1200" dirty="0">
                <a:cs typeface="+mn-ea"/>
                <a:sym typeface="+mn-lt"/>
              </a:rPr>
              <a:t>模板是免版税类（</a:t>
            </a:r>
            <a:r>
              <a:rPr lang="en-US" altLang="zh-CN" sz="1200" dirty="0">
                <a:cs typeface="+mn-ea"/>
                <a:sym typeface="+mn-lt"/>
              </a:rPr>
              <a:t>RF</a:t>
            </a:r>
            <a:r>
              <a:rPr lang="zh-CN" altLang="en-US" sz="1200" dirty="0">
                <a:cs typeface="+mn-ea"/>
                <a:sym typeface="+mn-lt"/>
              </a:rPr>
              <a:t>：</a:t>
            </a:r>
            <a:r>
              <a:rPr lang="en-US" altLang="zh-CN" sz="1200" dirty="0">
                <a:cs typeface="+mn-ea"/>
                <a:sym typeface="+mn-lt"/>
              </a:rPr>
              <a:t>Royalty-Free</a:t>
            </a:r>
            <a:r>
              <a:rPr lang="zh-CN" altLang="en-US" sz="1200" dirty="0">
                <a:cs typeface="+mn-ea"/>
                <a:sym typeface="+mn-lt"/>
              </a:rPr>
              <a:t>）正版受</a:t>
            </a:r>
            <a:r>
              <a:rPr lang="en-US" altLang="zh-CN" sz="1200" dirty="0">
                <a:cs typeface="+mn-ea"/>
                <a:sym typeface="+mn-lt"/>
              </a:rPr>
              <a:t>《</a:t>
            </a:r>
            <a:r>
              <a:rPr lang="zh-CN" altLang="en-US" sz="1200" dirty="0">
                <a:cs typeface="+mn-ea"/>
                <a:sym typeface="+mn-lt"/>
              </a:rPr>
              <a:t>中国人民共和国著作法</a:t>
            </a:r>
            <a:r>
              <a:rPr lang="en-US" altLang="zh-CN" sz="1200" dirty="0">
                <a:cs typeface="+mn-ea"/>
                <a:sym typeface="+mn-lt"/>
              </a:rPr>
              <a:t>》</a:t>
            </a:r>
            <a:r>
              <a:rPr lang="zh-CN" altLang="en-US" sz="1200" dirty="0">
                <a:cs typeface="+mn-ea"/>
                <a:sym typeface="+mn-lt"/>
              </a:rPr>
              <a:t>和</a:t>
            </a:r>
            <a:r>
              <a:rPr lang="en-US" altLang="zh-CN" sz="1200" dirty="0">
                <a:cs typeface="+mn-ea"/>
                <a:sym typeface="+mn-lt"/>
              </a:rPr>
              <a:t>《</a:t>
            </a:r>
            <a:r>
              <a:rPr lang="zh-CN" altLang="en-US" sz="1200" dirty="0">
                <a:cs typeface="+mn-ea"/>
                <a:sym typeface="+mn-lt"/>
              </a:rPr>
              <a:t>世界版权公约</a:t>
            </a:r>
            <a:r>
              <a:rPr lang="en-US" altLang="zh-CN" sz="1200" dirty="0">
                <a:cs typeface="+mn-ea"/>
                <a:sym typeface="+mn-lt"/>
              </a:rPr>
              <a:t>》</a:t>
            </a:r>
            <a:r>
              <a:rPr lang="zh-CN" altLang="en-US" sz="1200" dirty="0">
                <a:cs typeface="+mn-ea"/>
                <a:sym typeface="+mn-lt"/>
              </a:rPr>
              <a:t>的保护，作品的所有权、版权和著作权归熊猫办公所有，您下载的是</a:t>
            </a:r>
            <a:r>
              <a:rPr lang="en-US" altLang="zh-CN" sz="1200" dirty="0">
                <a:cs typeface="+mn-ea"/>
                <a:sym typeface="+mn-lt"/>
              </a:rPr>
              <a:t>PPT</a:t>
            </a:r>
            <a:r>
              <a:rPr lang="zh-CN" altLang="en-US" sz="1200" dirty="0">
                <a:cs typeface="+mn-ea"/>
                <a:sym typeface="+mn-lt"/>
              </a:rPr>
              <a:t>模板素材的使用权。</a:t>
            </a:r>
          </a:p>
          <a:p>
            <a:pPr algn="just">
              <a:lnSpc>
                <a:spcPct val="150000"/>
              </a:lnSpc>
            </a:pPr>
            <a:r>
              <a:rPr lang="en-US" altLang="zh-CN" sz="1200" dirty="0">
                <a:cs typeface="+mn-ea"/>
                <a:sym typeface="+mn-lt"/>
              </a:rPr>
              <a:t>2.</a:t>
            </a:r>
            <a:r>
              <a:rPr lang="zh-CN" altLang="en-US" sz="1200" dirty="0">
                <a:cs typeface="+mn-ea"/>
                <a:sym typeface="+mn-lt"/>
              </a:rPr>
              <a:t>不得将熊猫办公的</a:t>
            </a:r>
            <a:r>
              <a:rPr lang="en-US" altLang="zh-CN" sz="1200" dirty="0">
                <a:cs typeface="+mn-ea"/>
                <a:sym typeface="+mn-lt"/>
              </a:rPr>
              <a:t>PPT</a:t>
            </a:r>
            <a:r>
              <a:rPr lang="zh-CN" altLang="en-US" sz="1200" dirty="0">
                <a:cs typeface="+mn-ea"/>
                <a:sym typeface="+mn-lt"/>
              </a:rPr>
              <a:t>模板、</a:t>
            </a:r>
            <a:r>
              <a:rPr lang="en-US" altLang="zh-CN" sz="1200" dirty="0">
                <a:cs typeface="+mn-ea"/>
                <a:sym typeface="+mn-lt"/>
              </a:rPr>
              <a:t>PPT</a:t>
            </a:r>
            <a:r>
              <a:rPr lang="zh-CN" altLang="en-US" sz="1200" dirty="0">
                <a:cs typeface="+mn-ea"/>
                <a:sym typeface="+mn-lt"/>
              </a:rPr>
              <a:t>素材，本身用于再出售，或者出租、出借、转让、分销、发布或者作为礼物供他人使用，不得转授权、出卖、转让本协议或者本协议中的权利。</a:t>
            </a:r>
          </a:p>
        </p:txBody>
      </p:sp>
      <p:sp>
        <p:nvSpPr>
          <p:cNvPr id="5" name="文本框 4">
            <a:hlinkClick r:id="rId6"/>
            <a:extLst>
              <a:ext uri="{FF2B5EF4-FFF2-40B4-BE49-F238E27FC236}">
                <a16:creationId xmlns="" xmlns:a16="http://schemas.microsoft.com/office/drawing/2014/main" id="{EFDD6211-CEAF-4878-A364-CC4A2AB3805A}"/>
              </a:ext>
            </a:extLst>
          </p:cNvPr>
          <p:cNvSpPr txBox="1"/>
          <p:nvPr/>
        </p:nvSpPr>
        <p:spPr>
          <a:xfrm>
            <a:off x="1652955" y="4984409"/>
            <a:ext cx="7297081"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just"/>
            <a:r>
              <a:rPr lang="zh-CN" altLang="en-US" b="1" dirty="0">
                <a:solidFill>
                  <a:schemeClr val="tx1"/>
                </a:solidFill>
                <a:cs typeface="+mn-ea"/>
                <a:sym typeface="+mn-lt"/>
              </a:rPr>
              <a:t>更多精品</a:t>
            </a:r>
            <a:r>
              <a:rPr lang="en-US" altLang="zh-CN" b="1" dirty="0">
                <a:solidFill>
                  <a:schemeClr val="tx1"/>
                </a:solidFill>
                <a:cs typeface="+mn-ea"/>
                <a:sym typeface="+mn-lt"/>
              </a:rPr>
              <a:t>PPT</a:t>
            </a:r>
            <a:r>
              <a:rPr lang="zh-CN" altLang="en-US" b="1" dirty="0">
                <a:solidFill>
                  <a:schemeClr val="tx1"/>
                </a:solidFill>
                <a:cs typeface="+mn-ea"/>
                <a:sym typeface="+mn-lt"/>
              </a:rPr>
              <a:t>模板：</a:t>
            </a:r>
            <a:r>
              <a:rPr lang="en-US" altLang="zh-CN" b="1" dirty="0">
                <a:solidFill>
                  <a:schemeClr val="tx1"/>
                </a:solidFill>
                <a:cs typeface="+mn-ea"/>
                <a:sym typeface="+mn-lt"/>
              </a:rPr>
              <a:t>http://www.tukuppt.com/ppt/</a:t>
            </a:r>
            <a:endParaRPr lang="zh-CN" altLang="en-US" b="1" dirty="0">
              <a:solidFill>
                <a:schemeClr val="tx1"/>
              </a:solidFill>
              <a:cs typeface="+mn-ea"/>
              <a:sym typeface="+mn-lt"/>
            </a:endParaRPr>
          </a:p>
        </p:txBody>
      </p:sp>
      <p:grpSp>
        <p:nvGrpSpPr>
          <p:cNvPr id="6" name="组合 5">
            <a:extLst>
              <a:ext uri="{FF2B5EF4-FFF2-40B4-BE49-F238E27FC236}">
                <a16:creationId xmlns="" xmlns:a16="http://schemas.microsoft.com/office/drawing/2014/main" id="{BD8FC80D-DDB2-4620-BAF6-6E2DDB3FE2F4}"/>
              </a:ext>
            </a:extLst>
          </p:cNvPr>
          <p:cNvGrpSpPr/>
          <p:nvPr/>
        </p:nvGrpSpPr>
        <p:grpSpPr>
          <a:xfrm>
            <a:off x="9313097" y="4984409"/>
            <a:ext cx="1364139" cy="369332"/>
            <a:chOff x="8158550" y="5010841"/>
            <a:chExt cx="1364139" cy="369332"/>
          </a:xfrm>
          <a:effectLst/>
        </p:grpSpPr>
        <p:sp>
          <p:nvSpPr>
            <p:cNvPr id="7" name="矩形: 圆角 6">
              <a:extLst>
                <a:ext uri="{FF2B5EF4-FFF2-40B4-BE49-F238E27FC236}">
                  <a16:creationId xmlns="" xmlns:a16="http://schemas.microsoft.com/office/drawing/2014/main" id="{B074999D-9AF1-4C76-A825-52A8CDE6A0E6}"/>
                </a:ext>
              </a:extLst>
            </p:cNvPr>
            <p:cNvSpPr/>
            <p:nvPr/>
          </p:nvSpPr>
          <p:spPr>
            <a:xfrm>
              <a:off x="8158550" y="5010841"/>
              <a:ext cx="1336431" cy="342900"/>
            </a:xfrm>
            <a:prstGeom prst="roundRect">
              <a:avLst/>
            </a:prstGeom>
            <a:solidFill>
              <a:schemeClr val="bg2">
                <a:lumMod val="85000"/>
              </a:schemeClr>
            </a:solidFill>
            <a:ln>
              <a:noFill/>
            </a:ln>
            <a:effectLst>
              <a:reflection blurRad="6350" stA="52000" endA="300" endPos="35000" dir="5400000" sy="-100000" algn="bl" rotWithShape="0"/>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just"/>
              <a:endParaRPr lang="zh-CN" altLang="en-US" dirty="0">
                <a:solidFill>
                  <a:schemeClr val="tx1"/>
                </a:solidFill>
                <a:highlight>
                  <a:srgbClr val="FFFF00"/>
                </a:highlight>
                <a:cs typeface="+mn-ea"/>
                <a:sym typeface="+mn-lt"/>
              </a:endParaRPr>
            </a:p>
          </p:txBody>
        </p:sp>
        <p:sp>
          <p:nvSpPr>
            <p:cNvPr id="8" name="文本框 7">
              <a:extLst>
                <a:ext uri="{FF2B5EF4-FFF2-40B4-BE49-F238E27FC236}">
                  <a16:creationId xmlns="" xmlns:a16="http://schemas.microsoft.com/office/drawing/2014/main" id="{2B007BF8-5D47-4AD7-9EE4-1F31F4D02F1D}"/>
                </a:ext>
              </a:extLst>
            </p:cNvPr>
            <p:cNvSpPr txBox="1"/>
            <p:nvPr/>
          </p:nvSpPr>
          <p:spPr>
            <a:xfrm>
              <a:off x="8278621" y="5010841"/>
              <a:ext cx="1244068" cy="369332"/>
            </a:xfrm>
            <a:prstGeom prst="rect">
              <a:avLst/>
            </a:prstGeom>
            <a:noFill/>
          </p:spPr>
          <p:txBody>
            <a:bodyPr wrap="square" rtlCol="0">
              <a:spAutoFit/>
            </a:bodyPr>
            <a:lstStyle/>
            <a:p>
              <a:r>
                <a:rPr lang="zh-CN" altLang="en-US" b="1" dirty="0">
                  <a:cs typeface="+mn-ea"/>
                  <a:sym typeface="+mn-lt"/>
                  <a:hlinkClick r:id="rId6"/>
                </a:rPr>
                <a:t>点击进入</a:t>
              </a:r>
              <a:endParaRPr lang="zh-CN" altLang="en-US" b="1" dirty="0">
                <a:cs typeface="+mn-ea"/>
                <a:sym typeface="+mn-lt"/>
              </a:endParaRPr>
            </a:p>
          </p:txBody>
        </p:sp>
      </p:grpSp>
    </p:spTree>
    <p:extLst>
      <p:ext uri="{BB962C8B-B14F-4D97-AF65-F5344CB8AC3E}">
        <p14:creationId xmlns:p14="http://schemas.microsoft.com/office/powerpoint/2010/main" val="2181259626"/>
      </p:ext>
    </p:extLst>
  </p:cSld>
  <p:clrMapOvr>
    <a:masterClrMapping/>
  </p:clrMapOvr>
  <mc:AlternateContent xmlns:mc="http://schemas.openxmlformats.org/markup-compatibility/2006" xmlns:p14="http://schemas.microsoft.com/office/powerpoint/2010/main">
    <mc:Choice Requires="p14">
      <p:transition spd="slow" p14:dur="3000" advTm="2000">
        <p14:doors dir="vert"/>
      </p:transition>
    </mc:Choice>
    <mc:Fallback xmlns="">
      <p:transition spd="slow" advTm="2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 xmlns:a16="http://schemas.microsoft.com/office/drawing/2014/main" id="{A5F89777-41FB-4956-95ED-5A8BBCD0D49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9546"/>
          <a:stretch/>
        </p:blipFill>
        <p:spPr>
          <a:xfrm>
            <a:off x="4223283" y="0"/>
            <a:ext cx="8589818" cy="6858000"/>
          </a:xfrm>
          <a:prstGeom prst="rect">
            <a:avLst/>
          </a:prstGeom>
        </p:spPr>
      </p:pic>
      <p:pic>
        <p:nvPicPr>
          <p:cNvPr id="7" name="图片 6">
            <a:extLst>
              <a:ext uri="{FF2B5EF4-FFF2-40B4-BE49-F238E27FC236}">
                <a16:creationId xmlns="" xmlns:a16="http://schemas.microsoft.com/office/drawing/2014/main" id="{2137D22D-A95F-4A3E-8BFF-2CBEC0897F2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82424" b="78182"/>
          <a:stretch/>
        </p:blipFill>
        <p:spPr>
          <a:xfrm>
            <a:off x="0" y="0"/>
            <a:ext cx="2142836" cy="1330036"/>
          </a:xfrm>
          <a:prstGeom prst="rect">
            <a:avLst/>
          </a:prstGeom>
        </p:spPr>
      </p:pic>
      <p:pic>
        <p:nvPicPr>
          <p:cNvPr id="9" name="图片 8">
            <a:extLst>
              <a:ext uri="{FF2B5EF4-FFF2-40B4-BE49-F238E27FC236}">
                <a16:creationId xmlns="" xmlns:a16="http://schemas.microsoft.com/office/drawing/2014/main" id="{0124E05F-E5DA-435F-AD27-35C0759806E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76439" r="90379"/>
          <a:stretch/>
        </p:blipFill>
        <p:spPr>
          <a:xfrm>
            <a:off x="0" y="5421744"/>
            <a:ext cx="1173018" cy="1436255"/>
          </a:xfrm>
          <a:prstGeom prst="rect">
            <a:avLst/>
          </a:prstGeom>
        </p:spPr>
      </p:pic>
      <p:pic>
        <p:nvPicPr>
          <p:cNvPr id="11" name="图片 10">
            <a:extLst>
              <a:ext uri="{FF2B5EF4-FFF2-40B4-BE49-F238E27FC236}">
                <a16:creationId xmlns="" xmlns:a16="http://schemas.microsoft.com/office/drawing/2014/main" id="{67236D4C-C63F-4B56-AF90-0DE91A6504A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9242" t="14015"/>
          <a:stretch/>
        </p:blipFill>
        <p:spPr>
          <a:xfrm>
            <a:off x="6196240" y="1616365"/>
            <a:ext cx="6188364" cy="5241635"/>
          </a:xfrm>
          <a:prstGeom prst="rect">
            <a:avLst/>
          </a:prstGeom>
        </p:spPr>
      </p:pic>
      <p:pic>
        <p:nvPicPr>
          <p:cNvPr id="13" name="图片 12">
            <a:extLst>
              <a:ext uri="{FF2B5EF4-FFF2-40B4-BE49-F238E27FC236}">
                <a16:creationId xmlns="" xmlns:a16="http://schemas.microsoft.com/office/drawing/2014/main" id="{F6860A2D-6DB0-49E6-82BD-031B78E1901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381000"/>
            <a:ext cx="12192000" cy="6096000"/>
          </a:xfrm>
          <a:prstGeom prst="rect">
            <a:avLst/>
          </a:prstGeom>
        </p:spPr>
      </p:pic>
      <p:sp>
        <p:nvSpPr>
          <p:cNvPr id="14" name="矩形 13">
            <a:extLst>
              <a:ext uri="{FF2B5EF4-FFF2-40B4-BE49-F238E27FC236}">
                <a16:creationId xmlns="" xmlns:a16="http://schemas.microsoft.com/office/drawing/2014/main" id="{352D8497-562C-4EA5-BDDE-E9DDECA11392}"/>
              </a:ext>
            </a:extLst>
          </p:cNvPr>
          <p:cNvSpPr/>
          <p:nvPr/>
        </p:nvSpPr>
        <p:spPr>
          <a:xfrm>
            <a:off x="700700" y="2301499"/>
            <a:ext cx="6188364" cy="1200329"/>
          </a:xfrm>
          <a:prstGeom prst="rect">
            <a:avLst/>
          </a:prstGeom>
        </p:spPr>
        <p:txBody>
          <a:bodyPr wrap="square">
            <a:spAutoFit/>
          </a:bodyPr>
          <a:lstStyle/>
          <a:p>
            <a:pPr algn="dist" defTabSz="1316777"/>
            <a:r>
              <a:rPr lang="zh-CN" altLang="en-US" sz="7200" b="1" dirty="0">
                <a:solidFill>
                  <a:schemeClr val="tx1">
                    <a:lumMod val="75000"/>
                    <a:lumOff val="25000"/>
                  </a:schemeClr>
                </a:solidFill>
                <a:cs typeface="+mn-ea"/>
                <a:sym typeface="+mn-lt"/>
              </a:rPr>
              <a:t>感谢</a:t>
            </a:r>
            <a:r>
              <a:rPr lang="zh-CN" altLang="en-US" sz="7200" b="1" dirty="0">
                <a:solidFill>
                  <a:srgbClr val="566CD2"/>
                </a:solidFill>
                <a:cs typeface="+mn-ea"/>
                <a:sym typeface="+mn-lt"/>
              </a:rPr>
              <a:t>您的</a:t>
            </a:r>
            <a:r>
              <a:rPr lang="zh-CN" altLang="en-US" sz="7200" b="1" dirty="0">
                <a:solidFill>
                  <a:schemeClr val="tx1">
                    <a:lumMod val="75000"/>
                    <a:lumOff val="25000"/>
                  </a:schemeClr>
                </a:solidFill>
                <a:cs typeface="+mn-ea"/>
                <a:sym typeface="+mn-lt"/>
              </a:rPr>
              <a:t>欣赏</a:t>
            </a:r>
          </a:p>
        </p:txBody>
      </p:sp>
      <p:sp>
        <p:nvSpPr>
          <p:cNvPr id="16" name="文本框 15">
            <a:extLst>
              <a:ext uri="{FF2B5EF4-FFF2-40B4-BE49-F238E27FC236}">
                <a16:creationId xmlns="" xmlns:a16="http://schemas.microsoft.com/office/drawing/2014/main" id="{138F3778-0F48-409C-A35F-7C3E772E9F2C}"/>
              </a:ext>
            </a:extLst>
          </p:cNvPr>
          <p:cNvSpPr txBox="1"/>
          <p:nvPr/>
        </p:nvSpPr>
        <p:spPr>
          <a:xfrm>
            <a:off x="778960" y="4642551"/>
            <a:ext cx="4181254" cy="984372"/>
          </a:xfrm>
          <a:prstGeom prst="rect">
            <a:avLst/>
          </a:prstGeom>
          <a:noFill/>
        </p:spPr>
        <p:txBody>
          <a:bodyPr wrap="square" rtlCol="0">
            <a:spAutoFit/>
            <a:scene3d>
              <a:camera prst="orthographicFront"/>
              <a:lightRig rig="threePt" dir="t"/>
            </a:scene3d>
            <a:sp3d contourW="12700"/>
          </a:bodyPr>
          <a:lstStyle/>
          <a:p>
            <a:pPr defTabSz="1316777">
              <a:lnSpc>
                <a:spcPct val="150000"/>
              </a:lnSpc>
            </a:pPr>
            <a:r>
              <a:rPr lang="en-US" altLang="zh-CN" sz="1334" dirty="0">
                <a:cs typeface="+mn-ea"/>
                <a:sym typeface="+mn-lt"/>
              </a:rPr>
              <a:t>When they clear their minds, they feel so sorry to bring hurt to the ones they love. Friendship and family love are under threatened. </a:t>
            </a:r>
          </a:p>
        </p:txBody>
      </p:sp>
      <p:sp>
        <p:nvSpPr>
          <p:cNvPr id="17" name="矩形 16">
            <a:extLst>
              <a:ext uri="{FF2B5EF4-FFF2-40B4-BE49-F238E27FC236}">
                <a16:creationId xmlns="" xmlns:a16="http://schemas.microsoft.com/office/drawing/2014/main" id="{DE52DAC0-9611-4140-A0DD-4E192613D3BD}"/>
              </a:ext>
            </a:extLst>
          </p:cNvPr>
          <p:cNvSpPr/>
          <p:nvPr/>
        </p:nvSpPr>
        <p:spPr>
          <a:xfrm>
            <a:off x="790680" y="1811205"/>
            <a:ext cx="3188810" cy="385490"/>
          </a:xfrm>
          <a:prstGeom prst="rect">
            <a:avLst/>
          </a:prstGeom>
        </p:spPr>
        <p:txBody>
          <a:bodyPr wrap="square">
            <a:spAutoFit/>
          </a:bodyPr>
          <a:lstStyle/>
          <a:p>
            <a:pPr algn="dist" defTabSz="1316777"/>
            <a:r>
              <a:rPr lang="en-US" altLang="zh-CN" sz="1905" i="1" dirty="0">
                <a:cs typeface="+mn-ea"/>
                <a:sym typeface="+mn-lt"/>
              </a:rPr>
              <a:t>POWERPOINT </a:t>
            </a:r>
            <a:endParaRPr lang="zh-CN" altLang="en-US" sz="1905" i="1" dirty="0">
              <a:cs typeface="+mn-ea"/>
              <a:sym typeface="+mn-lt"/>
            </a:endParaRPr>
          </a:p>
        </p:txBody>
      </p:sp>
      <p:grpSp>
        <p:nvGrpSpPr>
          <p:cNvPr id="24" name="组合 23">
            <a:extLst>
              <a:ext uri="{FF2B5EF4-FFF2-40B4-BE49-F238E27FC236}">
                <a16:creationId xmlns="" xmlns:a16="http://schemas.microsoft.com/office/drawing/2014/main" id="{C28EEEB7-60E6-467F-A59C-0314FAAE6310}"/>
              </a:ext>
            </a:extLst>
          </p:cNvPr>
          <p:cNvGrpSpPr/>
          <p:nvPr/>
        </p:nvGrpSpPr>
        <p:grpSpPr>
          <a:xfrm>
            <a:off x="923637" y="3832974"/>
            <a:ext cx="3743254" cy="564323"/>
            <a:chOff x="923637" y="3832974"/>
            <a:chExt cx="3743254" cy="564323"/>
          </a:xfrm>
        </p:grpSpPr>
        <p:sp>
          <p:nvSpPr>
            <p:cNvPr id="15" name="矩形 14">
              <a:extLst>
                <a:ext uri="{FF2B5EF4-FFF2-40B4-BE49-F238E27FC236}">
                  <a16:creationId xmlns="" xmlns:a16="http://schemas.microsoft.com/office/drawing/2014/main" id="{DA36BAEB-6BEC-4417-925C-654ECEB16B27}"/>
                </a:ext>
              </a:extLst>
            </p:cNvPr>
            <p:cNvSpPr/>
            <p:nvPr/>
          </p:nvSpPr>
          <p:spPr>
            <a:xfrm>
              <a:off x="2648117" y="3832974"/>
              <a:ext cx="2018774" cy="561372"/>
            </a:xfrm>
            <a:prstGeom prst="rect">
              <a:avLst/>
            </a:prstGeom>
          </p:spPr>
          <p:txBody>
            <a:bodyPr wrap="square">
              <a:spAutoFit/>
            </a:bodyPr>
            <a:lstStyle/>
            <a:p>
              <a:pPr algn="dist" defTabSz="1316777"/>
              <a:r>
                <a:rPr lang="en-US" altLang="zh-CN" sz="3048" dirty="0">
                  <a:solidFill>
                    <a:schemeClr val="tx1">
                      <a:lumMod val="75000"/>
                      <a:lumOff val="25000"/>
                    </a:schemeClr>
                  </a:solidFill>
                  <a:cs typeface="+mn-ea"/>
                  <a:sym typeface="+mn-lt"/>
                </a:rPr>
                <a:t>2021.xx</a:t>
              </a:r>
              <a:endParaRPr lang="zh-CN" altLang="en-US" sz="3048" dirty="0">
                <a:solidFill>
                  <a:schemeClr val="tx1">
                    <a:lumMod val="75000"/>
                    <a:lumOff val="25000"/>
                  </a:schemeClr>
                </a:solidFill>
                <a:cs typeface="+mn-ea"/>
                <a:sym typeface="+mn-lt"/>
              </a:endParaRPr>
            </a:p>
          </p:txBody>
        </p:sp>
        <p:grpSp>
          <p:nvGrpSpPr>
            <p:cNvPr id="23" name="组合 22">
              <a:extLst>
                <a:ext uri="{FF2B5EF4-FFF2-40B4-BE49-F238E27FC236}">
                  <a16:creationId xmlns="" xmlns:a16="http://schemas.microsoft.com/office/drawing/2014/main" id="{BE80FEEA-19C8-426F-949C-EB26356A7573}"/>
                </a:ext>
              </a:extLst>
            </p:cNvPr>
            <p:cNvGrpSpPr/>
            <p:nvPr/>
          </p:nvGrpSpPr>
          <p:grpSpPr>
            <a:xfrm>
              <a:off x="923637" y="3835925"/>
              <a:ext cx="1339273" cy="561372"/>
              <a:chOff x="1071418" y="3835925"/>
              <a:chExt cx="1339273" cy="561372"/>
            </a:xfrm>
          </p:grpSpPr>
          <p:pic>
            <p:nvPicPr>
              <p:cNvPr id="21" name="图片 20">
                <a:extLst>
                  <a:ext uri="{FF2B5EF4-FFF2-40B4-BE49-F238E27FC236}">
                    <a16:creationId xmlns="" xmlns:a16="http://schemas.microsoft.com/office/drawing/2014/main" id="{12645C01-C0E3-4849-A804-CC1A1961E01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777" t="4650" r="87033" b="85343"/>
              <a:stretch/>
            </p:blipFill>
            <p:spPr>
              <a:xfrm>
                <a:off x="1071418" y="3835925"/>
                <a:ext cx="1339273" cy="561372"/>
              </a:xfrm>
              <a:custGeom>
                <a:avLst/>
                <a:gdLst>
                  <a:gd name="connsiteX0" fmla="*/ 201368 w 2460520"/>
                  <a:gd name="connsiteY0" fmla="*/ 0 h 1208181"/>
                  <a:gd name="connsiteX1" fmla="*/ 2259152 w 2460520"/>
                  <a:gd name="connsiteY1" fmla="*/ 0 h 1208181"/>
                  <a:gd name="connsiteX2" fmla="*/ 2460520 w 2460520"/>
                  <a:gd name="connsiteY2" fmla="*/ 201368 h 1208181"/>
                  <a:gd name="connsiteX3" fmla="*/ 2460520 w 2460520"/>
                  <a:gd name="connsiteY3" fmla="*/ 1006813 h 1208181"/>
                  <a:gd name="connsiteX4" fmla="*/ 2259152 w 2460520"/>
                  <a:gd name="connsiteY4" fmla="*/ 1208181 h 1208181"/>
                  <a:gd name="connsiteX5" fmla="*/ 201368 w 2460520"/>
                  <a:gd name="connsiteY5" fmla="*/ 1208181 h 1208181"/>
                  <a:gd name="connsiteX6" fmla="*/ 0 w 2460520"/>
                  <a:gd name="connsiteY6" fmla="*/ 1006813 h 1208181"/>
                  <a:gd name="connsiteX7" fmla="*/ 0 w 2460520"/>
                  <a:gd name="connsiteY7" fmla="*/ 201368 h 1208181"/>
                  <a:gd name="connsiteX8" fmla="*/ 201368 w 2460520"/>
                  <a:gd name="connsiteY8" fmla="*/ 0 h 120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0520" h="1208181">
                    <a:moveTo>
                      <a:pt x="201368" y="0"/>
                    </a:moveTo>
                    <a:lnTo>
                      <a:pt x="2259152" y="0"/>
                    </a:lnTo>
                    <a:cubicBezTo>
                      <a:pt x="2370364" y="0"/>
                      <a:pt x="2460520" y="90156"/>
                      <a:pt x="2460520" y="201368"/>
                    </a:cubicBezTo>
                    <a:lnTo>
                      <a:pt x="2460520" y="1006813"/>
                    </a:lnTo>
                    <a:cubicBezTo>
                      <a:pt x="2460520" y="1118025"/>
                      <a:pt x="2370364" y="1208181"/>
                      <a:pt x="2259152" y="1208181"/>
                    </a:cubicBezTo>
                    <a:lnTo>
                      <a:pt x="201368" y="1208181"/>
                    </a:lnTo>
                    <a:cubicBezTo>
                      <a:pt x="90156" y="1208181"/>
                      <a:pt x="0" y="1118025"/>
                      <a:pt x="0" y="1006813"/>
                    </a:cubicBezTo>
                    <a:lnTo>
                      <a:pt x="0" y="201368"/>
                    </a:lnTo>
                    <a:cubicBezTo>
                      <a:pt x="0" y="90156"/>
                      <a:pt x="90156" y="0"/>
                      <a:pt x="201368" y="0"/>
                    </a:cubicBezTo>
                    <a:close/>
                  </a:path>
                </a:pathLst>
              </a:custGeom>
            </p:spPr>
          </p:pic>
          <p:sp>
            <p:nvSpPr>
              <p:cNvPr id="22" name="文本框 21">
                <a:extLst>
                  <a:ext uri="{FF2B5EF4-FFF2-40B4-BE49-F238E27FC236}">
                    <a16:creationId xmlns="" xmlns:a16="http://schemas.microsoft.com/office/drawing/2014/main" id="{356C0C26-B592-43EC-ACAD-2E535B8D0C32}"/>
                  </a:ext>
                </a:extLst>
              </p:cNvPr>
              <p:cNvSpPr txBox="1"/>
              <p:nvPr/>
            </p:nvSpPr>
            <p:spPr>
              <a:xfrm>
                <a:off x="1071418" y="3882828"/>
                <a:ext cx="1339273" cy="461665"/>
              </a:xfrm>
              <a:prstGeom prst="rect">
                <a:avLst/>
              </a:prstGeom>
              <a:noFill/>
            </p:spPr>
            <p:txBody>
              <a:bodyPr wrap="square" rtlCol="0">
                <a:spAutoFit/>
              </a:bodyPr>
              <a:lstStyle/>
              <a:p>
                <a:r>
                  <a:rPr lang="zh-CN" altLang="en-US" sz="2400" b="1" spc="600" dirty="0">
                    <a:solidFill>
                      <a:schemeClr val="tx1">
                        <a:lumMod val="75000"/>
                        <a:lumOff val="25000"/>
                      </a:schemeClr>
                    </a:solidFill>
                    <a:cs typeface="+mn-ea"/>
                    <a:sym typeface="+mn-lt"/>
                  </a:rPr>
                  <a:t>小熊猫</a:t>
                </a:r>
              </a:p>
            </p:txBody>
          </p:sp>
        </p:grpSp>
      </p:grpSp>
    </p:spTree>
    <p:extLst>
      <p:ext uri="{BB962C8B-B14F-4D97-AF65-F5344CB8AC3E}">
        <p14:creationId xmlns:p14="http://schemas.microsoft.com/office/powerpoint/2010/main" val="3868295003"/>
      </p:ext>
    </p:extLst>
  </p:cSld>
  <p:clrMapOvr>
    <a:masterClrMapping/>
  </p:clrMapOvr>
  <mc:AlternateContent xmlns:mc="http://schemas.openxmlformats.org/markup-compatibility/2006" xmlns:p14="http://schemas.microsoft.com/office/powerpoint/2010/main">
    <mc:Choice Requires="p14">
      <p:transition spd="slow" p14:dur="3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par>
                          <p:cTn id="20" fill="hold">
                            <p:stCondLst>
                              <p:cond delay="2000"/>
                            </p:stCondLst>
                            <p:childTnLst>
                              <p:par>
                                <p:cTn id="21" presetID="21" presetClass="entr" presetSubtype="1"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heel(1)">
                                      <p:cBhvr>
                                        <p:cTn id="23" dur="500"/>
                                        <p:tgtEl>
                                          <p:spTgt spid="13"/>
                                        </p:tgtEl>
                                      </p:cBhvr>
                                    </p:animEffect>
                                  </p:childTnLst>
                                </p:cTn>
                              </p:par>
                            </p:childTnLst>
                          </p:cTn>
                        </p:par>
                        <p:par>
                          <p:cTn id="24" fill="hold">
                            <p:stCondLst>
                              <p:cond delay="2500"/>
                            </p:stCondLst>
                            <p:childTnLst>
                              <p:par>
                                <p:cTn id="25" presetID="2" presetClass="entr" presetSubtype="4"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par>
                          <p:cTn id="29" fill="hold">
                            <p:stCondLst>
                              <p:cond delay="3000"/>
                            </p:stCondLst>
                            <p:childTnLst>
                              <p:par>
                                <p:cTn id="30" presetID="2" presetClass="entr" presetSubtype="4"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ppt_x"/>
                                          </p:val>
                                        </p:tav>
                                        <p:tav tm="100000">
                                          <p:val>
                                            <p:strVal val="#ppt_x"/>
                                          </p:val>
                                        </p:tav>
                                      </p:tavLst>
                                    </p:anim>
                                    <p:anim calcmode="lin" valueType="num">
                                      <p:cBhvr additive="base">
                                        <p:cTn id="33" dur="500" fill="hold"/>
                                        <p:tgtEl>
                                          <p:spTgt spid="14"/>
                                        </p:tgtEl>
                                        <p:attrNameLst>
                                          <p:attrName>ppt_y</p:attrName>
                                        </p:attrNameLst>
                                      </p:cBhvr>
                                      <p:tavLst>
                                        <p:tav tm="0">
                                          <p:val>
                                            <p:strVal val="1+#ppt_h/2"/>
                                          </p:val>
                                        </p:tav>
                                        <p:tav tm="100000">
                                          <p:val>
                                            <p:strVal val="#ppt_y"/>
                                          </p:val>
                                        </p:tav>
                                      </p:tavLst>
                                    </p:anim>
                                  </p:childTnLst>
                                </p:cTn>
                              </p:par>
                            </p:childTnLst>
                          </p:cTn>
                        </p:par>
                        <p:par>
                          <p:cTn id="34" fill="hold">
                            <p:stCondLst>
                              <p:cond delay="3500"/>
                            </p:stCondLst>
                            <p:childTnLst>
                              <p:par>
                                <p:cTn id="35" presetID="2" presetClass="entr" presetSubtype="4" fill="hold"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fill="hold"/>
                                        <p:tgtEl>
                                          <p:spTgt spid="24"/>
                                        </p:tgtEl>
                                        <p:attrNameLst>
                                          <p:attrName>ppt_x</p:attrName>
                                        </p:attrNameLst>
                                      </p:cBhvr>
                                      <p:tavLst>
                                        <p:tav tm="0">
                                          <p:val>
                                            <p:strVal val="#ppt_x"/>
                                          </p:val>
                                        </p:tav>
                                        <p:tav tm="100000">
                                          <p:val>
                                            <p:strVal val="#ppt_x"/>
                                          </p:val>
                                        </p:tav>
                                      </p:tavLst>
                                    </p:anim>
                                    <p:anim calcmode="lin" valueType="num">
                                      <p:cBhvr additive="base">
                                        <p:cTn id="38" dur="500" fill="hold"/>
                                        <p:tgtEl>
                                          <p:spTgt spid="24"/>
                                        </p:tgtEl>
                                        <p:attrNameLst>
                                          <p:attrName>ppt_y</p:attrName>
                                        </p:attrNameLst>
                                      </p:cBhvr>
                                      <p:tavLst>
                                        <p:tav tm="0">
                                          <p:val>
                                            <p:strVal val="1+#ppt_h/2"/>
                                          </p:val>
                                        </p:tav>
                                        <p:tav tm="100000">
                                          <p:val>
                                            <p:strVal val="#ppt_y"/>
                                          </p:val>
                                        </p:tav>
                                      </p:tavLst>
                                    </p:anim>
                                  </p:childTnLst>
                                </p:cTn>
                              </p:par>
                            </p:childTnLst>
                          </p:cTn>
                        </p:par>
                        <p:par>
                          <p:cTn id="39" fill="hold">
                            <p:stCondLst>
                              <p:cond delay="4000"/>
                            </p:stCondLst>
                            <p:childTnLst>
                              <p:par>
                                <p:cTn id="40" presetID="2" presetClass="entr" presetSubtype="4"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ISLIDE.DIAGRAM" val="#272022;"/>
</p:tagLst>
</file>

<file path=ppt/tags/tag2.xml><?xml version="1.0" encoding="utf-8"?>
<p:tagLst xmlns:a="http://schemas.openxmlformats.org/drawingml/2006/main" xmlns:r="http://schemas.openxmlformats.org/officeDocument/2006/relationships" xmlns:p="http://schemas.openxmlformats.org/presentationml/2006/main">
  <p:tag name="ISLIDE.DIAGRAM" val="#259864;"/>
</p:tagLst>
</file>

<file path=ppt/tags/tag3.xml><?xml version="1.0" encoding="utf-8"?>
<p:tagLst xmlns:a="http://schemas.openxmlformats.org/drawingml/2006/main" xmlns:r="http://schemas.openxmlformats.org/officeDocument/2006/relationships" xmlns:p="http://schemas.openxmlformats.org/presentationml/2006/main">
  <p:tag name="ISLIDE.DIAGRAM" val="#2355;"/>
</p:tagLst>
</file>

<file path=ppt/tags/tag4.xml><?xml version="1.0" encoding="utf-8"?>
<p:tagLst xmlns:a="http://schemas.openxmlformats.org/drawingml/2006/main" xmlns:r="http://schemas.openxmlformats.org/officeDocument/2006/relationships" xmlns:p="http://schemas.openxmlformats.org/presentationml/2006/main">
  <p:tag name="ISLIDE.DIAGRAM" val="#282175;"/>
</p:tagLst>
</file>

<file path=ppt/tags/tag5.xml><?xml version="1.0" encoding="utf-8"?>
<p:tagLst xmlns:a="http://schemas.openxmlformats.org/drawingml/2006/main" xmlns:r="http://schemas.openxmlformats.org/officeDocument/2006/relationships" xmlns:p="http://schemas.openxmlformats.org/presentationml/2006/main">
  <p:tag name="ISLIDE.DIAGRAM" val="#282009;"/>
</p:tagLst>
</file>

<file path=ppt/theme/theme1.xml><?xml version="1.0" encoding="utf-8"?>
<a:theme xmlns:a="http://schemas.openxmlformats.org/drawingml/2006/main" name="Office 主题​​">
  <a:themeElements>
    <a:clrScheme name="自定义 6">
      <a:dk1>
        <a:srgbClr val="000000"/>
      </a:dk1>
      <a:lt1>
        <a:sysClr val="window" lastClr="FFFFFF"/>
      </a:lt1>
      <a:dk2>
        <a:srgbClr val="000000"/>
      </a:dk2>
      <a:lt2>
        <a:srgbClr val="EEECE1"/>
      </a:lt2>
      <a:accent1>
        <a:srgbClr val="566CD2"/>
      </a:accent1>
      <a:accent2>
        <a:srgbClr val="FFCA5D"/>
      </a:accent2>
      <a:accent3>
        <a:srgbClr val="566CD2"/>
      </a:accent3>
      <a:accent4>
        <a:srgbClr val="FFCA5D"/>
      </a:accent4>
      <a:accent5>
        <a:srgbClr val="566CD2"/>
      </a:accent5>
      <a:accent6>
        <a:srgbClr val="FFCA5D"/>
      </a:accent6>
      <a:hlink>
        <a:srgbClr val="566CD2"/>
      </a:hlink>
      <a:folHlink>
        <a:srgbClr val="FFCA5D"/>
      </a:folHlink>
    </a:clrScheme>
    <a:fontScheme name="eju4haw0">
      <a:majorFont>
        <a:latin typeface="Arial" panose="020F0302020204030204"/>
        <a:ea typeface="微软雅黑"/>
        <a:cs typeface=""/>
      </a:majorFont>
      <a:minorFont>
        <a:latin typeface="Arial"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1787</Words>
  <Application>Microsoft Office PowerPoint</Application>
  <PresentationFormat>宽屏</PresentationFormat>
  <Paragraphs>275</Paragraphs>
  <Slides>25</Slides>
  <Notes>17</Notes>
  <HiddenSlides>0</HiddenSlides>
  <MMClips>1</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25</vt:i4>
      </vt:variant>
    </vt:vector>
  </HeadingPairs>
  <TitlesOfParts>
    <vt:vector size="31" baseType="lpstr">
      <vt:lpstr>等线</vt:lpstr>
      <vt:lpstr>微软雅黑</vt:lpstr>
      <vt:lpstr>Arial</vt:lpstr>
      <vt:lpstr>Helvetica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User</dc:creator>
  <cp:lastModifiedBy>伍成</cp:lastModifiedBy>
  <cp:revision>25</cp:revision>
  <dcterms:created xsi:type="dcterms:W3CDTF">2020-04-07T06:04:55Z</dcterms:created>
  <dcterms:modified xsi:type="dcterms:W3CDTF">2020-12-21T11:23:44Z</dcterms:modified>
</cp:coreProperties>
</file>