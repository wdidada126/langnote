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7" r:id="rId10"/>
    <p:sldId id="265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C07B1-9ECC-4AC3-986C-324974FE7E9B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6AB51-035A-4766-B888-3D9AFE000B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548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A6AB51-035A-4766-B888-3D9AFE000B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290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A6AB51-035A-4766-B888-3D9AFE000B0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141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286B-F1C7-4A72-93DC-7E8180B1A20A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85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94D5-A745-4906-8D29-A65CA2BE0090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20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D9A8-A537-49B3-AAAF-6EA3522A16D2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70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1B708-BE8A-44BA-AFC9-A422C65BA8E5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186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CB48-4214-4000-8A6F-2EF9B98A1F2C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98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EB663-DBAB-4B16-B003-0E807698AB36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21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6FA59-902A-4941-8B06-A781F645A811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476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A10E-A792-424A-B83A-0F1210C1281E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032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61D9-3D57-46C5-8B0E-96885CF5C89B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62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9B256-2BB9-413F-8C42-4CA1E3F47AEC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13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E8E4-0B53-473B-9C77-3FC263A01D38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04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3F3CC-5C78-4885-8E81-CB39600E5EA7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5F199-C97C-49B8-BD3F-B49E1D25B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5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ogging.apache.org/log4j/2.x/LICENSE" TargetMode="External"/><Relationship Id="rId2" Type="http://schemas.openxmlformats.org/officeDocument/2006/relationships/hyperlink" Target="https://github.com/apache/logging-log4j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logging.apache.org/log4j/2.x/manual/async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didada/testlog4j2/blob/async/docs/UnitTest.md" TargetMode="External"/><Relationship Id="rId2" Type="http://schemas.openxmlformats.org/officeDocument/2006/relationships/hyperlink" Target="https://github.com/edidada/testlog4j2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日志库</a:t>
            </a:r>
            <a:r>
              <a:rPr lang="en-US" altLang="zh-CN" dirty="0"/>
              <a:t>Log4j2</a:t>
            </a:r>
            <a:r>
              <a:rPr lang="zh-CN" altLang="en-US" dirty="0"/>
              <a:t>介绍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85ED-4773-4031-A082-87224692C0CA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343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总体介绍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3533" y="1481667"/>
            <a:ext cx="10600267" cy="4695296"/>
          </a:xfrm>
        </p:spPr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语言的流行日志库</a:t>
            </a:r>
            <a:endParaRPr lang="en-US" altLang="zh-CN" dirty="0"/>
          </a:p>
          <a:p>
            <a:r>
              <a:rPr lang="zh-CN" altLang="en-US" dirty="0"/>
              <a:t>开放源代码</a:t>
            </a:r>
            <a:r>
              <a:rPr lang="en-US" altLang="zh-CN" dirty="0">
                <a:hlinkClick r:id="rId2"/>
              </a:rPr>
              <a:t>https://github.com/apache/logging-log4j2</a:t>
            </a:r>
            <a:r>
              <a:rPr lang="en-US" altLang="zh-CN" dirty="0"/>
              <a:t> Apache</a:t>
            </a:r>
            <a:r>
              <a:rPr lang="zh-CN" altLang="en-US" dirty="0"/>
              <a:t>软件基金会项目</a:t>
            </a:r>
            <a:endParaRPr lang="en-US" altLang="zh-CN" dirty="0"/>
          </a:p>
          <a:p>
            <a:r>
              <a:rPr lang="zh-CN" altLang="en-US" dirty="0"/>
              <a:t>按照</a:t>
            </a:r>
            <a:r>
              <a:rPr lang="en-US" altLang="zh-CN" dirty="0"/>
              <a:t> </a:t>
            </a:r>
            <a:r>
              <a:rPr lang="en-US" altLang="zh-CN" dirty="0">
                <a:hlinkClick r:id="rId3"/>
              </a:rPr>
              <a:t>Apache Software License</a:t>
            </a:r>
            <a:r>
              <a:rPr lang="zh-CN" altLang="en-US" dirty="0"/>
              <a:t>协议分发</a:t>
            </a:r>
            <a:endParaRPr lang="en-US" altLang="zh-CN" dirty="0"/>
          </a:p>
          <a:p>
            <a:r>
              <a:rPr lang="zh-CN" altLang="en-US" dirty="0"/>
              <a:t>类图：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029" y="3435350"/>
            <a:ext cx="5781675" cy="35433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6F90-8566-4C08-A419-C407DB678A10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194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Log4j2</a:t>
            </a:r>
            <a:r>
              <a:rPr lang="zh-CN" altLang="en-US" dirty="0"/>
              <a:t>的更新记录，与</a:t>
            </a:r>
            <a:r>
              <a:rPr lang="en-US" altLang="zh-CN" dirty="0"/>
              <a:t>Log4j</a:t>
            </a:r>
            <a:r>
              <a:rPr lang="zh-CN" altLang="en-US" dirty="0"/>
              <a:t>的区别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Log4j</a:t>
            </a:r>
            <a:r>
              <a:rPr lang="zh-CN" altLang="en-US" dirty="0"/>
              <a:t>版本</a:t>
            </a:r>
            <a:r>
              <a:rPr lang="en-US" altLang="zh-CN" dirty="0"/>
              <a:t>2</a:t>
            </a:r>
            <a:r>
              <a:rPr lang="zh-CN" altLang="en-US" dirty="0"/>
              <a:t>在</a:t>
            </a:r>
            <a:r>
              <a:rPr lang="en-US" altLang="zh-CN" dirty="0"/>
              <a:t>2014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月已经发布，版本</a:t>
            </a:r>
            <a:r>
              <a:rPr lang="en-US" altLang="zh-CN" dirty="0"/>
              <a:t>1</a:t>
            </a:r>
            <a:r>
              <a:rPr lang="zh-CN" altLang="en-US" dirty="0"/>
              <a:t>仍然维护到</a:t>
            </a:r>
            <a:r>
              <a:rPr lang="en-US" altLang="zh-CN" dirty="0"/>
              <a:t>2015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月初</a:t>
            </a:r>
            <a:endParaRPr lang="en-US" altLang="zh-CN" dirty="0"/>
          </a:p>
          <a:p>
            <a:r>
              <a:rPr lang="zh-CN" altLang="en-US" dirty="0"/>
              <a:t>对于通过类似</a:t>
            </a:r>
            <a:r>
              <a:rPr lang="en-US" altLang="zh-CN" dirty="0"/>
              <a:t>SLF4J</a:t>
            </a:r>
            <a:r>
              <a:rPr lang="zh-CN" altLang="en-US" dirty="0"/>
              <a:t>等日志门面使用</a:t>
            </a:r>
            <a:r>
              <a:rPr lang="en-US" altLang="zh-CN" dirty="0"/>
              <a:t>Log4j</a:t>
            </a:r>
            <a:r>
              <a:rPr lang="zh-CN" altLang="en-US" dirty="0"/>
              <a:t>的场景，升级只需要将绑定的</a:t>
            </a:r>
            <a:r>
              <a:rPr lang="en-US" altLang="zh-CN" dirty="0"/>
              <a:t>jar</a:t>
            </a:r>
            <a:r>
              <a:rPr lang="zh-CN" altLang="en-US" dirty="0"/>
              <a:t>文件从</a:t>
            </a:r>
            <a:r>
              <a:rPr lang="en-US" altLang="zh-CN" dirty="0"/>
              <a:t>slf4j-log4j12</a:t>
            </a:r>
            <a:r>
              <a:rPr lang="zh-CN" altLang="en-US" dirty="0"/>
              <a:t>替换成</a:t>
            </a:r>
            <a:r>
              <a:rPr lang="en-US" altLang="zh-CN" dirty="0"/>
              <a:t>log4j-slf4j-impl-2.0</a:t>
            </a:r>
            <a:r>
              <a:rPr lang="zh-CN" altLang="en-US" dirty="0"/>
              <a:t>，移除所有</a:t>
            </a:r>
            <a:r>
              <a:rPr lang="en-US" altLang="zh-CN" dirty="0"/>
              <a:t>Log4j</a:t>
            </a:r>
            <a:r>
              <a:rPr lang="zh-CN" altLang="en-US" dirty="0"/>
              <a:t>版本</a:t>
            </a:r>
            <a:r>
              <a:rPr lang="en-US" altLang="zh-CN" dirty="0"/>
              <a:t>1</a:t>
            </a:r>
            <a:r>
              <a:rPr lang="zh-CN" altLang="en-US" dirty="0"/>
              <a:t>的引用，添加版本</a:t>
            </a:r>
            <a:r>
              <a:rPr lang="en-US" altLang="zh-CN" dirty="0"/>
              <a:t>2</a:t>
            </a:r>
            <a:r>
              <a:rPr lang="zh-CN" altLang="en-US" dirty="0"/>
              <a:t>的实现</a:t>
            </a:r>
            <a:r>
              <a:rPr lang="en-US" altLang="zh-CN" dirty="0"/>
              <a:t>jar</a:t>
            </a:r>
            <a:r>
              <a:rPr lang="zh-CN" altLang="en-US" dirty="0"/>
              <a:t>文件。</a:t>
            </a:r>
            <a:endParaRPr lang="en-US" altLang="zh-CN" dirty="0"/>
          </a:p>
          <a:p>
            <a:r>
              <a:rPr lang="en-US" altLang="zh-CN" dirty="0"/>
              <a:t>Log4j2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86E30-CD75-4E5C-A198-D3CFCE205BA1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079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Log4j2</a:t>
            </a:r>
            <a:r>
              <a:rPr lang="zh-CN" altLang="en-US" dirty="0"/>
              <a:t>与</a:t>
            </a:r>
            <a:r>
              <a:rPr lang="en-US" altLang="zh-CN" dirty="0" err="1"/>
              <a:t>logback</a:t>
            </a:r>
            <a:r>
              <a:rPr lang="en-US" altLang="zh-CN" dirty="0"/>
              <a:t> </a:t>
            </a:r>
            <a:r>
              <a:rPr lang="zh-CN" altLang="en-US" dirty="0"/>
              <a:t>批量 实测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硬件：服务器（</a:t>
            </a:r>
            <a:r>
              <a:rPr lang="en-US" altLang="zh-CN" dirty="0"/>
              <a:t>32</a:t>
            </a:r>
            <a:r>
              <a:rPr lang="zh-CN" altLang="en-US" dirty="0"/>
              <a:t>核）</a:t>
            </a:r>
          </a:p>
          <a:p>
            <a:endParaRPr lang="zh-CN" altLang="en-US" dirty="0"/>
          </a:p>
          <a:p>
            <a:r>
              <a:rPr lang="en-US" altLang="zh-CN" dirty="0" err="1"/>
              <a:t>logback:messageSize</a:t>
            </a:r>
            <a:r>
              <a:rPr lang="en-US" altLang="zh-CN" dirty="0"/>
              <a:t> = 5000000,threadSize = 100,costTime = 33376ms</a:t>
            </a:r>
          </a:p>
          <a:p>
            <a:r>
              <a:rPr lang="en-US" altLang="zh-CN" dirty="0"/>
              <a:t>log4j2:messageSize = 5000000,threadSize = 100,costTime = 3832ms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29CB-7BDF-4B42-97F0-7AE06F601AC7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52400" y="1963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79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Log4j2</a:t>
            </a:r>
            <a:r>
              <a:rPr lang="zh-CN" altLang="en-US" dirty="0"/>
              <a:t>的使用方式</a:t>
            </a:r>
            <a:r>
              <a:rPr lang="en-US" altLang="zh-CN" dirty="0" err="1"/>
              <a:t>lombok</a:t>
            </a:r>
            <a:r>
              <a:rPr lang="en-US" altLang="zh-CN" dirty="0"/>
              <a:t> slf4j</a:t>
            </a:r>
            <a:r>
              <a:rPr lang="zh-CN" altLang="en-US" dirty="0"/>
              <a:t>结合</a:t>
            </a:r>
            <a:endParaRPr lang="en-US" altLang="zh-CN" dirty="0"/>
          </a:p>
          <a:p>
            <a:r>
              <a:rPr lang="en-US" altLang="zh-CN" dirty="0"/>
              <a:t>@Slf4j</a:t>
            </a:r>
            <a:r>
              <a:rPr lang="zh-CN" altLang="en-US" dirty="0"/>
              <a:t>在类上 调用的地方 </a:t>
            </a:r>
            <a:r>
              <a:rPr lang="en-US" altLang="zh-CN" dirty="0"/>
              <a:t>log.info(“some info to log");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F375-FEB6-4936-B069-1F37473E742E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278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255" y="1933556"/>
            <a:ext cx="7041490" cy="4084674"/>
          </a:xfr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94D5-A745-4906-8D29-A65CA2BE0090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08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/>
          <a:lstStyle/>
          <a:p>
            <a:r>
              <a:rPr lang="zh-CN" altLang="en-US" dirty="0"/>
              <a:t>输出动态 不同线程输出不同的内容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ThreadContext</a:t>
            </a:r>
            <a:r>
              <a:rPr lang="en-US" altLang="zh-CN" dirty="0"/>
              <a:t> put key/value</a:t>
            </a:r>
            <a:r>
              <a:rPr lang="zh-CN" altLang="en-US" dirty="0"/>
              <a:t>对</a:t>
            </a:r>
            <a:endParaRPr lang="en-US" altLang="zh-CN" dirty="0"/>
          </a:p>
          <a:p>
            <a:r>
              <a:rPr lang="zh-CN" altLang="en-US" dirty="0"/>
              <a:t>配置文件中引用</a:t>
            </a:r>
            <a:endParaRPr lang="en-US" altLang="zh-CN" dirty="0"/>
          </a:p>
          <a:p>
            <a:r>
              <a:rPr lang="en-US" altLang="zh-CN" dirty="0"/>
              <a:t>Push pop</a:t>
            </a:r>
          </a:p>
          <a:p>
            <a:endParaRPr lang="en-US" altLang="zh-CN" dirty="0"/>
          </a:p>
          <a:p>
            <a:r>
              <a:rPr lang="zh-CN" altLang="en-US" dirty="0"/>
              <a:t>兼容</a:t>
            </a:r>
            <a:r>
              <a:rPr lang="en-US" altLang="zh-CN" dirty="0"/>
              <a:t>Log4j,MDC NDC</a:t>
            </a:r>
          </a:p>
          <a:p>
            <a:r>
              <a:rPr lang="zh-CN" altLang="en-US" dirty="0"/>
              <a:t>我们使用</a:t>
            </a:r>
            <a:r>
              <a:rPr lang="en-US" altLang="zh-CN" dirty="0"/>
              <a:t>%X{</a:t>
            </a:r>
            <a:r>
              <a:rPr lang="en-US" altLang="zh-CN" dirty="0" err="1"/>
              <a:t>userName</a:t>
            </a:r>
            <a:r>
              <a:rPr lang="en-US" altLang="zh-CN" dirty="0"/>
              <a:t>}</a:t>
            </a:r>
            <a:r>
              <a:rPr lang="zh-CN" altLang="en-US" dirty="0"/>
              <a:t>来定义此处会打印</a:t>
            </a:r>
            <a:r>
              <a:rPr lang="en-US" altLang="zh-CN" dirty="0"/>
              <a:t>MDC</a:t>
            </a:r>
            <a:r>
              <a:rPr lang="zh-CN" altLang="en-US" dirty="0"/>
              <a:t>里面</a:t>
            </a:r>
            <a:r>
              <a:rPr lang="en-US" altLang="zh-CN" dirty="0"/>
              <a:t>key</a:t>
            </a:r>
            <a:r>
              <a:rPr lang="zh-CN" altLang="en-US" dirty="0"/>
              <a:t>为</a:t>
            </a:r>
            <a:r>
              <a:rPr lang="en-US" altLang="zh-CN" dirty="0" err="1"/>
              <a:t>userName</a:t>
            </a:r>
            <a:r>
              <a:rPr lang="zh-CN" altLang="en-US" dirty="0"/>
              <a:t>的</a:t>
            </a:r>
            <a:r>
              <a:rPr lang="en-US" altLang="zh-CN" dirty="0"/>
              <a:t>value</a:t>
            </a:r>
            <a:r>
              <a:rPr lang="zh-CN" altLang="en-US" dirty="0"/>
              <a:t>，如果所定义的字段在</a:t>
            </a:r>
            <a:r>
              <a:rPr lang="en-US" altLang="zh-CN" dirty="0"/>
              <a:t>MDC</a:t>
            </a:r>
            <a:r>
              <a:rPr lang="zh-CN" altLang="en-US" dirty="0"/>
              <a:t>不存在对应的</a:t>
            </a:r>
            <a:r>
              <a:rPr lang="en-US" altLang="zh-CN" dirty="0"/>
              <a:t>key</a:t>
            </a:r>
            <a:r>
              <a:rPr lang="zh-CN" altLang="en-US" dirty="0"/>
              <a:t>，那么将不会打印，会留一个占位符。 </a:t>
            </a:r>
            <a:r>
              <a:rPr lang="en-US" altLang="zh-CN" dirty="0" err="1"/>
              <a:t>Pom</a:t>
            </a:r>
            <a:r>
              <a:rPr lang="zh-CN" altLang="en-US" dirty="0"/>
              <a:t>依赖一个库（</a:t>
            </a:r>
            <a:r>
              <a:rPr lang="en-US" altLang="zh-CN" dirty="0"/>
              <a:t>name</a:t>
            </a:r>
            <a:r>
              <a:rPr lang="zh-CN" altLang="en-US" dirty="0"/>
              <a:t>）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6E8B0-91F3-4306-88E9-5B7084F7F7AA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57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日志输出源配置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本地文件</a:t>
            </a:r>
            <a:r>
              <a:rPr lang="en-US" altLang="zh-CN" dirty="0"/>
              <a:t>(File)</a:t>
            </a:r>
            <a:r>
              <a:rPr lang="zh-CN" altLang="en-US" dirty="0"/>
              <a:t>：</a:t>
            </a:r>
            <a:r>
              <a:rPr lang="en-US" altLang="zh-CN" dirty="0"/>
              <a:t>log4j2</a:t>
            </a:r>
            <a:r>
              <a:rPr lang="zh-CN" altLang="en-US" dirty="0"/>
              <a:t>本身提供了</a:t>
            </a:r>
            <a:r>
              <a:rPr lang="en-US" altLang="zh-CN" dirty="0"/>
              <a:t>20</a:t>
            </a:r>
            <a:r>
              <a:rPr lang="zh-CN" altLang="en-US" dirty="0"/>
              <a:t>多种</a:t>
            </a:r>
            <a:r>
              <a:rPr lang="en-US" altLang="zh-CN" dirty="0" err="1"/>
              <a:t>appender</a:t>
            </a:r>
            <a:r>
              <a:rPr lang="zh-CN" altLang="en-US" dirty="0"/>
              <a:t>供使用者选用，但一般开发中采用的就是</a:t>
            </a:r>
            <a:r>
              <a:rPr lang="en-US" altLang="zh-CN" dirty="0" err="1"/>
              <a:t>RollingRandomAccessFile</a:t>
            </a:r>
            <a:r>
              <a:rPr lang="en-US" altLang="zh-CN" dirty="0"/>
              <a:t> 2019-07-268</a:t>
            </a:r>
            <a:r>
              <a:rPr lang="zh-CN" altLang="en-US" dirty="0"/>
              <a:t>**。</a:t>
            </a:r>
            <a:r>
              <a:rPr lang="en-US" altLang="zh-CN" dirty="0"/>
              <a:t>log</a:t>
            </a:r>
          </a:p>
          <a:p>
            <a:r>
              <a:rPr lang="en-US" altLang="zh-CN" dirty="0"/>
              <a:t>DB </a:t>
            </a:r>
            <a:r>
              <a:rPr lang="zh-CN" altLang="en-US" dirty="0"/>
              <a:t>：</a:t>
            </a:r>
            <a:r>
              <a:rPr lang="en-US" altLang="zh-CN" dirty="0"/>
              <a:t>MySQL ES Flume </a:t>
            </a:r>
            <a:r>
              <a:rPr lang="en-US" altLang="zh-CN" dirty="0" err="1"/>
              <a:t>logstash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AC96-F7E4-457A-BE8A-1247F5EC9063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370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E7ACC-84DB-450B-94CB-5085ED04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完全异步输出日志设置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A14D9A-1F09-4473-9957-A43A5847C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r>
              <a:rPr lang="zh-CN" altLang="en-US" dirty="0"/>
              <a:t>、引入</a:t>
            </a:r>
            <a:r>
              <a:rPr lang="en-US" altLang="zh-CN" dirty="0"/>
              <a:t>disruptor Log4j-2.9</a:t>
            </a:r>
            <a:r>
              <a:rPr lang="zh-CN" altLang="en-US" dirty="0"/>
              <a:t>和更高版本要求在类路径上使用</a:t>
            </a:r>
            <a:r>
              <a:rPr lang="en-US" altLang="zh-CN" dirty="0"/>
              <a:t>disruptor-3.3.4.jar</a:t>
            </a:r>
            <a:r>
              <a:rPr lang="zh-CN" altLang="en-US" dirty="0"/>
              <a:t>或更高版本。 </a:t>
            </a:r>
            <a:r>
              <a:rPr lang="en-US" altLang="zh-CN" dirty="0"/>
              <a:t>Log4j</a:t>
            </a:r>
            <a:r>
              <a:rPr lang="zh-CN" altLang="en-US" dirty="0"/>
              <a:t>低于</a:t>
            </a:r>
            <a:r>
              <a:rPr lang="en-US" altLang="zh-CN" dirty="0"/>
              <a:t>2.9</a:t>
            </a:r>
            <a:r>
              <a:rPr lang="zh-CN" altLang="en-US" dirty="0"/>
              <a:t>，需要使用</a:t>
            </a:r>
            <a:r>
              <a:rPr lang="en-US" altLang="zh-CN" dirty="0"/>
              <a:t>interrupter-3.0.0.jar</a:t>
            </a:r>
            <a:r>
              <a:rPr lang="zh-CN" altLang="en-US" dirty="0"/>
              <a:t>或更高版本</a:t>
            </a:r>
            <a:endParaRPr lang="en-US" altLang="zh-CN" dirty="0"/>
          </a:p>
          <a:p>
            <a:r>
              <a:rPr lang="zh-CN" altLang="en-US" dirty="0"/>
              <a:t>步骤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 log4j2.contextSelector</a:t>
            </a:r>
            <a:r>
              <a:rPr lang="zh-CN" altLang="en-US" dirty="0"/>
              <a:t>设置成</a:t>
            </a:r>
            <a:r>
              <a:rPr lang="en-US" altLang="zh-CN" dirty="0"/>
              <a:t>org.apache.logging.log4j.core.async.AsyncLoggerContextSelector</a:t>
            </a:r>
          </a:p>
          <a:p>
            <a:r>
              <a:rPr lang="en-US" altLang="zh-CN" dirty="0">
                <a:hlinkClick r:id="rId2"/>
              </a:rPr>
              <a:t>http://logging.apache.org/log4j/2.x/manual/async.html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2AC767-E044-471E-884E-1D174211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94D5-A745-4906-8D29-A65CA2BE0090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759E10-9EAA-4F16-9921-117FF6D1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51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演示 </a:t>
            </a:r>
            <a:r>
              <a:rPr lang="en-US" altLang="zh-CN" dirty="0">
                <a:hlinkClick r:id="rId2"/>
              </a:rPr>
              <a:t>https://github.com/edidada/testlog4j2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原理 技术点 深入 回答为什么  答：无界无锁队列</a:t>
            </a:r>
            <a:endParaRPr lang="en-US" altLang="zh-CN" dirty="0"/>
          </a:p>
          <a:p>
            <a:r>
              <a:rPr lang="zh-CN" altLang="en-US" dirty="0"/>
              <a:t>测试</a:t>
            </a:r>
            <a:r>
              <a:rPr lang="en-US" altLang="zh-CN" dirty="0"/>
              <a:t>disruptor </a:t>
            </a:r>
            <a:r>
              <a:rPr lang="en-US" altLang="zh-CN" dirty="0">
                <a:hlinkClick r:id="rId3"/>
              </a:rPr>
              <a:t>https://github.com/edidada/testlog4j2/blob/async/docs/UnitTest.md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自己写一个日志框架 推荐 公司</a:t>
            </a:r>
            <a:r>
              <a:rPr lang="en-US" altLang="zh-CN" dirty="0" err="1"/>
              <a:t>gitlab</a:t>
            </a:r>
            <a:r>
              <a:rPr lang="zh-CN" altLang="en-US" dirty="0"/>
              <a:t>上的</a:t>
            </a:r>
            <a:r>
              <a:rPr lang="en-US" altLang="zh-CN" dirty="0"/>
              <a:t>media-manage-commons-log </a:t>
            </a:r>
            <a:r>
              <a:rPr lang="zh-CN" altLang="en-US"/>
              <a:t>牛逼</a:t>
            </a:r>
            <a:endParaRPr lang="en-US" altLang="zh-CN" dirty="0"/>
          </a:p>
          <a:p>
            <a:r>
              <a:rPr lang="zh-CN" altLang="en-US" dirty="0"/>
              <a:t>深入研究源码 </a:t>
            </a:r>
            <a:r>
              <a:rPr lang="en-US" altLang="zh-CN" dirty="0"/>
              <a:t>xml</a:t>
            </a:r>
            <a:r>
              <a:rPr lang="zh-CN" altLang="en-US" dirty="0"/>
              <a:t>配置文件设置 </a:t>
            </a:r>
            <a:r>
              <a:rPr lang="en-US" altLang="zh-CN" dirty="0"/>
              <a:t>status=“debug”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94D5-A745-4906-8D29-A65CA2BE0090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880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5FD4E-20C7-4B46-A9C9-0133D121A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203FE3-1F58-4635-ABC2-CFEE02A87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有多个 </a:t>
            </a:r>
            <a:r>
              <a:rPr lang="en-US" altLang="zh-CN" dirty="0"/>
              <a:t>log4j2 </a:t>
            </a:r>
            <a:r>
              <a:rPr lang="en-US" altLang="zh-CN" dirty="0" err="1"/>
              <a:t>logback</a:t>
            </a:r>
            <a:r>
              <a:rPr lang="en-US" altLang="zh-CN" dirty="0"/>
              <a:t> slf4j</a:t>
            </a:r>
            <a:r>
              <a:rPr lang="zh-CN" altLang="en-US" dirty="0"/>
              <a:t>如何选择</a:t>
            </a:r>
            <a:endParaRPr lang="en-US" altLang="zh-CN" dirty="0"/>
          </a:p>
          <a:p>
            <a:r>
              <a:rPr lang="en-US" altLang="zh-CN" dirty="0"/>
              <a:t>Spring</a:t>
            </a:r>
            <a:r>
              <a:rPr lang="zh-CN" altLang="en-US" dirty="0"/>
              <a:t>等框架是自己封装了一个</a:t>
            </a:r>
            <a:r>
              <a:rPr lang="en-US" altLang="zh-CN" dirty="0"/>
              <a:t>Log</a:t>
            </a:r>
            <a:r>
              <a:rPr lang="zh-CN" altLang="en-US" dirty="0"/>
              <a:t>包装类</a:t>
            </a:r>
            <a:endParaRPr lang="en-US" altLang="zh-CN" dirty="0"/>
          </a:p>
          <a:p>
            <a:r>
              <a:rPr lang="zh-CN" altLang="en-US" dirty="0"/>
              <a:t>伪代码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public </a:t>
            </a:r>
            <a:r>
              <a:rPr lang="en-US" altLang="zh-CN" dirty="0" err="1"/>
              <a:t>SpringLogInterface</a:t>
            </a:r>
            <a:r>
              <a:rPr lang="en-US" altLang="zh-CN" dirty="0"/>
              <a:t> </a:t>
            </a:r>
            <a:r>
              <a:rPr lang="en-US" altLang="zh-CN" dirty="0" err="1"/>
              <a:t>getLogInterface</a:t>
            </a:r>
            <a:r>
              <a:rPr lang="en-US" altLang="zh-CN" dirty="0"/>
              <a:t>(){</a:t>
            </a:r>
          </a:p>
          <a:p>
            <a:pPr lvl="1"/>
            <a:r>
              <a:rPr lang="en-US" altLang="zh-CN" dirty="0"/>
              <a:t>If(</a:t>
            </a:r>
            <a:r>
              <a:rPr lang="en-US" altLang="zh-CN" dirty="0" err="1"/>
              <a:t>Class.forName</a:t>
            </a:r>
            <a:r>
              <a:rPr lang="en-US" altLang="zh-CN" dirty="0"/>
              <a:t>(“Slf4jClassXXX”)){</a:t>
            </a:r>
          </a:p>
          <a:p>
            <a:pPr lvl="2"/>
            <a:r>
              <a:rPr lang="en-US" altLang="zh-CN" dirty="0"/>
              <a:t>Return SpringLogInterfaceSlf4jWarpperInstance;</a:t>
            </a:r>
          </a:p>
          <a:p>
            <a:pPr lvl="1"/>
            <a:r>
              <a:rPr lang="en-US" altLang="zh-CN" dirty="0"/>
              <a:t>}else (</a:t>
            </a:r>
            <a:r>
              <a:rPr lang="en-US" altLang="zh-CN" dirty="0" err="1"/>
              <a:t>Class.forname</a:t>
            </a:r>
            <a:r>
              <a:rPr lang="en-US" altLang="zh-CN" dirty="0"/>
              <a:t>(“</a:t>
            </a:r>
            <a:r>
              <a:rPr lang="en-US" altLang="zh-CN" dirty="0" err="1"/>
              <a:t>logbackClassName</a:t>
            </a:r>
            <a:r>
              <a:rPr lang="en-US" altLang="zh-CN" dirty="0"/>
              <a:t>”)){</a:t>
            </a:r>
          </a:p>
          <a:p>
            <a:pPr lvl="2"/>
            <a:r>
              <a:rPr lang="en-US" altLang="zh-CN" dirty="0"/>
              <a:t>Return </a:t>
            </a:r>
            <a:r>
              <a:rPr lang="en-US" altLang="zh-CN" dirty="0" err="1"/>
              <a:t>SpringLogInterfacelogbackWarpperInstance</a:t>
            </a:r>
            <a:r>
              <a:rPr lang="en-US" altLang="zh-CN" dirty="0"/>
              <a:t>;</a:t>
            </a:r>
          </a:p>
          <a:p>
            <a:pPr lvl="1"/>
            <a:r>
              <a:rPr lang="en-US" altLang="zh-CN" dirty="0"/>
              <a:t>}</a:t>
            </a:r>
          </a:p>
          <a:p>
            <a:pPr lvl="1"/>
            <a:r>
              <a:rPr lang="en-US" altLang="zh-CN" dirty="0"/>
              <a:t>…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D9BF42-74C6-4192-AFB7-026572059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94D5-A745-4906-8D29-A65CA2BE0090}" type="datetime1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B08946-E409-45E5-8780-63A755DC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5F199-C97C-49B8-BD3F-B49E1D25B53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728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514</Words>
  <Application>Microsoft Office PowerPoint</Application>
  <PresentationFormat>宽屏</PresentationFormat>
  <Paragraphs>78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主题</vt:lpstr>
      <vt:lpstr>Java日志库Log4j2介绍</vt:lpstr>
      <vt:lpstr>总体介绍</vt:lpstr>
      <vt:lpstr>Log4j2的更新记录，与Log4j的区别</vt:lpstr>
      <vt:lpstr>Log4j2与logback 批量 实测</vt:lpstr>
      <vt:lpstr>PowerPoint 演示文稿</vt:lpstr>
      <vt:lpstr>PowerPoint 演示文稿</vt:lpstr>
      <vt:lpstr>输出动态 不同线程输出不同的内容</vt:lpstr>
      <vt:lpstr>日志输出源配置</vt:lpstr>
      <vt:lpstr>完全异步输出日志设置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Java日志库Log4j2面面观</dc:title>
  <dc:creator>edidada</dc:creator>
  <cp:lastModifiedBy>edidada</cp:lastModifiedBy>
  <cp:revision>78</cp:revision>
  <dcterms:created xsi:type="dcterms:W3CDTF">2019-07-25T08:55:05Z</dcterms:created>
  <dcterms:modified xsi:type="dcterms:W3CDTF">2019-11-07T07:01:00Z</dcterms:modified>
</cp:coreProperties>
</file>